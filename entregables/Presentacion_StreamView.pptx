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0baf18c73d241c8" /><Relationship Type="http://schemas.openxmlformats.org/officeDocument/2006/relationships/extended-properties" Target="/docProps/app.xml" Id="R7715d81afc6c4d3d" /><Relationship Type="http://schemas.openxmlformats.org/officeDocument/2006/relationships/officeDocument" Target="/ppt/presentation.xml" Id="Re26720f299cd41c0" /></Relationships>
</file>

<file path=ppt/presentation.xml><?xml version="1.0" encoding="utf-8"?>
<p:presentation xmlns:p="http://schemas.openxmlformats.org/presentationml/2006/main">
  <p:sldMasterIdLst>
    <p:sldMasterId xmlns:r="http://schemas.openxmlformats.org/officeDocument/2006/relationships" id="2147483648" r:id="R73fe4eb966d24abf"/>
  </p:sldMasterIdLst>
  <p:notesMasterIdLst>
    <p:notesMasterId xmlns:r="http://schemas.openxmlformats.org/officeDocument/2006/relationships" r:id="R5365b25dd41a4c48"/>
  </p:notesMasterIdLst>
  <p:sldIdLst>
    <p:sldId xmlns:r="http://schemas.openxmlformats.org/officeDocument/2006/relationships" id="256" r:id="R3f750cb58f1647eb"/>
    <p:sldId xmlns:r="http://schemas.openxmlformats.org/officeDocument/2006/relationships" id="257" r:id="R6fe96bafbf2f4652"/>
    <p:sldId xmlns:r="http://schemas.openxmlformats.org/officeDocument/2006/relationships" id="258" r:id="Rfede8bb254064e3f"/>
    <p:sldId xmlns:r="http://schemas.openxmlformats.org/officeDocument/2006/relationships" id="259" r:id="R7953eb60cb0a438b"/>
    <p:sldId xmlns:r="http://schemas.openxmlformats.org/officeDocument/2006/relationships" id="260" r:id="R37d25f214d5f44d7"/>
    <p:sldId xmlns:r="http://schemas.openxmlformats.org/officeDocument/2006/relationships" id="261" r:id="R986150ab5c17425c"/>
    <p:sldId xmlns:r="http://schemas.openxmlformats.org/officeDocument/2006/relationships" id="262" r:id="R3ec495a33d62459c"/>
    <p:sldId xmlns:r="http://schemas.openxmlformats.org/officeDocument/2006/relationships" id="263" r:id="R96c46de6be334c21"/>
    <p:sldId xmlns:r="http://schemas.openxmlformats.org/officeDocument/2006/relationships" id="264" r:id="R68d4a5c4dbca4085"/>
    <p:sldId xmlns:r="http://schemas.openxmlformats.org/officeDocument/2006/relationships" id="265" r:id="Rd8a1539d6aeb4cc6"/>
    <p:sldId xmlns:r="http://schemas.openxmlformats.org/officeDocument/2006/relationships" id="266" r:id="Re3df1483a9064ffa"/>
    <p:sldId xmlns:r="http://schemas.openxmlformats.org/officeDocument/2006/relationships" id="267" r:id="R30a9c67b5310480a"/>
    <p:sldId xmlns:r="http://schemas.openxmlformats.org/officeDocument/2006/relationships" id="268" r:id="Rf21c177d329746ab"/>
    <p:sldId xmlns:r="http://schemas.openxmlformats.org/officeDocument/2006/relationships" id="269" r:id="R40568893e7e14912"/>
    <p:sldId xmlns:r="http://schemas.openxmlformats.org/officeDocument/2006/relationships" id="270" r:id="R6e4ab5e65e6540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40e0907eb7462d" /><Relationship Type="http://schemas.openxmlformats.org/officeDocument/2006/relationships/slideMaster" Target="/ppt/slideMasters/slideMaster1.xml" Id="R73fe4eb966d24abf" /><Relationship Type="http://schemas.openxmlformats.org/officeDocument/2006/relationships/notesMaster" Target="/ppt/notesMasters/notesMaster1.xml" Id="R5365b25dd41a4c48" /><Relationship Type="http://schemas.openxmlformats.org/officeDocument/2006/relationships/presProps" Target="/ppt/presProps.xml" Id="R4f33e40657ac449d" /><Relationship Type="http://schemas.openxmlformats.org/officeDocument/2006/relationships/tableStyles" Target="/ppt/tableStyles.xml" Id="Rf96bd92fc5314111" /><Relationship Type="http://schemas.openxmlformats.org/officeDocument/2006/relationships/slide" Target="/ppt/slides/slide1.xml" Id="R3f750cb58f1647eb" /><Relationship Type="http://schemas.openxmlformats.org/officeDocument/2006/relationships/slide" Target="/ppt/slides/slide2.xml" Id="R6fe96bafbf2f4652" /><Relationship Type="http://schemas.openxmlformats.org/officeDocument/2006/relationships/slide" Target="/ppt/slides/slide3.xml" Id="Rfede8bb254064e3f" /><Relationship Type="http://schemas.openxmlformats.org/officeDocument/2006/relationships/slide" Target="/ppt/slides/slide4.xml" Id="R7953eb60cb0a438b" /><Relationship Type="http://schemas.openxmlformats.org/officeDocument/2006/relationships/slide" Target="/ppt/slides/slide5.xml" Id="R37d25f214d5f44d7" /><Relationship Type="http://schemas.openxmlformats.org/officeDocument/2006/relationships/slide" Target="/ppt/slides/slide6.xml" Id="R986150ab5c17425c" /><Relationship Type="http://schemas.openxmlformats.org/officeDocument/2006/relationships/slide" Target="/ppt/slides/slide7.xml" Id="R3ec495a33d62459c" /><Relationship Type="http://schemas.openxmlformats.org/officeDocument/2006/relationships/slide" Target="/ppt/slides/slide8.xml" Id="R96c46de6be334c21" /><Relationship Type="http://schemas.openxmlformats.org/officeDocument/2006/relationships/slide" Target="/ppt/slides/slide9.xml" Id="R68d4a5c4dbca4085" /><Relationship Type="http://schemas.openxmlformats.org/officeDocument/2006/relationships/slide" Target="/ppt/slides/slide10.xml" Id="Rd8a1539d6aeb4cc6" /><Relationship Type="http://schemas.openxmlformats.org/officeDocument/2006/relationships/slide" Target="/ppt/slides/slide11.xml" Id="Re3df1483a9064ffa" /><Relationship Type="http://schemas.openxmlformats.org/officeDocument/2006/relationships/slide" Target="/ppt/slides/slide12.xml" Id="R30a9c67b5310480a" /><Relationship Type="http://schemas.openxmlformats.org/officeDocument/2006/relationships/slide" Target="/ppt/slides/slide13.xml" Id="Rf21c177d329746ab" /><Relationship Type="http://schemas.openxmlformats.org/officeDocument/2006/relationships/slide" Target="/ppt/slides/slide14.xml" Id="R40568893e7e14912" /><Relationship Type="http://schemas.openxmlformats.org/officeDocument/2006/relationships/slide" Target="/ppt/slides/slide15.xml" Id="R6e4ab5e65e6540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83883b230445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255f7b321f4fd6" /><Relationship Type="http://schemas.openxmlformats.org/officeDocument/2006/relationships/notesMaster" Target="/ppt/notesMasters/notesMaster1.xml" Id="R02ee65b7fb3b40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4190f58ab34970" /><Relationship Type="http://schemas.openxmlformats.org/officeDocument/2006/relationships/notesMaster" Target="/ppt/notesMasters/notesMaster1.xml" Id="R0a359844d51145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ec15cd9745404f" /><Relationship Type="http://schemas.openxmlformats.org/officeDocument/2006/relationships/notesMaster" Target="/ppt/notesMasters/notesMaster1.xml" Id="R367b0bbf7dd04f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6b7fc233984dc9" /><Relationship Type="http://schemas.openxmlformats.org/officeDocument/2006/relationships/notesMaster" Target="/ppt/notesMasters/notesMaster1.xml" Id="R0dd19cc700d24b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844ec0b1cd4525" /><Relationship Type="http://schemas.openxmlformats.org/officeDocument/2006/relationships/notesMaster" Target="/ppt/notesMasters/notesMaster1.xml" Id="R8152ac16347d4da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cbd520f8964dc5" /><Relationship Type="http://schemas.openxmlformats.org/officeDocument/2006/relationships/notesMaster" Target="/ppt/notesMasters/notesMaster1.xml" Id="R17a9f091f1a948f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947d12dae44e0a" /><Relationship Type="http://schemas.openxmlformats.org/officeDocument/2006/relationships/notesMaster" Target="/ppt/notesMasters/notesMaster1.xml" Id="R08165ea5674b4b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0dbf249d944212" /><Relationship Type="http://schemas.openxmlformats.org/officeDocument/2006/relationships/notesMaster" Target="/ppt/notesMasters/notesMaster1.xml" Id="R6d4ca43d2dff438f" /></Relationships>
</file>

<file path=ppt/notesSlides/_rels/notesSlide9.xml.rels>&#65279;<?xml version="1.0" encoding="utf-8"?><Relationships xmlns="http://schemas.openxmlformats.org/package/2006/relationships"><Relationship Type="http://schemas.openxmlformats.org/officeDocument/2006/relationships/slide" Target="/ppt/slides/slide9.xml" Id="R929b72ff651544e8" /><Relationship Type="http://schemas.openxmlformats.org/officeDocument/2006/relationships/notesMaster" Target="/ppt/notesMasters/notesMaster1.xml" Id="Rc57b902a702f41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ccc578f59564de6" /><Relationship Type="http://schemas.openxmlformats.org/officeDocument/2006/relationships/notesMaster" Target="/ppt/notesMasters/notesMaster1.xml" Id="R43915d1e117b421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186821961c24e85" /><Relationship Type="http://schemas.openxmlformats.org/officeDocument/2006/relationships/notesMaster" Target="/ppt/notesMasters/notesMaster1.xml" Id="R7598514c5ff44af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01e360b70f04480" /><Relationship Type="http://schemas.openxmlformats.org/officeDocument/2006/relationships/notesMaster" Target="/ppt/notesMasters/notesMaster1.xml" Id="R2fed0cb0edcc429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705d38907294147" /><Relationship Type="http://schemas.openxmlformats.org/officeDocument/2006/relationships/notesMaster" Target="/ppt/notesMasters/notesMaster1.xml" Id="R3c0d82fdfbd649e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5d280149d084c77" /><Relationship Type="http://schemas.openxmlformats.org/officeDocument/2006/relationships/notesMaster" Target="/ppt/notesMasters/notesMaster1.xml" Id="R33fc3361008d4b1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e3efe4898c34048" /><Relationship Type="http://schemas.openxmlformats.org/officeDocument/2006/relationships/notesMaster" Target="/ppt/notesMasters/notesMaster1.xml" Id="R1a571b06c00e4f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segundos. Presento una solución para dos audiencias. El catálogo sirve para comparar contenidos y proponer candidatos. Mi defensa explica herramientas, resultados, pruebas y límites.</a:t>
            </a:r>
          </a:p>
          <a:p xmlns:a="http://schemas.openxmlformats.org/drawingml/2006/main">
            <a:r>
              <a:t>Fuente: CSV originales de Data_Movies.zip, catálogo limpio y modelo Power BI del proyecto. Las imágenes de Power BI son capturas reales de Desktop. Los gráficos propios indican su muestra.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segundos. StreamView busca apoyar decisiones de contenido e inversión y, en el contexto general del caso, retención y participación. Los archivos disponibles describen catálogo. Por eso puedo comunicar composición y candidatos, pero no medir usuarios o churn. Dirección necesita un resumen y Contenidos necesita una comparación detallada.</a:t>
            </a:r>
          </a:p>
          <a:p xmlns:a="http://schemas.openxmlformats.org/drawingml/2006/main">
            <a:r>
              <a:t>Fuente: CSV originales de Data_Movies.zip, catálogo limpio y modelo Power BI del proyecto. Las imágenes de Power BI son capturas reales de Desktop. Los gráficos propios indican su muestra.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segundos. Python integra los dos CSV, elimina nueve duplicados y produce un catálogo común. Streamlit permite una interfaz sencilla. Plotly aporta exploración y D3 un cambio de medida. Power BI facilita el modelo, DAX y la selección entre visuales. Matplotlib exporta estáticos y Seaborn el análisis estadístico. Dash es otra alternativa web que no implementé para evitar duplicación. Se explicita esa decisión, sujeta a la interpretación de la docente.</a:t>
            </a:r>
          </a:p>
          <a:p xmlns:a="http://schemas.openxmlformats.org/drawingml/2006/main">
            <a:r>
              <a:t>Fuente: CSV originales de Data_Movies.zip, catálogo limpio y modelo Power BI del proyecto. Las imágenes de Power BI son capturas reales de Desktop. Los gráficos propios indican su muestra.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segundos. La nota anterior de 5,69 incluía ceros. Ahora exijo votos positivos y nota mayor que cero y menor o igual a diez. Son 27.414 títulos. No confundo los 4.564 ceros con los 4.560 títulos sin votos. Con umbrales 50/30 la nota cambia a 6,65, y ponderada es 6,97. La popularidad tiene extremos, por eso uso mediana. Los once indicadores contrastados con el modelo Power BI coinciden.</a:t>
            </a:r>
          </a:p>
          <a:p xmlns:a="http://schemas.openxmlformats.org/drawingml/2006/main">
            <a:r>
              <a:t>Fuente: CSV originales de Data_Movies.zip, catálogo limpio y modelo Power BI del proyecto. Las imágenes de Power BI son capturas reales de Desktop. Los gráficos propios indican su muestra.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segundos. Esta captura real muestra el dashboard corregido. Se puede elegir tipo, años y género. Las líneas permiten recorrer años, las barras comparar países y géneros, y los colores distinguen películas y series. El botón limpiar restaura el catálogo. La pestaña D3 cambia cantidad por calificación y comparte los filtros. La distribución por año es casi uniforme y no prueba crecimiento real.</a:t>
            </a:r>
          </a:p>
          <a:p xmlns:a="http://schemas.openxmlformats.org/drawingml/2006/main">
            <a:r>
              <a:t>Fuente: CSV originales de Data_Movies.zip, catálogo limpio y modelo Power BI del proyecto. Las imágenes de Power BI son capturas reales de Desktop. Los gráficos propios indican su muestra.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segundos. La captura corresponde al PBIX final abierto en Desktop. Hay dispersión con umbral de votos, barras por género, treemap y ranking con mil votos. Las barras usan longitud para comparar. El ranking mantiene la escala de cero a diez. El treemap sirve para explorar volumen. Las seis opciones superiores son filtros. Falta clasificación etaria porque la fuente no la aporta.</a:t>
            </a:r>
          </a:p>
          <a:p xmlns:a="http://schemas.openxmlformats.org/drawingml/2006/main">
            <a:r>
              <a:t>Fuente: CSV originales de Data_Movies.zip, catálogo limpio y modelo Power BI del proyecto. Las imágenes de Power BI son capturas reales de Desktop. Los gráficos propios indican su muestra.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segundos. El clic en Drama cambia 31.991 a 14.769 títulos, la nota de 6,63 a 6,76 y la mediana de 22,07 a 22,68. También cambia la dispersión y resalta barras. Algunas barras conservan el contexto mediante resaltado, así que no todas recalculan sus etiquetas. Al quitar la selección se recuperan los KPIs iniciales. Esta prueba acredita interacción real y coincide con Python.</a:t>
            </a:r>
          </a:p>
          <a:p xmlns:a="http://schemas.openxmlformats.org/drawingml/2006/main">
            <a:r>
              <a:t>Fuente: CSV originales de Data_Movies.zip, catálogo limpio y modelo Power BI del proyecto. Las imágenes de Power BI son capturas reales de Desktop. Los gráficos propios indican su muestra.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segundos. Esta página sirve a Contenidos y Adquisición para explorar directores, actores, países e idiomas. El mapa renderizó correctamente. El promedio por país exige al menos treinta títulos con votos suficientes. El mapa ayuda a localizar territorios y las barras permiten compararlos con precisión. Una calificación alta no demuestra demanda en ese país.</a:t>
            </a:r>
          </a:p>
          <a:p xmlns:a="http://schemas.openxmlformats.org/drawingml/2006/main">
            <a:r>
              <a:t>Fuente: CSV originales de Data_Movies.zip, catálogo limpio y modelo Power BI del proyecto. Las imágenes de Power BI son capturas reales de Desktop. Los gráficos propios indican su muestra.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segundos. Las tres mil quinientas veintitrés películas tienen presupuesto e ingresos de al menos mil dólares en ambos campos. Las tarjetas y gráficos están en millones de dólares. El ROI agregado es 191,68 por ciento. Se calcula con los mismos títulos en ambas sumas. Es un retorno aproximado sobre presupuesto de producción, sin otros costos ni beneficio de la plataforma.</a:t>
            </a:r>
          </a:p>
          <a:p xmlns:a="http://schemas.openxmlformats.org/drawingml/2006/main">
            <a:r>
              <a:t>Fuente: CSV originales de Data_Movies.zip, catálogo limpio y modelo Power BI del proyecto. Las imágenes de Power BI son capturas reales de Desktop. Los gráficos propios indican su muestra.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segundos. Para géneros, priorizo una evaluación de Animation y Documentary por su valoración y muestra. Action and Adventure y Sci Fi and Fantasy también son candidatos con notas de siete coma cincuenta y cuatro. Los nombres proceden de taxonomías que pueden diferir por tipo. Para países, exploro Corea del Sur y Japón y propongo pilotos de Colombia y México. No concluyo que exista demanda. Antes de adquirir necesito derechos, consumo y costos.</a:t>
            </a:r>
          </a:p>
          <a:p xmlns:a="http://schemas.openxmlformats.org/drawingml/2006/main">
            <a:r>
              <a:t>Fuente: CSV originales de Data_Movies.zip, catálogo limpio y modelo Power BI del proyecto. Las imágenes de Power BI son capturas reales de Desktop. Los gráficos propios indican su muestra.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segundos. En la fuente, Insidious, Get Out y Whiplash presentan ingresos muy superiores al presupuesto y cuestan menos de diez millones de dólares. Recuperar presupuesto no equivale a beneficio completo. Debo revisar derechos y cifras antes de decidir. Los ROI muy extremos del ranking son una alerta para validar la fuente, no una promesa de resultados.</a:t>
            </a:r>
          </a:p>
          <a:p xmlns:a="http://schemas.openxmlformats.org/drawingml/2006/main">
            <a:r>
              <a:t>Fuente: CSV originales de Data_Movies.zip, catálogo limpio y modelo Power BI del proyecto. Las imágenes de Power BI son capturas reales de Desktop. Los gráficos propios indican su muestra.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segundos. La figura usa Seaborn y separa películas y series. Con mínimos de cincuenta y treinta votos respectivamente, Pearson es cero coma cero noventa y dos en películas y cero coma cero diez en series. Spearman es cero coma dos cuarenta y dos y cero coma dos treinta y cinco. La relación lineal es muy débil, y por rangos positiva pero débil. El eje de popularidad es logarítmico solo para hacer visibles los puntos. Los coeficientes usan valores originales. No hay causalidad.</a:t>
            </a:r>
          </a:p>
          <a:p xmlns:a="http://schemas.openxmlformats.org/drawingml/2006/main">
            <a:r>
              <a:t>Fuente: CSV originales de Data_Movies.zip, catálogo limpio y modelo Power BI del proyecto. Las imágenes de Power BI son capturas reales de Desktop. Los gráficos propios indican su muestra.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segundos. La fortaleza es compartir datos y reglas y contrastar resultados entre herramientas. La principal limitación es describir catálogo sin consumo y con solo veintidós por ciento de cobertura financiera. Por eso completo costos y consumo antes de usar los candidatos para invertir. También necesito clasificación etaria para ese filtro y revisar taxonomías y valores extremos. Estas mejoras responden a problemas detectados en los datos.</a:t>
            </a:r>
          </a:p>
          <a:p xmlns:a="http://schemas.openxmlformats.org/drawingml/2006/main">
            <a:r>
              <a:t>Fuente: CSV originales de Data_Movies.zip, catálogo limpio y modelo Power BI del proyecto. Las imágenes de Power BI son capturas reales de Desktop. Los gráficos propios indican su muestra.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segundos. Las PR uno y dos ya están integradas en main. Esta nueva corrección utiliza una rama separada con commits de cambios reales y una nueva PR hacia main. El enlace consta en el paquete. No presento estos commits como trabajo histórico del semestre. Se adjuntan catorce pruebas aprobadas, cincuenta y dos consultas y once indicadores contrastados. Las capturas de Desktop prueban la interfaz.</a:t>
            </a:r>
          </a:p>
          <a:p xmlns:a="http://schemas.openxmlformats.org/drawingml/2006/main">
            <a:r>
              <a:t>Fuente: CSV originales de Data_Movies.zip, catálogo limpio y modelo Power BI del proyecto. Las imágenes de Power BI son capturas reales de Desktop. Los gráficos propios indican su muestra.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segundos. Primero describí el catálogo, después comparé candidatos y finalmente comprobé los resultados. Recomiendo evaluar los géneros y territorios señalados y verificar los casos de bajo presupuesto. Los datos permiten proponer candidatos y la decisión de inversión requiere consumo y costos de licencia. La demostración reproduce las cifras y reconoce lo que falta.</a:t>
            </a:r>
          </a:p>
          <a:p xmlns:a="http://schemas.openxmlformats.org/drawingml/2006/main">
            <a:r>
              <a:t>Fuente: CSV originales de Data_Movies.zip, catálogo limpio y modelo Power BI del proyecto. Las imágenes de Power BI son capturas reales de Desktop. Los gráficos propios indican su muestra.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b2a840a8f6343e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f2d26bcc5dd42c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c3de27b2c2b43d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5ba0ec63fa848c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b19a1bd4dba4b8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6af8cca425f41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AEA450-D6B0-486F-8C65-586E35CBA7A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38CBB13-8539-418F-88EE-6F4663DB3C1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29B863C-6742-46D5-A1F7-A177A191977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CF7755-281A-4262-92A9-CDFF7F07804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1373AE6-5673-440D-81FF-3D3255CE407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E0BCDA8-8C10-41EA-A03D-3917C3EE362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61AF313-9FDC-4BE0-A77A-8B9C0587E0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831926E-9B49-4B8A-849E-8061D450ECE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24A730-3542-4F4A-B2F3-3682977D67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C66C83-E8DD-4767-8E1B-BB71642DDED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b3808899354e6a" /><Relationship Type="http://schemas.openxmlformats.org/officeDocument/2006/relationships/slideLayout" Target="/ppt/slideLayouts/slideLayout1.xml" Id="R06bf24c6ec8a4655" /><Relationship Type="http://schemas.openxmlformats.org/officeDocument/2006/relationships/slideLayout" Target="/ppt/slideLayouts/slideLayout2.xml" Id="Rd000646ee76a48a0" /><Relationship Type="http://schemas.openxmlformats.org/officeDocument/2006/relationships/slideLayout" Target="/ppt/slideLayouts/slideLayout3.xml" Id="R263588fe9bdb418a" /><Relationship Type="http://schemas.openxmlformats.org/officeDocument/2006/relationships/slideLayout" Target="/ppt/slideLayouts/slideLayout4.xml" Id="R4c1ea0562e1a4d4d" /><Relationship Type="http://schemas.openxmlformats.org/officeDocument/2006/relationships/slideLayout" Target="/ppt/slideLayouts/slideLayout5.xml" Id="R1550315c3f0546b0" /><Relationship Type="http://schemas.openxmlformats.org/officeDocument/2006/relationships/slideLayout" Target="/ppt/slideLayouts/slideLayout6.xml" Id="R834d17d02b3c4b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bf24c6ec8a4655"/>
    <p:sldLayoutId xmlns:r="http://schemas.openxmlformats.org/officeDocument/2006/relationships" id="2147483650" r:id="Rd000646ee76a48a0"/>
    <p:sldLayoutId xmlns:r="http://schemas.openxmlformats.org/officeDocument/2006/relationships" id="2147483651" r:id="R263588fe9bdb418a"/>
    <p:sldLayoutId xmlns:r="http://schemas.openxmlformats.org/officeDocument/2006/relationships" id="2147483652" r:id="R4c1ea0562e1a4d4d"/>
    <p:sldLayoutId xmlns:r="http://schemas.openxmlformats.org/officeDocument/2006/relationships" id="2147483653" r:id="R1550315c3f0546b0"/>
    <p:sldLayoutId xmlns:r="http://schemas.openxmlformats.org/officeDocument/2006/relationships" id="2147483654" r:id="R834d17d02b3c4b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3018b3f9e514950" /><Relationship Type="http://schemas.openxmlformats.org/officeDocument/2006/relationships/notesSlide" Target="/ppt/notesSlides/notesSlide1.xml" Id="Rac2bd36b9cae49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14ded26d66f41e1" /><Relationship Type="http://schemas.openxmlformats.org/officeDocument/2006/relationships/notesSlide" Target="/ppt/notesSlides/notesSlide2.xml" Id="R6508b65f5e7940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89ddfd6af9843e9" /><Relationship Type="http://schemas.openxmlformats.org/officeDocument/2006/relationships/notesSlide" Target="/ppt/notesSlides/notesSlide3.xml" Id="Rce90cc11ce754a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2752ae5faac4c89" /><Relationship Type="http://schemas.openxmlformats.org/officeDocument/2006/relationships/notesSlide" Target="/ppt/notesSlides/notesSlide4.xml" Id="Rf22ceb2690a941d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a03131202c34cb7" /><Relationship Type="http://schemas.openxmlformats.org/officeDocument/2006/relationships/image" Target="/ppt/media/image.jpeg" Id="Rf9e0404964eb4080" /><Relationship Type="http://schemas.openxmlformats.org/officeDocument/2006/relationships/notesSlide" Target="/ppt/notesSlides/notesSlide5.xml" Id="Rc2ef2d467c0148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ad3583b29a64798" /><Relationship Type="http://schemas.openxmlformats.org/officeDocument/2006/relationships/image" Target="/ppt/media/image.png" Id="R411d69995d164916" /><Relationship Type="http://schemas.openxmlformats.org/officeDocument/2006/relationships/notesSlide" Target="/ppt/notesSlides/notesSlide6.xml" Id="Rdaadf5e5e4034f0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550f0399ff34cde" /><Relationship Type="http://schemas.openxmlformats.org/officeDocument/2006/relationships/image" Target="/ppt/media/image2.png" Id="R213040f32f864abb" /><Relationship Type="http://schemas.openxmlformats.org/officeDocument/2006/relationships/notesSlide" Target="/ppt/notesSlides/notesSlide7.xml" Id="Rda8e2a14b2bf49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b3c906b89c2402c" /><Relationship Type="http://schemas.openxmlformats.org/officeDocument/2006/relationships/image" Target="/ppt/media/image3.png" Id="Rdda4dcb8b5e548a3" /><Relationship Type="http://schemas.openxmlformats.org/officeDocument/2006/relationships/notesSlide" Target="/ppt/notesSlides/notesSlide8.xml" Id="R7358a66af554413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65b77f4edfd4b6d" /><Relationship Type="http://schemas.openxmlformats.org/officeDocument/2006/relationships/image" Target="/ppt/media/image4.png" Id="Rb24126d05c104aca" /><Relationship Type="http://schemas.openxmlformats.org/officeDocument/2006/relationships/notesSlide" Target="/ppt/notesSlides/notesSlide9.xml" Id="R086ec84924a146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ee717233c454f28" /><Relationship Type="http://schemas.openxmlformats.org/officeDocument/2006/relationships/chart" Target="/ppt/slides/charts/chart1.xml" Id="Rba09f5048bd740e6" /><Relationship Type="http://schemas.openxmlformats.org/officeDocument/2006/relationships/notesSlide" Target="/ppt/notesSlides/notesSlide10.xml" Id="R45b6142ccb5f411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83ff5d2f5684bf7" /><Relationship Type="http://schemas.openxmlformats.org/officeDocument/2006/relationships/notesSlide" Target="/ppt/notesSlides/notesSlide11.xml" Id="R5ab9cd9306294e0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7925b7182cd45d9" /><Relationship Type="http://schemas.openxmlformats.org/officeDocument/2006/relationships/image" Target="/ppt/media/image5.png" Id="Rf11a1723d3534142" /><Relationship Type="http://schemas.openxmlformats.org/officeDocument/2006/relationships/notesSlide" Target="/ppt/notesSlides/notesSlide12.xml" Id="R0f9a11a60d61443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8cea28612c8448e" /><Relationship Type="http://schemas.openxmlformats.org/officeDocument/2006/relationships/notesSlide" Target="/ppt/notesSlides/notesSlide13.xml" Id="R1e3096081fd4484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dae297ae929440f" /><Relationship Type="http://schemas.openxmlformats.org/officeDocument/2006/relationships/notesSlide" Target="/ppt/notesSlides/notesSlide14.xml" Id="Rb2ad48a2dc2c452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b1569aa676f4cfc" /><Relationship Type="http://schemas.openxmlformats.org/officeDocument/2006/relationships/notesSlide" Target="/ppt/notesSlides/notesSlide15.xml" Id="Rd46be2015b9e45a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Calificación</c:v>
          </c:tx>
          <c:spPr>
            <a:solidFill xmlns:a="http://schemas.openxmlformats.org/drawingml/2006/main">
              <a:srgbClr val="1F4E79"/>
            </a:solidFill>
          </c:spPr>
          <c:invertIfNegative val="0"/>
          <c:cat>
            <c:strRef>
              <c:f>'Chart Data'!$A$2:$A$3</c:f>
              <c:strCache>
                <c:ptCount val="2"/>
                <c:pt idx="0">
                  <c:v>Documentary</c:v>
                </c:pt>
                <c:pt idx="1">
                  <c:v>Animation</c:v>
                </c:pt>
              </c:strCache>
            </c:strRef>
          </c:cat>
          <c:val>
            <c:numRef>
              <c:f>'Chart Data'!$B$2:$B$3</c:f>
              <c:numCache>
                <c:formatCode>General</c:formatCode>
                <c:ptCount val="2"/>
                <c:pt idx="0">
                  <c:v>7.26</c:v>
                </c:pt>
                <c:pt idx="1">
                  <c:v>7.29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10"/>
          <c:min val="0"/>
        </c:scaling>
        <c:delete val="0"/>
        <c:axPos val="b"/>
        <c:majorGridlines>
          <c:spPr>
            <a:ln xmlns:a="http://schemas.openxmlformats.org/drawingml/2006/main" w="9525">
              <a:solidFill>
                <a:srgbClr val="E5EBF0"/>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majorUnit val="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B4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AD4958C-CB6F-4266-9D60-F65CC3E738BC}"/>
              </a:ext>
            </a:extLst>
          </p:cNvPr>
          <p:cNvSpPr>
            <a:spLocks xmlns:a="http://schemas.openxmlformats.org/drawingml/2006/main" noGrp="1"/>
          </p:cNvSpPr>
          <p:nvPr/>
        </p:nvSpPr>
        <p:spPr>
          <a:xfrm xmlns:a="http://schemas.openxmlformats.org/drawingml/2006/main">
            <a:off x="523875" y="304800"/>
            <a:ext cx="1114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FFFFFF"/>
                </a:solidFill>
                <a:latin typeface="Arial"/>
                <a:ea typeface="Arial"/>
                <a:cs typeface="Arial"/>
              </a:defRPr>
            </a:defPPr>
            <a:lvl1pPr>
              <a:defRPr sz="3000" b="1">
                <a:solidFill>
                  <a:srgbClr val="FFFFFF"/>
                </a:solidFill>
                <a:latin typeface="Arial"/>
                <a:ea typeface="Arial"/>
                <a:cs typeface="Arial"/>
              </a:defRPr>
            </a:lvl1pPr>
            <a:lvl2pPr>
              <a:defRPr sz="3000" b="1">
                <a:solidFill>
                  <a:srgbClr val="FFFFFF"/>
                </a:solidFill>
                <a:latin typeface="Arial"/>
                <a:ea typeface="Arial"/>
                <a:cs typeface="Arial"/>
              </a:defRPr>
            </a:lvl2pPr>
            <a:lvl3pPr>
              <a:defRPr sz="3000" b="1">
                <a:solidFill>
                  <a:srgbClr val="FFFFFF"/>
                </a:solidFill>
                <a:latin typeface="Arial"/>
                <a:ea typeface="Arial"/>
                <a:cs typeface="Arial"/>
              </a:defRPr>
            </a:lvl3pPr>
            <a:lvl4pPr>
              <a:defRPr sz="3000" b="1">
                <a:solidFill>
                  <a:srgbClr val="FFFFFF"/>
                </a:solidFill>
                <a:latin typeface="Arial"/>
                <a:ea typeface="Arial"/>
                <a:cs typeface="Arial"/>
              </a:defRPr>
            </a:lvl4pPr>
            <a:lvl5pPr>
              <a:defRPr sz="3000" b="1">
                <a:solidFill>
                  <a:srgbClr val="FFFFFF"/>
                </a:solidFill>
                <a:latin typeface="Arial"/>
                <a:ea typeface="Arial"/>
                <a:cs typeface="Arial"/>
              </a:defRPr>
            </a:lvl5pPr>
            <a:lvl6pPr>
              <a:defRPr sz="3000" b="1">
                <a:solidFill>
                  <a:srgbClr val="FFFFFF"/>
                </a:solidFill>
                <a:latin typeface="Arial"/>
                <a:ea typeface="Arial"/>
                <a:cs typeface="Arial"/>
              </a:defRPr>
            </a:lvl6pPr>
            <a:lvl7pPr>
              <a:defRPr sz="3000" b="1">
                <a:solidFill>
                  <a:srgbClr val="FFFFFF"/>
                </a:solidFill>
                <a:latin typeface="Arial"/>
                <a:ea typeface="Arial"/>
                <a:cs typeface="Arial"/>
              </a:defRPr>
            </a:lvl7pPr>
            <a:lvl8pPr>
              <a:defRPr sz="3000" b="1">
                <a:solidFill>
                  <a:srgbClr val="FFFFFF"/>
                </a:solidFill>
                <a:latin typeface="Arial"/>
                <a:ea typeface="Arial"/>
                <a:cs typeface="Arial"/>
              </a:defRPr>
            </a:lvl8pPr>
            <a:lvl9pPr>
              <a:defRPr sz="3000" b="1">
                <a:solidFill>
                  <a:srgbClr val="FFFFFF"/>
                </a:solidFill>
                <a:latin typeface="Arial"/>
                <a:ea typeface="Arial"/>
                <a:cs typeface="Arial"/>
              </a:defRPr>
            </a:lvl9pPr>
          </a:lstStyle>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StreamView Analytics</a:t>
            </a:r>
          </a:p>
        </p:txBody>
      </p:sp>
      <p:sp>
        <p:nvSpPr>
          <p:cNvPr id="2" name="">
            <a:extLst xmlns:a="http://schemas.openxmlformats.org/drawingml/2006/main">
              <a:ext uri="{FF2B5EF4-FFF2-40B4-BE49-F238E27FC236}">
                <a16:creationId xmlns:a16="http://schemas.microsoft.com/office/drawing/2014/main" id="{19666C7B-0CEB-4AF9-9486-1BE2F8BD5609}"/>
              </a:ext>
            </a:extLst>
          </p:cNvPr>
          <p:cNvSpPr>
            <a:spLocks xmlns:a="http://schemas.openxmlformats.org/drawingml/2006/main" noGrp="1"/>
          </p:cNvSpPr>
          <p:nvPr/>
        </p:nvSpPr>
        <p:spPr>
          <a:xfrm xmlns:a="http://schemas.openxmlformats.org/drawingml/2006/main">
            <a:off x="11382375"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C8DAE8"/>
                </a:solidFill>
                <a:latin typeface="Arial"/>
                <a:ea typeface="Arial"/>
                <a:cs typeface="Arial"/>
              </a:defRPr>
            </a:defPPr>
            <a:lvl1pPr>
              <a:defRPr sz="1200" b="0">
                <a:solidFill>
                  <a:srgbClr val="C8DAE8"/>
                </a:solidFill>
                <a:latin typeface="Arial"/>
                <a:ea typeface="Arial"/>
                <a:cs typeface="Arial"/>
              </a:defRPr>
            </a:lvl1pPr>
            <a:lvl2pPr>
              <a:defRPr sz="1200" b="0">
                <a:solidFill>
                  <a:srgbClr val="C8DAE8"/>
                </a:solidFill>
                <a:latin typeface="Arial"/>
                <a:ea typeface="Arial"/>
                <a:cs typeface="Arial"/>
              </a:defRPr>
            </a:lvl2pPr>
            <a:lvl3pPr>
              <a:defRPr sz="1200" b="0">
                <a:solidFill>
                  <a:srgbClr val="C8DAE8"/>
                </a:solidFill>
                <a:latin typeface="Arial"/>
                <a:ea typeface="Arial"/>
                <a:cs typeface="Arial"/>
              </a:defRPr>
            </a:lvl3pPr>
            <a:lvl4pPr>
              <a:defRPr sz="1200" b="0">
                <a:solidFill>
                  <a:srgbClr val="C8DAE8"/>
                </a:solidFill>
                <a:latin typeface="Arial"/>
                <a:ea typeface="Arial"/>
                <a:cs typeface="Arial"/>
              </a:defRPr>
            </a:lvl4pPr>
            <a:lvl5pPr>
              <a:defRPr sz="1200" b="0">
                <a:solidFill>
                  <a:srgbClr val="C8DAE8"/>
                </a:solidFill>
                <a:latin typeface="Arial"/>
                <a:ea typeface="Arial"/>
                <a:cs typeface="Arial"/>
              </a:defRPr>
            </a:lvl5pPr>
            <a:lvl6pPr>
              <a:defRPr sz="1200" b="0">
                <a:solidFill>
                  <a:srgbClr val="C8DAE8"/>
                </a:solidFill>
                <a:latin typeface="Arial"/>
                <a:ea typeface="Arial"/>
                <a:cs typeface="Arial"/>
              </a:defRPr>
            </a:lvl6pPr>
            <a:lvl7pPr>
              <a:defRPr sz="1200" b="0">
                <a:solidFill>
                  <a:srgbClr val="C8DAE8"/>
                </a:solidFill>
                <a:latin typeface="Arial"/>
                <a:ea typeface="Arial"/>
                <a:cs typeface="Arial"/>
              </a:defRPr>
            </a:lvl7pPr>
            <a:lvl8pPr>
              <a:defRPr sz="1200" b="0">
                <a:solidFill>
                  <a:srgbClr val="C8DAE8"/>
                </a:solidFill>
                <a:latin typeface="Arial"/>
                <a:ea typeface="Arial"/>
                <a:cs typeface="Arial"/>
              </a:defRPr>
            </a:lvl8pPr>
            <a:lvl9pPr>
              <a:defRPr sz="1200" b="0">
                <a:solidFill>
                  <a:srgbClr val="C8DAE8"/>
                </a:solidFill>
                <a:latin typeface="Arial"/>
                <a:ea typeface="Arial"/>
                <a:cs typeface="Arial"/>
              </a:defRPr>
            </a:lvl9pPr>
          </a:lstStyle>
          <a:p xmlns:a="http://schemas.openxmlformats.org/drawingml/2006/main">
            <a:pPr>
              <a:defRPr sz="1200" b="0">
                <a:solidFill>
                  <a:srgbClr val="C8DAE8"/>
                </a:solidFill>
                <a:latin typeface="Arial"/>
                <a:ea typeface="Arial"/>
                <a:cs typeface="Arial"/>
              </a:defRPr>
            </a:pPr>
            <a:r>
              <a:rPr sz="1200" b="0">
                <a:solidFill>
                  <a:srgbClr val="C8DAE8"/>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54F6CE3B-18EA-461B-B38D-B8D639D853C5}"/>
              </a:ext>
            </a:extLst>
          </p:cNvPr>
          <p:cNvSpPr>
            <a:spLocks xmlns:a="http://schemas.openxmlformats.org/drawingml/2006/main" noGrp="1"/>
          </p:cNvSpPr>
          <p:nvPr/>
        </p:nvSpPr>
        <p:spPr>
          <a:xfrm xmlns:a="http://schemas.openxmlformats.org/drawingml/2006/main">
            <a:off x="619125" y="1952625"/>
            <a:ext cx="1076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75" b="1">
                <a:solidFill>
                  <a:srgbClr val="FFFFFF"/>
                </a:solidFill>
                <a:latin typeface="Arial"/>
                <a:ea typeface="Arial"/>
                <a:cs typeface="Arial"/>
              </a:defRPr>
            </a:defPPr>
            <a:lvl1pPr>
              <a:defRPr sz="4275" b="1">
                <a:solidFill>
                  <a:srgbClr val="FFFFFF"/>
                </a:solidFill>
                <a:latin typeface="Arial"/>
                <a:ea typeface="Arial"/>
                <a:cs typeface="Arial"/>
              </a:defRPr>
            </a:lvl1pPr>
            <a:lvl2pPr>
              <a:defRPr sz="4275" b="1">
                <a:solidFill>
                  <a:srgbClr val="FFFFFF"/>
                </a:solidFill>
                <a:latin typeface="Arial"/>
                <a:ea typeface="Arial"/>
                <a:cs typeface="Arial"/>
              </a:defRPr>
            </a:lvl2pPr>
            <a:lvl3pPr>
              <a:defRPr sz="4275" b="1">
                <a:solidFill>
                  <a:srgbClr val="FFFFFF"/>
                </a:solidFill>
                <a:latin typeface="Arial"/>
                <a:ea typeface="Arial"/>
                <a:cs typeface="Arial"/>
              </a:defRPr>
            </a:lvl3pPr>
            <a:lvl4pPr>
              <a:defRPr sz="4275" b="1">
                <a:solidFill>
                  <a:srgbClr val="FFFFFF"/>
                </a:solidFill>
                <a:latin typeface="Arial"/>
                <a:ea typeface="Arial"/>
                <a:cs typeface="Arial"/>
              </a:defRPr>
            </a:lvl4pPr>
            <a:lvl5pPr>
              <a:defRPr sz="4275" b="1">
                <a:solidFill>
                  <a:srgbClr val="FFFFFF"/>
                </a:solidFill>
                <a:latin typeface="Arial"/>
                <a:ea typeface="Arial"/>
                <a:cs typeface="Arial"/>
              </a:defRPr>
            </a:lvl5pPr>
            <a:lvl6pPr>
              <a:defRPr sz="4275" b="1">
                <a:solidFill>
                  <a:srgbClr val="FFFFFF"/>
                </a:solidFill>
                <a:latin typeface="Arial"/>
                <a:ea typeface="Arial"/>
                <a:cs typeface="Arial"/>
              </a:defRPr>
            </a:lvl6pPr>
            <a:lvl7pPr>
              <a:defRPr sz="4275" b="1">
                <a:solidFill>
                  <a:srgbClr val="FFFFFF"/>
                </a:solidFill>
                <a:latin typeface="Arial"/>
                <a:ea typeface="Arial"/>
                <a:cs typeface="Arial"/>
              </a:defRPr>
            </a:lvl7pPr>
            <a:lvl8pPr>
              <a:defRPr sz="4275" b="1">
                <a:solidFill>
                  <a:srgbClr val="FFFFFF"/>
                </a:solidFill>
                <a:latin typeface="Arial"/>
                <a:ea typeface="Arial"/>
                <a:cs typeface="Arial"/>
              </a:defRPr>
            </a:lvl8pPr>
            <a:lvl9pPr>
              <a:defRPr sz="4275" b="1">
                <a:solidFill>
                  <a:srgbClr val="FFFFFF"/>
                </a:solidFill>
                <a:latin typeface="Arial"/>
                <a:ea typeface="Arial"/>
                <a:cs typeface="Arial"/>
              </a:defRPr>
            </a:lvl9pPr>
          </a:lstStyle>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¿En qué contenidos</a:t>
            </a:r>
          </a:p>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conviene profundizar?</a:t>
            </a:r>
          </a:p>
        </p:txBody>
      </p:sp>
      <p:sp>
        <p:nvSpPr>
          <p:cNvPr id="4" name="">
            <a:extLst xmlns:a="http://schemas.openxmlformats.org/drawingml/2006/main">
              <a:ext uri="{FF2B5EF4-FFF2-40B4-BE49-F238E27FC236}">
                <a16:creationId xmlns:a16="http://schemas.microsoft.com/office/drawing/2014/main" id="{153E3772-1A81-4B5A-8C83-925ED8B2EAB8}"/>
              </a:ext>
            </a:extLst>
          </p:cNvPr>
          <p:cNvSpPr>
            <a:spLocks xmlns:a="http://schemas.openxmlformats.org/drawingml/2006/main" noGrp="1"/>
          </p:cNvSpPr>
          <p:nvPr/>
        </p:nvSpPr>
        <p:spPr>
          <a:xfrm xmlns:a="http://schemas.openxmlformats.org/drawingml/2006/main">
            <a:off x="619125" y="409575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D7E5F0"/>
                </a:solidFill>
                <a:latin typeface="Arial"/>
                <a:ea typeface="Arial"/>
                <a:cs typeface="Arial"/>
              </a:defRPr>
            </a:defPPr>
            <a:lvl1pPr>
              <a:defRPr sz="2400" b="0">
                <a:solidFill>
                  <a:srgbClr val="D7E5F0"/>
                </a:solidFill>
                <a:latin typeface="Arial"/>
                <a:ea typeface="Arial"/>
                <a:cs typeface="Arial"/>
              </a:defRPr>
            </a:lvl1pPr>
            <a:lvl2pPr>
              <a:defRPr sz="2400" b="0">
                <a:solidFill>
                  <a:srgbClr val="D7E5F0"/>
                </a:solidFill>
                <a:latin typeface="Arial"/>
                <a:ea typeface="Arial"/>
                <a:cs typeface="Arial"/>
              </a:defRPr>
            </a:lvl2pPr>
            <a:lvl3pPr>
              <a:defRPr sz="2400" b="0">
                <a:solidFill>
                  <a:srgbClr val="D7E5F0"/>
                </a:solidFill>
                <a:latin typeface="Arial"/>
                <a:ea typeface="Arial"/>
                <a:cs typeface="Arial"/>
              </a:defRPr>
            </a:lvl3pPr>
            <a:lvl4pPr>
              <a:defRPr sz="2400" b="0">
                <a:solidFill>
                  <a:srgbClr val="D7E5F0"/>
                </a:solidFill>
                <a:latin typeface="Arial"/>
                <a:ea typeface="Arial"/>
                <a:cs typeface="Arial"/>
              </a:defRPr>
            </a:lvl4pPr>
            <a:lvl5pPr>
              <a:defRPr sz="2400" b="0">
                <a:solidFill>
                  <a:srgbClr val="D7E5F0"/>
                </a:solidFill>
                <a:latin typeface="Arial"/>
                <a:ea typeface="Arial"/>
                <a:cs typeface="Arial"/>
              </a:defRPr>
            </a:lvl5pPr>
            <a:lvl6pPr>
              <a:defRPr sz="2400" b="0">
                <a:solidFill>
                  <a:srgbClr val="D7E5F0"/>
                </a:solidFill>
                <a:latin typeface="Arial"/>
                <a:ea typeface="Arial"/>
                <a:cs typeface="Arial"/>
              </a:defRPr>
            </a:lvl6pPr>
            <a:lvl7pPr>
              <a:defRPr sz="2400" b="0">
                <a:solidFill>
                  <a:srgbClr val="D7E5F0"/>
                </a:solidFill>
                <a:latin typeface="Arial"/>
                <a:ea typeface="Arial"/>
                <a:cs typeface="Arial"/>
              </a:defRPr>
            </a:lvl7pPr>
            <a:lvl8pPr>
              <a:defRPr sz="2400" b="0">
                <a:solidFill>
                  <a:srgbClr val="D7E5F0"/>
                </a:solidFill>
                <a:latin typeface="Arial"/>
                <a:ea typeface="Arial"/>
                <a:cs typeface="Arial"/>
              </a:defRPr>
            </a:lvl8pPr>
            <a:lvl9pPr>
              <a:defRPr sz="2400" b="0">
                <a:solidFill>
                  <a:srgbClr val="D7E5F0"/>
                </a:solidFill>
                <a:latin typeface="Arial"/>
                <a:ea typeface="Arial"/>
                <a:cs typeface="Arial"/>
              </a:defRPr>
            </a:lvl9pPr>
          </a:lstStyle>
          <a:p xmlns:a="http://schemas.openxmlformats.org/drawingml/2006/main">
            <a:pPr>
              <a:defRPr sz="2400" b="0">
                <a:solidFill>
                  <a:srgbClr val="D7E5F0"/>
                </a:solidFill>
                <a:latin typeface="Arial"/>
                <a:ea typeface="Arial"/>
                <a:cs typeface="Arial"/>
              </a:defRPr>
            </a:pPr>
            <a:r>
              <a:rPr sz="2400" b="0">
                <a:solidFill>
                  <a:srgbClr val="D7E5F0"/>
                </a:solidFill>
                <a:latin typeface="Arial"/>
                <a:ea typeface="Arial"/>
                <a:cs typeface="Arial"/>
              </a:rPr>
              <a:t>31.991 títulos para explorar con Python y Power BI</a:t>
            </a:r>
          </a:p>
        </p:txBody>
      </p:sp>
      <p:sp>
        <p:nvSpPr>
          <p:cNvPr id="5" name="">
            <a:extLst xmlns:a="http://schemas.openxmlformats.org/drawingml/2006/main">
              <a:ext uri="{FF2B5EF4-FFF2-40B4-BE49-F238E27FC236}">
                <a16:creationId xmlns:a16="http://schemas.microsoft.com/office/drawing/2014/main" id="{BD052F37-20E8-411C-98D5-9B8A7AD8E353}"/>
              </a:ext>
            </a:extLst>
          </p:cNvPr>
          <p:cNvSpPr>
            <a:spLocks xmlns:a="http://schemas.openxmlformats.org/drawingml/2006/main" noGrp="1"/>
          </p:cNvSpPr>
          <p:nvPr/>
        </p:nvSpPr>
        <p:spPr>
          <a:xfrm xmlns:a="http://schemas.openxmlformats.org/drawingml/2006/main">
            <a:off x="619125" y="557212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D7E5F0"/>
                </a:solidFill>
                <a:latin typeface="Arial"/>
                <a:ea typeface="Arial"/>
                <a:cs typeface="Arial"/>
              </a:defRPr>
            </a:defPPr>
            <a:lvl1pPr>
              <a:defRPr sz="1950" b="0">
                <a:solidFill>
                  <a:srgbClr val="D7E5F0"/>
                </a:solidFill>
                <a:latin typeface="Arial"/>
                <a:ea typeface="Arial"/>
                <a:cs typeface="Arial"/>
              </a:defRPr>
            </a:lvl1pPr>
            <a:lvl2pPr>
              <a:defRPr sz="1950" b="0">
                <a:solidFill>
                  <a:srgbClr val="D7E5F0"/>
                </a:solidFill>
                <a:latin typeface="Arial"/>
                <a:ea typeface="Arial"/>
                <a:cs typeface="Arial"/>
              </a:defRPr>
            </a:lvl2pPr>
            <a:lvl3pPr>
              <a:defRPr sz="1950" b="0">
                <a:solidFill>
                  <a:srgbClr val="D7E5F0"/>
                </a:solidFill>
                <a:latin typeface="Arial"/>
                <a:ea typeface="Arial"/>
                <a:cs typeface="Arial"/>
              </a:defRPr>
            </a:lvl3pPr>
            <a:lvl4pPr>
              <a:defRPr sz="1950" b="0">
                <a:solidFill>
                  <a:srgbClr val="D7E5F0"/>
                </a:solidFill>
                <a:latin typeface="Arial"/>
                <a:ea typeface="Arial"/>
                <a:cs typeface="Arial"/>
              </a:defRPr>
            </a:lvl4pPr>
            <a:lvl5pPr>
              <a:defRPr sz="1950" b="0">
                <a:solidFill>
                  <a:srgbClr val="D7E5F0"/>
                </a:solidFill>
                <a:latin typeface="Arial"/>
                <a:ea typeface="Arial"/>
                <a:cs typeface="Arial"/>
              </a:defRPr>
            </a:lvl5pPr>
            <a:lvl6pPr>
              <a:defRPr sz="1950" b="0">
                <a:solidFill>
                  <a:srgbClr val="D7E5F0"/>
                </a:solidFill>
                <a:latin typeface="Arial"/>
                <a:ea typeface="Arial"/>
                <a:cs typeface="Arial"/>
              </a:defRPr>
            </a:lvl6pPr>
            <a:lvl7pPr>
              <a:defRPr sz="1950" b="0">
                <a:solidFill>
                  <a:srgbClr val="D7E5F0"/>
                </a:solidFill>
                <a:latin typeface="Arial"/>
                <a:ea typeface="Arial"/>
                <a:cs typeface="Arial"/>
              </a:defRPr>
            </a:lvl7pPr>
            <a:lvl8pPr>
              <a:defRPr sz="1950" b="0">
                <a:solidFill>
                  <a:srgbClr val="D7E5F0"/>
                </a:solidFill>
                <a:latin typeface="Arial"/>
                <a:ea typeface="Arial"/>
                <a:cs typeface="Arial"/>
              </a:defRPr>
            </a:lvl8pPr>
            <a:lvl9pPr>
              <a:defRPr sz="1950" b="0">
                <a:solidFill>
                  <a:srgbClr val="D7E5F0"/>
                </a:solidFill>
                <a:latin typeface="Arial"/>
                <a:ea typeface="Arial"/>
                <a:cs typeface="Arial"/>
              </a:defRPr>
            </a:lvl9pPr>
          </a:lstStyle>
          <a:p xmlns:a="http://schemas.openxmlformats.org/drawingml/2006/main">
            <a:pPr>
              <a:defRPr sz="1950" b="0">
                <a:solidFill>
                  <a:srgbClr val="D7E5F0"/>
                </a:solidFill>
                <a:latin typeface="Arial"/>
                <a:ea typeface="Arial"/>
                <a:cs typeface="Arial"/>
              </a:defRPr>
            </a:pPr>
            <a:r>
              <a:rPr sz="1950" b="0">
                <a:solidFill>
                  <a:srgbClr val="D7E5F0"/>
                </a:solidFill>
                <a:latin typeface="Arial"/>
                <a:ea typeface="Arial"/>
                <a:cs typeface="Arial"/>
              </a:rPr>
              <a:t>Presenta: Vicente Zepeda Rojas</a:t>
            </a:r>
          </a:p>
        </p:txBody>
      </p:sp>
    </p:spTree>
    <p:extLst>
      <p:ext uri="{BB962C8B-B14F-4D97-AF65-F5344CB8AC3E}">
        <p14:creationId xmlns:p14="http://schemas.microsoft.com/office/powerpoint/2010/main" val="2167453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DBCC33B-8FAC-46F4-BD79-86EE06F3DA47}"/>
              </a:ext>
            </a:extLst>
          </p:cNvPr>
          <p:cNvSpPr>
            <a:spLocks xmlns:a="http://schemas.openxmlformats.org/drawingml/2006/main" noGrp="1"/>
          </p:cNvSpPr>
          <p:nvPr/>
        </p:nvSpPr>
        <p:spPr>
          <a:xfrm xmlns:a="http://schemas.openxmlformats.org/drawingml/2006/main">
            <a:off x="523875" y="304800"/>
            <a:ext cx="1114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F4E79"/>
                </a:solidFill>
                <a:latin typeface="Arial"/>
                <a:ea typeface="Arial"/>
                <a:cs typeface="Arial"/>
              </a:defRPr>
            </a:defPPr>
            <a:lvl1pPr>
              <a:defRPr sz="3000" b="1">
                <a:solidFill>
                  <a:srgbClr val="1F4E79"/>
                </a:solidFill>
                <a:latin typeface="Arial"/>
                <a:ea typeface="Arial"/>
                <a:cs typeface="Arial"/>
              </a:defRPr>
            </a:lvl1pPr>
            <a:lvl2pPr>
              <a:defRPr sz="3000" b="1">
                <a:solidFill>
                  <a:srgbClr val="1F4E79"/>
                </a:solidFill>
                <a:latin typeface="Arial"/>
                <a:ea typeface="Arial"/>
                <a:cs typeface="Arial"/>
              </a:defRPr>
            </a:lvl2pPr>
            <a:lvl3pPr>
              <a:defRPr sz="3000" b="1">
                <a:solidFill>
                  <a:srgbClr val="1F4E79"/>
                </a:solidFill>
                <a:latin typeface="Arial"/>
                <a:ea typeface="Arial"/>
                <a:cs typeface="Arial"/>
              </a:defRPr>
            </a:lvl3pPr>
            <a:lvl4pPr>
              <a:defRPr sz="3000" b="1">
                <a:solidFill>
                  <a:srgbClr val="1F4E79"/>
                </a:solidFill>
                <a:latin typeface="Arial"/>
                <a:ea typeface="Arial"/>
                <a:cs typeface="Arial"/>
              </a:defRPr>
            </a:lvl4pPr>
            <a:lvl5pPr>
              <a:defRPr sz="3000" b="1">
                <a:solidFill>
                  <a:srgbClr val="1F4E79"/>
                </a:solidFill>
                <a:latin typeface="Arial"/>
                <a:ea typeface="Arial"/>
                <a:cs typeface="Arial"/>
              </a:defRPr>
            </a:lvl5pPr>
            <a:lvl6pPr>
              <a:defRPr sz="3000" b="1">
                <a:solidFill>
                  <a:srgbClr val="1F4E79"/>
                </a:solidFill>
                <a:latin typeface="Arial"/>
                <a:ea typeface="Arial"/>
                <a:cs typeface="Arial"/>
              </a:defRPr>
            </a:lvl6pPr>
            <a:lvl7pPr>
              <a:defRPr sz="3000" b="1">
                <a:solidFill>
                  <a:srgbClr val="1F4E79"/>
                </a:solidFill>
                <a:latin typeface="Arial"/>
                <a:ea typeface="Arial"/>
                <a:cs typeface="Arial"/>
              </a:defRPr>
            </a:lvl7pPr>
            <a:lvl8pPr>
              <a:defRPr sz="3000" b="1">
                <a:solidFill>
                  <a:srgbClr val="1F4E79"/>
                </a:solidFill>
                <a:latin typeface="Arial"/>
                <a:ea typeface="Arial"/>
                <a:cs typeface="Arial"/>
              </a:defRPr>
            </a:lvl8pPr>
            <a:lvl9pPr>
              <a:defRPr sz="3000" b="1">
                <a:solidFill>
                  <a:srgbClr val="1F4E79"/>
                </a:solidFill>
                <a:latin typeface="Arial"/>
                <a:ea typeface="Arial"/>
                <a:cs typeface="Arial"/>
              </a:defRPr>
            </a:lvl9pPr>
          </a:lstStyle>
          <a:p xmlns:a="http://schemas.openxmlformats.org/drawingml/2006/main">
            <a:pPr>
              <a:defRPr sz="3000" b="1">
                <a:solidFill>
                  <a:srgbClr val="1F4E79"/>
                </a:solidFill>
                <a:latin typeface="Arial"/>
                <a:ea typeface="Arial"/>
                <a:cs typeface="Arial"/>
              </a:defRPr>
            </a:pPr>
            <a:r>
              <a:rPr sz="3000" b="1">
                <a:solidFill>
                  <a:srgbClr val="1F4E79"/>
                </a:solidFill>
                <a:latin typeface="Arial"/>
                <a:ea typeface="Arial"/>
                <a:cs typeface="Arial"/>
              </a:rPr>
              <a:t>El problema de negocio</a:t>
            </a:r>
          </a:p>
        </p:txBody>
      </p:sp>
      <p:sp>
        <p:nvSpPr>
          <p:cNvPr id="2" name="">
            <a:extLst xmlns:a="http://schemas.openxmlformats.org/drawingml/2006/main">
              <a:ext uri="{FF2B5EF4-FFF2-40B4-BE49-F238E27FC236}">
                <a16:creationId xmlns:a16="http://schemas.microsoft.com/office/drawing/2014/main" id="{86262FFE-8D2C-4F9B-B403-E6CD46D47418}"/>
              </a:ext>
            </a:extLst>
          </p:cNvPr>
          <p:cNvSpPr>
            <a:spLocks xmlns:a="http://schemas.openxmlformats.org/drawingml/2006/main" noGrp="1"/>
          </p:cNvSpPr>
          <p:nvPr/>
        </p:nvSpPr>
        <p:spPr>
          <a:xfrm xmlns:a="http://schemas.openxmlformats.org/drawingml/2006/main">
            <a:off x="11382375"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A"/>
                </a:solidFill>
                <a:latin typeface="Arial"/>
                <a:ea typeface="Arial"/>
                <a:cs typeface="Arial"/>
              </a:defRPr>
            </a:defPPr>
            <a:lvl1pPr>
              <a:defRPr sz="1200" b="0">
                <a:solidFill>
                  <a:srgbClr val="52677A"/>
                </a:solidFill>
                <a:latin typeface="Arial"/>
                <a:ea typeface="Arial"/>
                <a:cs typeface="Arial"/>
              </a:defRPr>
            </a:lvl1pPr>
            <a:lvl2pPr>
              <a:defRPr sz="1200" b="0">
                <a:solidFill>
                  <a:srgbClr val="52677A"/>
                </a:solidFill>
                <a:latin typeface="Arial"/>
                <a:ea typeface="Arial"/>
                <a:cs typeface="Arial"/>
              </a:defRPr>
            </a:lvl2pPr>
            <a:lvl3pPr>
              <a:defRPr sz="1200" b="0">
                <a:solidFill>
                  <a:srgbClr val="52677A"/>
                </a:solidFill>
                <a:latin typeface="Arial"/>
                <a:ea typeface="Arial"/>
                <a:cs typeface="Arial"/>
              </a:defRPr>
            </a:lvl3pPr>
            <a:lvl4pPr>
              <a:defRPr sz="1200" b="0">
                <a:solidFill>
                  <a:srgbClr val="52677A"/>
                </a:solidFill>
                <a:latin typeface="Arial"/>
                <a:ea typeface="Arial"/>
                <a:cs typeface="Arial"/>
              </a:defRPr>
            </a:lvl4pPr>
            <a:lvl5pPr>
              <a:defRPr sz="1200" b="0">
                <a:solidFill>
                  <a:srgbClr val="52677A"/>
                </a:solidFill>
                <a:latin typeface="Arial"/>
                <a:ea typeface="Arial"/>
                <a:cs typeface="Arial"/>
              </a:defRPr>
            </a:lvl5pPr>
            <a:lvl6pPr>
              <a:defRPr sz="1200" b="0">
                <a:solidFill>
                  <a:srgbClr val="52677A"/>
                </a:solidFill>
                <a:latin typeface="Arial"/>
                <a:ea typeface="Arial"/>
                <a:cs typeface="Arial"/>
              </a:defRPr>
            </a:lvl6pPr>
            <a:lvl7pPr>
              <a:defRPr sz="1200" b="0">
                <a:solidFill>
                  <a:srgbClr val="52677A"/>
                </a:solidFill>
                <a:latin typeface="Arial"/>
                <a:ea typeface="Arial"/>
                <a:cs typeface="Arial"/>
              </a:defRPr>
            </a:lvl7pPr>
            <a:lvl8pPr>
              <a:defRPr sz="1200" b="0">
                <a:solidFill>
                  <a:srgbClr val="52677A"/>
                </a:solidFill>
                <a:latin typeface="Arial"/>
                <a:ea typeface="Arial"/>
                <a:cs typeface="Arial"/>
              </a:defRPr>
            </a:lvl8pPr>
            <a:lvl9pPr>
              <a:defRPr sz="1200" b="0">
                <a:solidFill>
                  <a:srgbClr val="52677A"/>
                </a:solidFill>
                <a:latin typeface="Arial"/>
                <a:ea typeface="Arial"/>
                <a:cs typeface="Arial"/>
              </a:defRPr>
            </a:lvl9pPr>
          </a:lstStyle>
          <a:p xmlns:a="http://schemas.openxmlformats.org/drawingml/2006/main">
            <a:pPr>
              <a:defRPr sz="1200" b="0">
                <a:solidFill>
                  <a:srgbClr val="52677A"/>
                </a:solidFill>
                <a:latin typeface="Arial"/>
                <a:ea typeface="Arial"/>
                <a:cs typeface="Arial"/>
              </a:defRPr>
            </a:pPr>
            <a:r>
              <a:rPr sz="1200" b="0">
                <a:solidFill>
                  <a:srgbClr val="52677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BAF4F1A5-33C1-40FC-ACEF-160B72FC9112}"/>
              </a:ext>
            </a:extLst>
          </p:cNvPr>
          <p:cNvSpPr>
            <a:spLocks xmlns:a="http://schemas.openxmlformats.org/drawingml/2006/main" noGrp="1"/>
          </p:cNvSpPr>
          <p:nvPr/>
        </p:nvSpPr>
        <p:spPr>
          <a:xfrm xmlns:a="http://schemas.openxmlformats.org/drawingml/2006/main">
            <a:off x="619125" y="1381125"/>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1F4E79"/>
                </a:solidFill>
                <a:latin typeface="Arial"/>
                <a:ea typeface="Arial"/>
                <a:cs typeface="Arial"/>
              </a:defRPr>
            </a:defPPr>
            <a:lvl1pPr>
              <a:defRPr sz="2775" b="1">
                <a:solidFill>
                  <a:srgbClr val="1F4E79"/>
                </a:solidFill>
                <a:latin typeface="Arial"/>
                <a:ea typeface="Arial"/>
                <a:cs typeface="Arial"/>
              </a:defRPr>
            </a:lvl1pPr>
            <a:lvl2pPr>
              <a:defRPr sz="2775" b="1">
                <a:solidFill>
                  <a:srgbClr val="1F4E79"/>
                </a:solidFill>
                <a:latin typeface="Arial"/>
                <a:ea typeface="Arial"/>
                <a:cs typeface="Arial"/>
              </a:defRPr>
            </a:lvl2pPr>
            <a:lvl3pPr>
              <a:defRPr sz="2775" b="1">
                <a:solidFill>
                  <a:srgbClr val="1F4E79"/>
                </a:solidFill>
                <a:latin typeface="Arial"/>
                <a:ea typeface="Arial"/>
                <a:cs typeface="Arial"/>
              </a:defRPr>
            </a:lvl3pPr>
            <a:lvl4pPr>
              <a:defRPr sz="2775" b="1">
                <a:solidFill>
                  <a:srgbClr val="1F4E79"/>
                </a:solidFill>
                <a:latin typeface="Arial"/>
                <a:ea typeface="Arial"/>
                <a:cs typeface="Arial"/>
              </a:defRPr>
            </a:lvl4pPr>
            <a:lvl5pPr>
              <a:defRPr sz="2775" b="1">
                <a:solidFill>
                  <a:srgbClr val="1F4E79"/>
                </a:solidFill>
                <a:latin typeface="Arial"/>
                <a:ea typeface="Arial"/>
                <a:cs typeface="Arial"/>
              </a:defRPr>
            </a:lvl5pPr>
            <a:lvl6pPr>
              <a:defRPr sz="2775" b="1">
                <a:solidFill>
                  <a:srgbClr val="1F4E79"/>
                </a:solidFill>
                <a:latin typeface="Arial"/>
                <a:ea typeface="Arial"/>
                <a:cs typeface="Arial"/>
              </a:defRPr>
            </a:lvl6pPr>
            <a:lvl7pPr>
              <a:defRPr sz="2775" b="1">
                <a:solidFill>
                  <a:srgbClr val="1F4E79"/>
                </a:solidFill>
                <a:latin typeface="Arial"/>
                <a:ea typeface="Arial"/>
                <a:cs typeface="Arial"/>
              </a:defRPr>
            </a:lvl7pPr>
            <a:lvl8pPr>
              <a:defRPr sz="2775" b="1">
                <a:solidFill>
                  <a:srgbClr val="1F4E79"/>
                </a:solidFill>
                <a:latin typeface="Arial"/>
                <a:ea typeface="Arial"/>
                <a:cs typeface="Arial"/>
              </a:defRPr>
            </a:lvl8pPr>
            <a:lvl9pPr>
              <a:defRPr sz="2775" b="1">
                <a:solidFill>
                  <a:srgbClr val="1F4E79"/>
                </a:solidFill>
                <a:latin typeface="Arial"/>
                <a:ea typeface="Arial"/>
                <a:cs typeface="Arial"/>
              </a:defRPr>
            </a:lvl9pPr>
          </a:lstStyle>
          <a:p xmlns:a="http://schemas.openxmlformats.org/drawingml/2006/main">
            <a:pPr>
              <a:defRPr sz="2775" b="1">
                <a:solidFill>
                  <a:srgbClr val="1F4E79"/>
                </a:solidFill>
                <a:latin typeface="Arial"/>
                <a:ea typeface="Arial"/>
                <a:cs typeface="Arial"/>
              </a:defRPr>
            </a:pPr>
            <a:r>
              <a:rPr sz="2775" b="1">
                <a:solidFill>
                  <a:srgbClr val="1F4E79"/>
                </a:solidFill>
                <a:latin typeface="Arial"/>
                <a:ea typeface="Arial"/>
                <a:cs typeface="Arial"/>
              </a:rPr>
              <a:t>StreamView necesita comparar candidatos para invertir.</a:t>
            </a:r>
          </a:p>
        </p:txBody>
      </p:sp>
      <p:sp>
        <p:nvSpPr>
          <p:cNvPr id="4" name="">
            <a:extLst xmlns:a="http://schemas.openxmlformats.org/drawingml/2006/main">
              <a:ext uri="{FF2B5EF4-FFF2-40B4-BE49-F238E27FC236}">
                <a16:creationId xmlns:a16="http://schemas.microsoft.com/office/drawing/2014/main" id="{3FBA820C-FE10-4882-97BA-77DE18BF4F28}"/>
              </a:ext>
            </a:extLst>
          </p:cNvPr>
          <p:cNvSpPr>
            <a:spLocks xmlns:a="http://schemas.openxmlformats.org/drawingml/2006/main" noGrp="1"/>
          </p:cNvSpPr>
          <p:nvPr/>
        </p:nvSpPr>
        <p:spPr>
          <a:xfrm xmlns:a="http://schemas.openxmlformats.org/drawingml/2006/main">
            <a:off x="619125" y="27622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84A"/>
                </a:solidFill>
                <a:latin typeface="Arial"/>
                <a:ea typeface="Arial"/>
                <a:cs typeface="Arial"/>
              </a:defRPr>
            </a:defPPr>
            <a:lvl1pPr>
              <a:defRPr sz="2325" b="0">
                <a:solidFill>
                  <a:srgbClr val="26384A"/>
                </a:solidFill>
                <a:latin typeface="Arial"/>
                <a:ea typeface="Arial"/>
                <a:cs typeface="Arial"/>
              </a:defRPr>
            </a:lvl1pPr>
            <a:lvl2pPr>
              <a:defRPr sz="2325" b="0">
                <a:solidFill>
                  <a:srgbClr val="26384A"/>
                </a:solidFill>
                <a:latin typeface="Arial"/>
                <a:ea typeface="Arial"/>
                <a:cs typeface="Arial"/>
              </a:defRPr>
            </a:lvl2pPr>
            <a:lvl3pPr>
              <a:defRPr sz="2325" b="0">
                <a:solidFill>
                  <a:srgbClr val="26384A"/>
                </a:solidFill>
                <a:latin typeface="Arial"/>
                <a:ea typeface="Arial"/>
                <a:cs typeface="Arial"/>
              </a:defRPr>
            </a:lvl3pPr>
            <a:lvl4pPr>
              <a:defRPr sz="2325" b="0">
                <a:solidFill>
                  <a:srgbClr val="26384A"/>
                </a:solidFill>
                <a:latin typeface="Arial"/>
                <a:ea typeface="Arial"/>
                <a:cs typeface="Arial"/>
              </a:defRPr>
            </a:lvl4pPr>
            <a:lvl5pPr>
              <a:defRPr sz="2325" b="0">
                <a:solidFill>
                  <a:srgbClr val="26384A"/>
                </a:solidFill>
                <a:latin typeface="Arial"/>
                <a:ea typeface="Arial"/>
                <a:cs typeface="Arial"/>
              </a:defRPr>
            </a:lvl5pPr>
            <a:lvl6pPr>
              <a:defRPr sz="2325" b="0">
                <a:solidFill>
                  <a:srgbClr val="26384A"/>
                </a:solidFill>
                <a:latin typeface="Arial"/>
                <a:ea typeface="Arial"/>
                <a:cs typeface="Arial"/>
              </a:defRPr>
            </a:lvl6pPr>
            <a:lvl7pPr>
              <a:defRPr sz="2325" b="0">
                <a:solidFill>
                  <a:srgbClr val="26384A"/>
                </a:solidFill>
                <a:latin typeface="Arial"/>
                <a:ea typeface="Arial"/>
                <a:cs typeface="Arial"/>
              </a:defRPr>
            </a:lvl7pPr>
            <a:lvl8pPr>
              <a:defRPr sz="2325" b="0">
                <a:solidFill>
                  <a:srgbClr val="26384A"/>
                </a:solidFill>
                <a:latin typeface="Arial"/>
                <a:ea typeface="Arial"/>
                <a:cs typeface="Arial"/>
              </a:defRPr>
            </a:lvl8pPr>
            <a:lvl9pPr>
              <a:defRPr sz="2325" b="0">
                <a:solidFill>
                  <a:srgbClr val="26384A"/>
                </a:solidFill>
                <a:latin typeface="Arial"/>
                <a:ea typeface="Arial"/>
                <a:cs typeface="Arial"/>
              </a:defRPr>
            </a:lvl9pPr>
          </a:lstStyle>
          <a:p xmlns:a="http://schemas.openxmlformats.org/drawingml/2006/main">
            <a:pPr>
              <a:defRPr sz="2325" b="0">
                <a:solidFill>
                  <a:srgbClr val="26384A"/>
                </a:solidFill>
                <a:latin typeface="Arial"/>
                <a:ea typeface="Arial"/>
                <a:cs typeface="Arial"/>
              </a:defRPr>
            </a:pPr>
            <a:r>
              <a:rPr sz="2325" b="0">
                <a:solidFill>
                  <a:srgbClr val="26384A"/>
                </a:solidFill>
                <a:latin typeface="Arial"/>
                <a:ea typeface="Arial"/>
                <a:cs typeface="Arial"/>
              </a:rPr>
              <a:t>Dirección quiere entender el catálogo rápidamente.</a:t>
            </a:r>
          </a:p>
        </p:txBody>
      </p:sp>
      <p:sp>
        <p:nvSpPr>
          <p:cNvPr id="5" name="">
            <a:extLst xmlns:a="http://schemas.openxmlformats.org/drawingml/2006/main">
              <a:ext uri="{FF2B5EF4-FFF2-40B4-BE49-F238E27FC236}">
                <a16:creationId xmlns:a16="http://schemas.microsoft.com/office/drawing/2014/main" id="{4E68A9C0-461A-4AB5-B389-55F362D7F1D8}"/>
              </a:ext>
            </a:extLst>
          </p:cNvPr>
          <p:cNvSpPr>
            <a:spLocks xmlns:a="http://schemas.openxmlformats.org/drawingml/2006/main" noGrp="1"/>
          </p:cNvSpPr>
          <p:nvPr/>
        </p:nvSpPr>
        <p:spPr>
          <a:xfrm xmlns:a="http://schemas.openxmlformats.org/drawingml/2006/main">
            <a:off x="619125" y="37147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84A"/>
                </a:solidFill>
                <a:latin typeface="Arial"/>
                <a:ea typeface="Arial"/>
                <a:cs typeface="Arial"/>
              </a:defRPr>
            </a:defPPr>
            <a:lvl1pPr>
              <a:defRPr sz="2325" b="0">
                <a:solidFill>
                  <a:srgbClr val="26384A"/>
                </a:solidFill>
                <a:latin typeface="Arial"/>
                <a:ea typeface="Arial"/>
                <a:cs typeface="Arial"/>
              </a:defRPr>
            </a:lvl1pPr>
            <a:lvl2pPr>
              <a:defRPr sz="2325" b="0">
                <a:solidFill>
                  <a:srgbClr val="26384A"/>
                </a:solidFill>
                <a:latin typeface="Arial"/>
                <a:ea typeface="Arial"/>
                <a:cs typeface="Arial"/>
              </a:defRPr>
            </a:lvl2pPr>
            <a:lvl3pPr>
              <a:defRPr sz="2325" b="0">
                <a:solidFill>
                  <a:srgbClr val="26384A"/>
                </a:solidFill>
                <a:latin typeface="Arial"/>
                <a:ea typeface="Arial"/>
                <a:cs typeface="Arial"/>
              </a:defRPr>
            </a:lvl3pPr>
            <a:lvl4pPr>
              <a:defRPr sz="2325" b="0">
                <a:solidFill>
                  <a:srgbClr val="26384A"/>
                </a:solidFill>
                <a:latin typeface="Arial"/>
                <a:ea typeface="Arial"/>
                <a:cs typeface="Arial"/>
              </a:defRPr>
            </a:lvl4pPr>
            <a:lvl5pPr>
              <a:defRPr sz="2325" b="0">
                <a:solidFill>
                  <a:srgbClr val="26384A"/>
                </a:solidFill>
                <a:latin typeface="Arial"/>
                <a:ea typeface="Arial"/>
                <a:cs typeface="Arial"/>
              </a:defRPr>
            </a:lvl5pPr>
            <a:lvl6pPr>
              <a:defRPr sz="2325" b="0">
                <a:solidFill>
                  <a:srgbClr val="26384A"/>
                </a:solidFill>
                <a:latin typeface="Arial"/>
                <a:ea typeface="Arial"/>
                <a:cs typeface="Arial"/>
              </a:defRPr>
            </a:lvl6pPr>
            <a:lvl7pPr>
              <a:defRPr sz="2325" b="0">
                <a:solidFill>
                  <a:srgbClr val="26384A"/>
                </a:solidFill>
                <a:latin typeface="Arial"/>
                <a:ea typeface="Arial"/>
                <a:cs typeface="Arial"/>
              </a:defRPr>
            </a:lvl7pPr>
            <a:lvl8pPr>
              <a:defRPr sz="2325" b="0">
                <a:solidFill>
                  <a:srgbClr val="26384A"/>
                </a:solidFill>
                <a:latin typeface="Arial"/>
                <a:ea typeface="Arial"/>
                <a:cs typeface="Arial"/>
              </a:defRPr>
            </a:lvl8pPr>
            <a:lvl9pPr>
              <a:defRPr sz="2325" b="0">
                <a:solidFill>
                  <a:srgbClr val="26384A"/>
                </a:solidFill>
                <a:latin typeface="Arial"/>
                <a:ea typeface="Arial"/>
                <a:cs typeface="Arial"/>
              </a:defRPr>
            </a:lvl9pPr>
          </a:lstStyle>
          <a:p xmlns:a="http://schemas.openxmlformats.org/drawingml/2006/main">
            <a:pPr>
              <a:defRPr sz="2325" b="0">
                <a:solidFill>
                  <a:srgbClr val="26384A"/>
                </a:solidFill>
                <a:latin typeface="Arial"/>
                <a:ea typeface="Arial"/>
                <a:cs typeface="Arial"/>
              </a:defRPr>
            </a:pPr>
            <a:r>
              <a:rPr sz="2325" b="0">
                <a:solidFill>
                  <a:srgbClr val="26384A"/>
                </a:solidFill>
                <a:latin typeface="Arial"/>
                <a:ea typeface="Arial"/>
                <a:cs typeface="Arial"/>
              </a:rPr>
              <a:t>Contenidos necesita explorar valoraciones y finanzas.</a:t>
            </a:r>
          </a:p>
        </p:txBody>
      </p:sp>
      <p:sp>
        <p:nvSpPr>
          <p:cNvPr id="6" name="">
            <a:extLst xmlns:a="http://schemas.openxmlformats.org/drawingml/2006/main">
              <a:ext uri="{FF2B5EF4-FFF2-40B4-BE49-F238E27FC236}">
                <a16:creationId xmlns:a16="http://schemas.microsoft.com/office/drawing/2014/main" id="{334ECBBD-FF05-4610-B1CA-6218EB5039AA}"/>
              </a:ext>
            </a:extLst>
          </p:cNvPr>
          <p:cNvSpPr>
            <a:spLocks xmlns:a="http://schemas.openxmlformats.org/drawingml/2006/main" noGrp="1"/>
          </p:cNvSpPr>
          <p:nvPr/>
        </p:nvSpPr>
        <p:spPr>
          <a:xfrm xmlns:a="http://schemas.openxmlformats.org/drawingml/2006/main">
            <a:off x="619125" y="5095875"/>
            <a:ext cx="1085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CB721F"/>
                </a:solidFill>
                <a:latin typeface="Arial"/>
                <a:ea typeface="Arial"/>
                <a:cs typeface="Arial"/>
              </a:defRPr>
            </a:defPPr>
            <a:lvl1pPr>
              <a:defRPr sz="2325" b="1">
                <a:solidFill>
                  <a:srgbClr val="CB721F"/>
                </a:solidFill>
                <a:latin typeface="Arial"/>
                <a:ea typeface="Arial"/>
                <a:cs typeface="Arial"/>
              </a:defRPr>
            </a:lvl1pPr>
            <a:lvl2pPr>
              <a:defRPr sz="2325" b="1">
                <a:solidFill>
                  <a:srgbClr val="CB721F"/>
                </a:solidFill>
                <a:latin typeface="Arial"/>
                <a:ea typeface="Arial"/>
                <a:cs typeface="Arial"/>
              </a:defRPr>
            </a:lvl2pPr>
            <a:lvl3pPr>
              <a:defRPr sz="2325" b="1">
                <a:solidFill>
                  <a:srgbClr val="CB721F"/>
                </a:solidFill>
                <a:latin typeface="Arial"/>
                <a:ea typeface="Arial"/>
                <a:cs typeface="Arial"/>
              </a:defRPr>
            </a:lvl3pPr>
            <a:lvl4pPr>
              <a:defRPr sz="2325" b="1">
                <a:solidFill>
                  <a:srgbClr val="CB721F"/>
                </a:solidFill>
                <a:latin typeface="Arial"/>
                <a:ea typeface="Arial"/>
                <a:cs typeface="Arial"/>
              </a:defRPr>
            </a:lvl4pPr>
            <a:lvl5pPr>
              <a:defRPr sz="2325" b="1">
                <a:solidFill>
                  <a:srgbClr val="CB721F"/>
                </a:solidFill>
                <a:latin typeface="Arial"/>
                <a:ea typeface="Arial"/>
                <a:cs typeface="Arial"/>
              </a:defRPr>
            </a:lvl5pPr>
            <a:lvl6pPr>
              <a:defRPr sz="2325" b="1">
                <a:solidFill>
                  <a:srgbClr val="CB721F"/>
                </a:solidFill>
                <a:latin typeface="Arial"/>
                <a:ea typeface="Arial"/>
                <a:cs typeface="Arial"/>
              </a:defRPr>
            </a:lvl6pPr>
            <a:lvl7pPr>
              <a:defRPr sz="2325" b="1">
                <a:solidFill>
                  <a:srgbClr val="CB721F"/>
                </a:solidFill>
                <a:latin typeface="Arial"/>
                <a:ea typeface="Arial"/>
                <a:cs typeface="Arial"/>
              </a:defRPr>
            </a:lvl7pPr>
            <a:lvl8pPr>
              <a:defRPr sz="2325" b="1">
                <a:solidFill>
                  <a:srgbClr val="CB721F"/>
                </a:solidFill>
                <a:latin typeface="Arial"/>
                <a:ea typeface="Arial"/>
                <a:cs typeface="Arial"/>
              </a:defRPr>
            </a:lvl8pPr>
            <a:lvl9pPr>
              <a:defRPr sz="2325" b="1">
                <a:solidFill>
                  <a:srgbClr val="CB721F"/>
                </a:solidFill>
                <a:latin typeface="Arial"/>
                <a:ea typeface="Arial"/>
                <a:cs typeface="Arial"/>
              </a:defRPr>
            </a:lvl9pPr>
          </a:lstStyle>
          <a:p xmlns:a="http://schemas.openxmlformats.org/drawingml/2006/main">
            <a:pPr>
              <a:defRPr sz="2325" b="1">
                <a:solidFill>
                  <a:srgbClr val="CB721F"/>
                </a:solidFill>
                <a:latin typeface="Arial"/>
                <a:ea typeface="Arial"/>
                <a:cs typeface="Arial"/>
              </a:defRPr>
            </a:pPr>
            <a:r>
              <a:rPr sz="2325" b="1">
                <a:solidFill>
                  <a:srgbClr val="CB721F"/>
                </a:solidFill>
                <a:latin typeface="Arial"/>
                <a:ea typeface="Arial"/>
                <a:cs typeface="Arial"/>
              </a:rPr>
              <a:t>Objetivo: orientar una lista de candidatos</a:t>
            </a:r>
          </a:p>
          <a:p xmlns:a="http://schemas.openxmlformats.org/drawingml/2006/main">
            <a:pPr>
              <a:defRPr sz="2325" b="1">
                <a:solidFill>
                  <a:srgbClr val="CB721F"/>
                </a:solidFill>
                <a:latin typeface="Arial"/>
                <a:ea typeface="Arial"/>
                <a:cs typeface="Arial"/>
              </a:defRPr>
            </a:pPr>
            <a:r>
              <a:rPr sz="2325" b="1">
                <a:solidFill>
                  <a:srgbClr val="CB721F"/>
                </a:solidFill>
                <a:latin typeface="Arial"/>
                <a:ea typeface="Arial"/>
                <a:cs typeface="Arial"/>
              </a:rPr>
              <a:t>y mostrar qué evidencia todavía falta.</a:t>
            </a:r>
          </a:p>
        </p:txBody>
      </p:sp>
    </p:spTree>
    <p:extLst>
      <p:ext uri="{BB962C8B-B14F-4D97-AF65-F5344CB8AC3E}">
        <p14:creationId xmlns:p14="http://schemas.microsoft.com/office/powerpoint/2010/main" val="14668199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A24EFA-4C89-479F-85F5-48B010D583CC}"/>
              </a:ext>
            </a:extLst>
          </p:cNvPr>
          <p:cNvSpPr>
            <a:spLocks xmlns:a="http://schemas.openxmlformats.org/drawingml/2006/main" noGrp="1"/>
          </p:cNvSpPr>
          <p:nvPr/>
        </p:nvSpPr>
        <p:spPr>
          <a:xfrm xmlns:a="http://schemas.openxmlformats.org/drawingml/2006/main">
            <a:off x="523875" y="304800"/>
            <a:ext cx="1114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F4E79"/>
                </a:solidFill>
                <a:latin typeface="Arial"/>
                <a:ea typeface="Arial"/>
                <a:cs typeface="Arial"/>
              </a:defRPr>
            </a:defPPr>
            <a:lvl1pPr>
              <a:defRPr sz="3000" b="1">
                <a:solidFill>
                  <a:srgbClr val="1F4E79"/>
                </a:solidFill>
                <a:latin typeface="Arial"/>
                <a:ea typeface="Arial"/>
                <a:cs typeface="Arial"/>
              </a:defRPr>
            </a:lvl1pPr>
            <a:lvl2pPr>
              <a:defRPr sz="3000" b="1">
                <a:solidFill>
                  <a:srgbClr val="1F4E79"/>
                </a:solidFill>
                <a:latin typeface="Arial"/>
                <a:ea typeface="Arial"/>
                <a:cs typeface="Arial"/>
              </a:defRPr>
            </a:lvl2pPr>
            <a:lvl3pPr>
              <a:defRPr sz="3000" b="1">
                <a:solidFill>
                  <a:srgbClr val="1F4E79"/>
                </a:solidFill>
                <a:latin typeface="Arial"/>
                <a:ea typeface="Arial"/>
                <a:cs typeface="Arial"/>
              </a:defRPr>
            </a:lvl3pPr>
            <a:lvl4pPr>
              <a:defRPr sz="3000" b="1">
                <a:solidFill>
                  <a:srgbClr val="1F4E79"/>
                </a:solidFill>
                <a:latin typeface="Arial"/>
                <a:ea typeface="Arial"/>
                <a:cs typeface="Arial"/>
              </a:defRPr>
            </a:lvl4pPr>
            <a:lvl5pPr>
              <a:defRPr sz="3000" b="1">
                <a:solidFill>
                  <a:srgbClr val="1F4E79"/>
                </a:solidFill>
                <a:latin typeface="Arial"/>
                <a:ea typeface="Arial"/>
                <a:cs typeface="Arial"/>
              </a:defRPr>
            </a:lvl5pPr>
            <a:lvl6pPr>
              <a:defRPr sz="3000" b="1">
                <a:solidFill>
                  <a:srgbClr val="1F4E79"/>
                </a:solidFill>
                <a:latin typeface="Arial"/>
                <a:ea typeface="Arial"/>
                <a:cs typeface="Arial"/>
              </a:defRPr>
            </a:lvl6pPr>
            <a:lvl7pPr>
              <a:defRPr sz="3000" b="1">
                <a:solidFill>
                  <a:srgbClr val="1F4E79"/>
                </a:solidFill>
                <a:latin typeface="Arial"/>
                <a:ea typeface="Arial"/>
                <a:cs typeface="Arial"/>
              </a:defRPr>
            </a:lvl7pPr>
            <a:lvl8pPr>
              <a:defRPr sz="3000" b="1">
                <a:solidFill>
                  <a:srgbClr val="1F4E79"/>
                </a:solidFill>
                <a:latin typeface="Arial"/>
                <a:ea typeface="Arial"/>
                <a:cs typeface="Arial"/>
              </a:defRPr>
            </a:lvl8pPr>
            <a:lvl9pPr>
              <a:defRPr sz="3000" b="1">
                <a:solidFill>
                  <a:srgbClr val="1F4E79"/>
                </a:solidFill>
                <a:latin typeface="Arial"/>
                <a:ea typeface="Arial"/>
                <a:cs typeface="Arial"/>
              </a:defRPr>
            </a:lvl9pPr>
          </a:lstStyle>
          <a:p xmlns:a="http://schemas.openxmlformats.org/drawingml/2006/main">
            <a:pPr>
              <a:defRPr sz="3000" b="1">
                <a:solidFill>
                  <a:srgbClr val="1F4E79"/>
                </a:solidFill>
                <a:latin typeface="Arial"/>
                <a:ea typeface="Arial"/>
                <a:cs typeface="Arial"/>
              </a:defRPr>
            </a:pPr>
            <a:r>
              <a:rPr sz="3000" b="1">
                <a:solidFill>
                  <a:srgbClr val="1F4E79"/>
                </a:solidFill>
                <a:latin typeface="Arial"/>
                <a:ea typeface="Arial"/>
                <a:cs typeface="Arial"/>
              </a:rPr>
              <a:t>Dos audiencias y herramientas con propósito</a:t>
            </a:r>
          </a:p>
        </p:txBody>
      </p:sp>
      <p:sp>
        <p:nvSpPr>
          <p:cNvPr id="2" name="">
            <a:extLst xmlns:a="http://schemas.openxmlformats.org/drawingml/2006/main">
              <a:ext uri="{FF2B5EF4-FFF2-40B4-BE49-F238E27FC236}">
                <a16:creationId xmlns:a16="http://schemas.microsoft.com/office/drawing/2014/main" id="{4736FBCA-AF34-436C-8577-2534E86FE74F}"/>
              </a:ext>
            </a:extLst>
          </p:cNvPr>
          <p:cNvSpPr>
            <a:spLocks xmlns:a="http://schemas.openxmlformats.org/drawingml/2006/main" noGrp="1"/>
          </p:cNvSpPr>
          <p:nvPr/>
        </p:nvSpPr>
        <p:spPr>
          <a:xfrm xmlns:a="http://schemas.openxmlformats.org/drawingml/2006/main">
            <a:off x="11382375"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A"/>
                </a:solidFill>
                <a:latin typeface="Arial"/>
                <a:ea typeface="Arial"/>
                <a:cs typeface="Arial"/>
              </a:defRPr>
            </a:defPPr>
            <a:lvl1pPr>
              <a:defRPr sz="1200" b="0">
                <a:solidFill>
                  <a:srgbClr val="52677A"/>
                </a:solidFill>
                <a:latin typeface="Arial"/>
                <a:ea typeface="Arial"/>
                <a:cs typeface="Arial"/>
              </a:defRPr>
            </a:lvl1pPr>
            <a:lvl2pPr>
              <a:defRPr sz="1200" b="0">
                <a:solidFill>
                  <a:srgbClr val="52677A"/>
                </a:solidFill>
                <a:latin typeface="Arial"/>
                <a:ea typeface="Arial"/>
                <a:cs typeface="Arial"/>
              </a:defRPr>
            </a:lvl2pPr>
            <a:lvl3pPr>
              <a:defRPr sz="1200" b="0">
                <a:solidFill>
                  <a:srgbClr val="52677A"/>
                </a:solidFill>
                <a:latin typeface="Arial"/>
                <a:ea typeface="Arial"/>
                <a:cs typeface="Arial"/>
              </a:defRPr>
            </a:lvl3pPr>
            <a:lvl4pPr>
              <a:defRPr sz="1200" b="0">
                <a:solidFill>
                  <a:srgbClr val="52677A"/>
                </a:solidFill>
                <a:latin typeface="Arial"/>
                <a:ea typeface="Arial"/>
                <a:cs typeface="Arial"/>
              </a:defRPr>
            </a:lvl4pPr>
            <a:lvl5pPr>
              <a:defRPr sz="1200" b="0">
                <a:solidFill>
                  <a:srgbClr val="52677A"/>
                </a:solidFill>
                <a:latin typeface="Arial"/>
                <a:ea typeface="Arial"/>
                <a:cs typeface="Arial"/>
              </a:defRPr>
            </a:lvl5pPr>
            <a:lvl6pPr>
              <a:defRPr sz="1200" b="0">
                <a:solidFill>
                  <a:srgbClr val="52677A"/>
                </a:solidFill>
                <a:latin typeface="Arial"/>
                <a:ea typeface="Arial"/>
                <a:cs typeface="Arial"/>
              </a:defRPr>
            </a:lvl6pPr>
            <a:lvl7pPr>
              <a:defRPr sz="1200" b="0">
                <a:solidFill>
                  <a:srgbClr val="52677A"/>
                </a:solidFill>
                <a:latin typeface="Arial"/>
                <a:ea typeface="Arial"/>
                <a:cs typeface="Arial"/>
              </a:defRPr>
            </a:lvl7pPr>
            <a:lvl8pPr>
              <a:defRPr sz="1200" b="0">
                <a:solidFill>
                  <a:srgbClr val="52677A"/>
                </a:solidFill>
                <a:latin typeface="Arial"/>
                <a:ea typeface="Arial"/>
                <a:cs typeface="Arial"/>
              </a:defRPr>
            </a:lvl8pPr>
            <a:lvl9pPr>
              <a:defRPr sz="1200" b="0">
                <a:solidFill>
                  <a:srgbClr val="52677A"/>
                </a:solidFill>
                <a:latin typeface="Arial"/>
                <a:ea typeface="Arial"/>
                <a:cs typeface="Arial"/>
              </a:defRPr>
            </a:lvl9pPr>
          </a:lstStyle>
          <a:p xmlns:a="http://schemas.openxmlformats.org/drawingml/2006/main">
            <a:pPr>
              <a:defRPr sz="1200" b="0">
                <a:solidFill>
                  <a:srgbClr val="52677A"/>
                </a:solidFill>
                <a:latin typeface="Arial"/>
                <a:ea typeface="Arial"/>
                <a:cs typeface="Arial"/>
              </a:defRPr>
            </a:pPr>
            <a:r>
              <a:rPr sz="1200" b="0">
                <a:solidFill>
                  <a:srgbClr val="52677A"/>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F8B06948-C701-49C3-9C3E-69DA418FD214}"/>
              </a:ext>
            </a:extLst>
          </p:cNvPr>
          <p:cNvSpPr>
            <a:spLocks xmlns:a="http://schemas.openxmlformats.org/drawingml/2006/main" noGrp="1"/>
          </p:cNvSpPr>
          <p:nvPr/>
        </p:nvSpPr>
        <p:spPr>
          <a:xfrm xmlns:a="http://schemas.openxmlformats.org/drawingml/2006/main">
            <a:off x="619125" y="14287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F4E79"/>
                </a:solidFill>
                <a:latin typeface="Arial"/>
                <a:ea typeface="Arial"/>
                <a:cs typeface="Arial"/>
              </a:defRPr>
            </a:defPPr>
            <a:lvl1pPr>
              <a:defRPr sz="2700" b="1">
                <a:solidFill>
                  <a:srgbClr val="1F4E79"/>
                </a:solidFill>
                <a:latin typeface="Arial"/>
                <a:ea typeface="Arial"/>
                <a:cs typeface="Arial"/>
              </a:defRPr>
            </a:lvl1pPr>
            <a:lvl2pPr>
              <a:defRPr sz="2700" b="1">
                <a:solidFill>
                  <a:srgbClr val="1F4E79"/>
                </a:solidFill>
                <a:latin typeface="Arial"/>
                <a:ea typeface="Arial"/>
                <a:cs typeface="Arial"/>
              </a:defRPr>
            </a:lvl2pPr>
            <a:lvl3pPr>
              <a:defRPr sz="2700" b="1">
                <a:solidFill>
                  <a:srgbClr val="1F4E79"/>
                </a:solidFill>
                <a:latin typeface="Arial"/>
                <a:ea typeface="Arial"/>
                <a:cs typeface="Arial"/>
              </a:defRPr>
            </a:lvl3pPr>
            <a:lvl4pPr>
              <a:defRPr sz="2700" b="1">
                <a:solidFill>
                  <a:srgbClr val="1F4E79"/>
                </a:solidFill>
                <a:latin typeface="Arial"/>
                <a:ea typeface="Arial"/>
                <a:cs typeface="Arial"/>
              </a:defRPr>
            </a:lvl4pPr>
            <a:lvl5pPr>
              <a:defRPr sz="2700" b="1">
                <a:solidFill>
                  <a:srgbClr val="1F4E79"/>
                </a:solidFill>
                <a:latin typeface="Arial"/>
                <a:ea typeface="Arial"/>
                <a:cs typeface="Arial"/>
              </a:defRPr>
            </a:lvl5pPr>
            <a:lvl6pPr>
              <a:defRPr sz="2700" b="1">
                <a:solidFill>
                  <a:srgbClr val="1F4E79"/>
                </a:solidFill>
                <a:latin typeface="Arial"/>
                <a:ea typeface="Arial"/>
                <a:cs typeface="Arial"/>
              </a:defRPr>
            </a:lvl6pPr>
            <a:lvl7pPr>
              <a:defRPr sz="2700" b="1">
                <a:solidFill>
                  <a:srgbClr val="1F4E79"/>
                </a:solidFill>
                <a:latin typeface="Arial"/>
                <a:ea typeface="Arial"/>
                <a:cs typeface="Arial"/>
              </a:defRPr>
            </a:lvl7pPr>
            <a:lvl8pPr>
              <a:defRPr sz="2700" b="1">
                <a:solidFill>
                  <a:srgbClr val="1F4E79"/>
                </a:solidFill>
                <a:latin typeface="Arial"/>
                <a:ea typeface="Arial"/>
                <a:cs typeface="Arial"/>
              </a:defRPr>
            </a:lvl8pPr>
            <a:lvl9pPr>
              <a:defRPr sz="2700" b="1">
                <a:solidFill>
                  <a:srgbClr val="1F4E79"/>
                </a:solidFill>
                <a:latin typeface="Arial"/>
                <a:ea typeface="Arial"/>
                <a:cs typeface="Arial"/>
              </a:defRPr>
            </a:lvl9pPr>
          </a:lstStyle>
          <a:p xmlns:a="http://schemas.openxmlformats.org/drawingml/2006/main">
            <a:pPr>
              <a:defRPr sz="2700" b="1">
                <a:solidFill>
                  <a:srgbClr val="1F4E79"/>
                </a:solidFill>
                <a:latin typeface="Arial"/>
                <a:ea typeface="Arial"/>
                <a:cs typeface="Arial"/>
              </a:defRPr>
            </a:pPr>
            <a:r>
              <a:rPr sz="2700" b="1">
                <a:solidFill>
                  <a:srgbClr val="1F4E79"/>
                </a:solidFill>
                <a:latin typeface="Arial"/>
                <a:ea typeface="Arial"/>
                <a:cs typeface="Arial"/>
              </a:rPr>
              <a:t>Dirección</a:t>
            </a:r>
          </a:p>
        </p:txBody>
      </p:sp>
      <p:sp>
        <p:nvSpPr>
          <p:cNvPr id="4" name="">
            <a:extLst xmlns:a="http://schemas.openxmlformats.org/drawingml/2006/main">
              <a:ext uri="{FF2B5EF4-FFF2-40B4-BE49-F238E27FC236}">
                <a16:creationId xmlns:a16="http://schemas.microsoft.com/office/drawing/2014/main" id="{E9A496FD-1233-4A97-A608-A44278B9FF44}"/>
              </a:ext>
            </a:extLst>
          </p:cNvPr>
          <p:cNvSpPr>
            <a:spLocks xmlns:a="http://schemas.openxmlformats.org/drawingml/2006/main" noGrp="1"/>
          </p:cNvSpPr>
          <p:nvPr/>
        </p:nvSpPr>
        <p:spPr>
          <a:xfrm xmlns:a="http://schemas.openxmlformats.org/drawingml/2006/main">
            <a:off x="619125" y="2190750"/>
            <a:ext cx="5143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84A"/>
                </a:solidFill>
                <a:latin typeface="Arial"/>
                <a:ea typeface="Arial"/>
                <a:cs typeface="Arial"/>
              </a:defRPr>
            </a:defPPr>
            <a:lvl1pPr>
              <a:defRPr sz="2175" b="0">
                <a:solidFill>
                  <a:srgbClr val="26384A"/>
                </a:solidFill>
                <a:latin typeface="Arial"/>
                <a:ea typeface="Arial"/>
                <a:cs typeface="Arial"/>
              </a:defRPr>
            </a:lvl1pPr>
            <a:lvl2pPr>
              <a:defRPr sz="2175" b="0">
                <a:solidFill>
                  <a:srgbClr val="26384A"/>
                </a:solidFill>
                <a:latin typeface="Arial"/>
                <a:ea typeface="Arial"/>
                <a:cs typeface="Arial"/>
              </a:defRPr>
            </a:lvl2pPr>
            <a:lvl3pPr>
              <a:defRPr sz="2175" b="0">
                <a:solidFill>
                  <a:srgbClr val="26384A"/>
                </a:solidFill>
                <a:latin typeface="Arial"/>
                <a:ea typeface="Arial"/>
                <a:cs typeface="Arial"/>
              </a:defRPr>
            </a:lvl3pPr>
            <a:lvl4pPr>
              <a:defRPr sz="2175" b="0">
                <a:solidFill>
                  <a:srgbClr val="26384A"/>
                </a:solidFill>
                <a:latin typeface="Arial"/>
                <a:ea typeface="Arial"/>
                <a:cs typeface="Arial"/>
              </a:defRPr>
            </a:lvl4pPr>
            <a:lvl5pPr>
              <a:defRPr sz="2175" b="0">
                <a:solidFill>
                  <a:srgbClr val="26384A"/>
                </a:solidFill>
                <a:latin typeface="Arial"/>
                <a:ea typeface="Arial"/>
                <a:cs typeface="Arial"/>
              </a:defRPr>
            </a:lvl5pPr>
            <a:lvl6pPr>
              <a:defRPr sz="2175" b="0">
                <a:solidFill>
                  <a:srgbClr val="26384A"/>
                </a:solidFill>
                <a:latin typeface="Arial"/>
                <a:ea typeface="Arial"/>
                <a:cs typeface="Arial"/>
              </a:defRPr>
            </a:lvl6pPr>
            <a:lvl7pPr>
              <a:defRPr sz="2175" b="0">
                <a:solidFill>
                  <a:srgbClr val="26384A"/>
                </a:solidFill>
                <a:latin typeface="Arial"/>
                <a:ea typeface="Arial"/>
                <a:cs typeface="Arial"/>
              </a:defRPr>
            </a:lvl7pPr>
            <a:lvl8pPr>
              <a:defRPr sz="2175" b="0">
                <a:solidFill>
                  <a:srgbClr val="26384A"/>
                </a:solidFill>
                <a:latin typeface="Arial"/>
                <a:ea typeface="Arial"/>
                <a:cs typeface="Arial"/>
              </a:defRPr>
            </a:lvl8pPr>
            <a:lvl9pPr>
              <a:defRPr sz="2175" b="0">
                <a:solidFill>
                  <a:srgbClr val="26384A"/>
                </a:solidFill>
                <a:latin typeface="Arial"/>
                <a:ea typeface="Arial"/>
                <a:cs typeface="Arial"/>
              </a:defRPr>
            </a:lvl9pPr>
          </a:lstStyle>
          <a:p xmlns:a="http://schemas.openxmlformats.org/drawingml/2006/main">
            <a:pPr>
              <a:defRPr sz="2175" b="0">
                <a:solidFill>
                  <a:srgbClr val="26384A"/>
                </a:solidFill>
                <a:latin typeface="Arial"/>
                <a:ea typeface="Arial"/>
                <a:cs typeface="Arial"/>
              </a:defRPr>
            </a:pPr>
            <a:r>
              <a:rPr sz="2175" b="0">
                <a:solidFill>
                  <a:srgbClr val="26384A"/>
                </a:solidFill>
                <a:latin typeface="Arial"/>
                <a:ea typeface="Arial"/>
                <a:cs typeface="Arial"/>
              </a:rPr>
              <a:t>Python, Streamlit y Plotly</a:t>
            </a:r>
          </a:p>
          <a:p xmlns:a="http://schemas.openxmlformats.org/drawingml/2006/main">
            <a:pPr>
              <a:defRPr sz="2175" b="0">
                <a:solidFill>
                  <a:srgbClr val="26384A"/>
                </a:solidFill>
                <a:latin typeface="Arial"/>
                <a:ea typeface="Arial"/>
                <a:cs typeface="Arial"/>
              </a:defRPr>
            </a:pPr>
            <a:r>
              <a:rPr sz="2175" b="0">
                <a:solidFill>
                  <a:srgbClr val="26384A"/>
                </a:solidFill>
                <a:latin typeface="Arial"/>
                <a:ea typeface="Arial"/>
                <a:cs typeface="Arial"/>
              </a:rPr>
              <a:t>KPIs, filtros y mapa</a:t>
            </a:r>
          </a:p>
          <a:p xmlns:a="http://schemas.openxmlformats.org/drawingml/2006/main">
            <a:pPr>
              <a:defRPr sz="2175" b="0">
                <a:solidFill>
                  <a:srgbClr val="26384A"/>
                </a:solidFill>
                <a:latin typeface="Arial"/>
                <a:ea typeface="Arial"/>
                <a:cs typeface="Arial"/>
              </a:defRPr>
            </a:pPr>
            <a:r>
              <a:rPr sz="2175" b="0">
                <a:solidFill>
                  <a:srgbClr val="26384A"/>
                </a:solidFill>
                <a:latin typeface="Arial"/>
                <a:ea typeface="Arial"/>
                <a:cs typeface="Arial"/>
              </a:rPr>
              <a:t>D3 dentro de la aplicación</a:t>
            </a:r>
          </a:p>
        </p:txBody>
      </p:sp>
      <p:sp>
        <p:nvSpPr>
          <p:cNvPr id="5" name="">
            <a:extLst xmlns:a="http://schemas.openxmlformats.org/drawingml/2006/main">
              <a:ext uri="{FF2B5EF4-FFF2-40B4-BE49-F238E27FC236}">
                <a16:creationId xmlns:a16="http://schemas.microsoft.com/office/drawing/2014/main" id="{55952D20-BD33-4F08-9320-B15DCBD1867E}"/>
              </a:ext>
            </a:extLst>
          </p:cNvPr>
          <p:cNvSpPr>
            <a:spLocks xmlns:a="http://schemas.openxmlformats.org/drawingml/2006/main" noGrp="1"/>
          </p:cNvSpPr>
          <p:nvPr/>
        </p:nvSpPr>
        <p:spPr>
          <a:xfrm xmlns:a="http://schemas.openxmlformats.org/drawingml/2006/main">
            <a:off x="6429375" y="1428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CB721F"/>
                </a:solidFill>
                <a:latin typeface="Arial"/>
                <a:ea typeface="Arial"/>
                <a:cs typeface="Arial"/>
              </a:defRPr>
            </a:defPPr>
            <a:lvl1pPr>
              <a:defRPr sz="2550" b="1">
                <a:solidFill>
                  <a:srgbClr val="CB721F"/>
                </a:solidFill>
                <a:latin typeface="Arial"/>
                <a:ea typeface="Arial"/>
                <a:cs typeface="Arial"/>
              </a:defRPr>
            </a:lvl1pPr>
            <a:lvl2pPr>
              <a:defRPr sz="2550" b="1">
                <a:solidFill>
                  <a:srgbClr val="CB721F"/>
                </a:solidFill>
                <a:latin typeface="Arial"/>
                <a:ea typeface="Arial"/>
                <a:cs typeface="Arial"/>
              </a:defRPr>
            </a:lvl2pPr>
            <a:lvl3pPr>
              <a:defRPr sz="2550" b="1">
                <a:solidFill>
                  <a:srgbClr val="CB721F"/>
                </a:solidFill>
                <a:latin typeface="Arial"/>
                <a:ea typeface="Arial"/>
                <a:cs typeface="Arial"/>
              </a:defRPr>
            </a:lvl3pPr>
            <a:lvl4pPr>
              <a:defRPr sz="2550" b="1">
                <a:solidFill>
                  <a:srgbClr val="CB721F"/>
                </a:solidFill>
                <a:latin typeface="Arial"/>
                <a:ea typeface="Arial"/>
                <a:cs typeface="Arial"/>
              </a:defRPr>
            </a:lvl4pPr>
            <a:lvl5pPr>
              <a:defRPr sz="2550" b="1">
                <a:solidFill>
                  <a:srgbClr val="CB721F"/>
                </a:solidFill>
                <a:latin typeface="Arial"/>
                <a:ea typeface="Arial"/>
                <a:cs typeface="Arial"/>
              </a:defRPr>
            </a:lvl5pPr>
            <a:lvl6pPr>
              <a:defRPr sz="2550" b="1">
                <a:solidFill>
                  <a:srgbClr val="CB721F"/>
                </a:solidFill>
                <a:latin typeface="Arial"/>
                <a:ea typeface="Arial"/>
                <a:cs typeface="Arial"/>
              </a:defRPr>
            </a:lvl6pPr>
            <a:lvl7pPr>
              <a:defRPr sz="2550" b="1">
                <a:solidFill>
                  <a:srgbClr val="CB721F"/>
                </a:solidFill>
                <a:latin typeface="Arial"/>
                <a:ea typeface="Arial"/>
                <a:cs typeface="Arial"/>
              </a:defRPr>
            </a:lvl7pPr>
            <a:lvl8pPr>
              <a:defRPr sz="2550" b="1">
                <a:solidFill>
                  <a:srgbClr val="CB721F"/>
                </a:solidFill>
                <a:latin typeface="Arial"/>
                <a:ea typeface="Arial"/>
                <a:cs typeface="Arial"/>
              </a:defRPr>
            </a:lvl8pPr>
            <a:lvl9pPr>
              <a:defRPr sz="2550" b="1">
                <a:solidFill>
                  <a:srgbClr val="CB721F"/>
                </a:solidFill>
                <a:latin typeface="Arial"/>
                <a:ea typeface="Arial"/>
                <a:cs typeface="Arial"/>
              </a:defRPr>
            </a:lvl9pPr>
          </a:lstStyle>
          <a:p xmlns:a="http://schemas.openxmlformats.org/drawingml/2006/main">
            <a:pPr>
              <a:defRPr sz="2550" b="1">
                <a:solidFill>
                  <a:srgbClr val="CB721F"/>
                </a:solidFill>
                <a:latin typeface="Arial"/>
                <a:ea typeface="Arial"/>
                <a:cs typeface="Arial"/>
              </a:defRPr>
            </a:pPr>
            <a:r>
              <a:rPr sz="2550" b="1">
                <a:solidFill>
                  <a:srgbClr val="CB721F"/>
                </a:solidFill>
                <a:latin typeface="Arial"/>
                <a:ea typeface="Arial"/>
                <a:cs typeface="Arial"/>
              </a:rPr>
              <a:t>Contenidos y Adquisición</a:t>
            </a:r>
          </a:p>
        </p:txBody>
      </p:sp>
      <p:sp>
        <p:nvSpPr>
          <p:cNvPr id="6" name="">
            <a:extLst xmlns:a="http://schemas.openxmlformats.org/drawingml/2006/main">
              <a:ext uri="{FF2B5EF4-FFF2-40B4-BE49-F238E27FC236}">
                <a16:creationId xmlns:a16="http://schemas.microsoft.com/office/drawing/2014/main" id="{DE91CCBC-F316-47CD-9323-163FBF771A96}"/>
              </a:ext>
            </a:extLst>
          </p:cNvPr>
          <p:cNvSpPr>
            <a:spLocks xmlns:a="http://schemas.openxmlformats.org/drawingml/2006/main" noGrp="1"/>
          </p:cNvSpPr>
          <p:nvPr/>
        </p:nvSpPr>
        <p:spPr>
          <a:xfrm xmlns:a="http://schemas.openxmlformats.org/drawingml/2006/main">
            <a:off x="6429375" y="2238375"/>
            <a:ext cx="5143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84A"/>
                </a:solidFill>
                <a:latin typeface="Arial"/>
                <a:ea typeface="Arial"/>
                <a:cs typeface="Arial"/>
              </a:defRPr>
            </a:defPPr>
            <a:lvl1pPr>
              <a:defRPr sz="2175" b="0">
                <a:solidFill>
                  <a:srgbClr val="26384A"/>
                </a:solidFill>
                <a:latin typeface="Arial"/>
                <a:ea typeface="Arial"/>
                <a:cs typeface="Arial"/>
              </a:defRPr>
            </a:lvl1pPr>
            <a:lvl2pPr>
              <a:defRPr sz="2175" b="0">
                <a:solidFill>
                  <a:srgbClr val="26384A"/>
                </a:solidFill>
                <a:latin typeface="Arial"/>
                <a:ea typeface="Arial"/>
                <a:cs typeface="Arial"/>
              </a:defRPr>
            </a:lvl2pPr>
            <a:lvl3pPr>
              <a:defRPr sz="2175" b="0">
                <a:solidFill>
                  <a:srgbClr val="26384A"/>
                </a:solidFill>
                <a:latin typeface="Arial"/>
                <a:ea typeface="Arial"/>
                <a:cs typeface="Arial"/>
              </a:defRPr>
            </a:lvl3pPr>
            <a:lvl4pPr>
              <a:defRPr sz="2175" b="0">
                <a:solidFill>
                  <a:srgbClr val="26384A"/>
                </a:solidFill>
                <a:latin typeface="Arial"/>
                <a:ea typeface="Arial"/>
                <a:cs typeface="Arial"/>
              </a:defRPr>
            </a:lvl4pPr>
            <a:lvl5pPr>
              <a:defRPr sz="2175" b="0">
                <a:solidFill>
                  <a:srgbClr val="26384A"/>
                </a:solidFill>
                <a:latin typeface="Arial"/>
                <a:ea typeface="Arial"/>
                <a:cs typeface="Arial"/>
              </a:defRPr>
            </a:lvl5pPr>
            <a:lvl6pPr>
              <a:defRPr sz="2175" b="0">
                <a:solidFill>
                  <a:srgbClr val="26384A"/>
                </a:solidFill>
                <a:latin typeface="Arial"/>
                <a:ea typeface="Arial"/>
                <a:cs typeface="Arial"/>
              </a:defRPr>
            </a:lvl6pPr>
            <a:lvl7pPr>
              <a:defRPr sz="2175" b="0">
                <a:solidFill>
                  <a:srgbClr val="26384A"/>
                </a:solidFill>
                <a:latin typeface="Arial"/>
                <a:ea typeface="Arial"/>
                <a:cs typeface="Arial"/>
              </a:defRPr>
            </a:lvl7pPr>
            <a:lvl8pPr>
              <a:defRPr sz="2175" b="0">
                <a:solidFill>
                  <a:srgbClr val="26384A"/>
                </a:solidFill>
                <a:latin typeface="Arial"/>
                <a:ea typeface="Arial"/>
                <a:cs typeface="Arial"/>
              </a:defRPr>
            </a:lvl8pPr>
            <a:lvl9pPr>
              <a:defRPr sz="2175" b="0">
                <a:solidFill>
                  <a:srgbClr val="26384A"/>
                </a:solidFill>
                <a:latin typeface="Arial"/>
                <a:ea typeface="Arial"/>
                <a:cs typeface="Arial"/>
              </a:defRPr>
            </a:lvl9pPr>
          </a:lstStyle>
          <a:p xmlns:a="http://schemas.openxmlformats.org/drawingml/2006/main">
            <a:pPr>
              <a:defRPr sz="2175" b="0">
                <a:solidFill>
                  <a:srgbClr val="26384A"/>
                </a:solidFill>
                <a:latin typeface="Arial"/>
                <a:ea typeface="Arial"/>
                <a:cs typeface="Arial"/>
              </a:defRPr>
            </a:pPr>
            <a:r>
              <a:rPr sz="2175" b="0">
                <a:solidFill>
                  <a:srgbClr val="26384A"/>
                </a:solidFill>
                <a:latin typeface="Arial"/>
                <a:ea typeface="Arial"/>
                <a:cs typeface="Arial"/>
              </a:rPr>
              <a:t>Power BI Desktop</a:t>
            </a:r>
          </a:p>
          <a:p xmlns:a="http://schemas.openxmlformats.org/drawingml/2006/main">
            <a:pPr>
              <a:defRPr sz="2175" b="0">
                <a:solidFill>
                  <a:srgbClr val="26384A"/>
                </a:solidFill>
                <a:latin typeface="Arial"/>
                <a:ea typeface="Arial"/>
                <a:cs typeface="Arial"/>
              </a:defRPr>
            </a:pPr>
            <a:r>
              <a:rPr sz="2175" b="0">
                <a:solidFill>
                  <a:srgbClr val="26384A"/>
                </a:solidFill>
                <a:latin typeface="Arial"/>
                <a:ea typeface="Arial"/>
                <a:cs typeface="Arial"/>
              </a:rPr>
              <a:t>Relaciones, DAX y filtros</a:t>
            </a:r>
          </a:p>
          <a:p xmlns:a="http://schemas.openxmlformats.org/drawingml/2006/main">
            <a:pPr>
              <a:defRPr sz="2175" b="0">
                <a:solidFill>
                  <a:srgbClr val="26384A"/>
                </a:solidFill>
                <a:latin typeface="Arial"/>
                <a:ea typeface="Arial"/>
                <a:cs typeface="Arial"/>
              </a:defRPr>
            </a:pPr>
            <a:r>
              <a:rPr sz="2175" b="0">
                <a:solidFill>
                  <a:srgbClr val="26384A"/>
                </a:solidFill>
                <a:latin typeface="Arial"/>
                <a:ea typeface="Arial"/>
                <a:cs typeface="Arial"/>
              </a:rPr>
              <a:t>Comparación de títulos y finanzas</a:t>
            </a:r>
          </a:p>
        </p:txBody>
      </p:sp>
      <p:sp>
        <p:nvSpPr>
          <p:cNvPr id="7" name="">
            <a:extLst xmlns:a="http://schemas.openxmlformats.org/drawingml/2006/main">
              <a:ext uri="{FF2B5EF4-FFF2-40B4-BE49-F238E27FC236}">
                <a16:creationId xmlns:a16="http://schemas.microsoft.com/office/drawing/2014/main" id="{36B6F438-4277-42F8-BA2A-81D97E2AA40E}"/>
              </a:ext>
            </a:extLst>
          </p:cNvPr>
          <p:cNvSpPr>
            <a:spLocks xmlns:a="http://schemas.openxmlformats.org/drawingml/2006/main" noGrp="1"/>
          </p:cNvSpPr>
          <p:nvPr/>
        </p:nvSpPr>
        <p:spPr>
          <a:xfrm xmlns:a="http://schemas.openxmlformats.org/drawingml/2006/main">
            <a:off x="619125" y="44767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6384A"/>
                </a:solidFill>
                <a:latin typeface="Arial"/>
                <a:ea typeface="Arial"/>
                <a:cs typeface="Arial"/>
              </a:defRPr>
            </a:defPPr>
            <a:lvl1pPr>
              <a:defRPr sz="2100" b="0">
                <a:solidFill>
                  <a:srgbClr val="26384A"/>
                </a:solidFill>
                <a:latin typeface="Arial"/>
                <a:ea typeface="Arial"/>
                <a:cs typeface="Arial"/>
              </a:defRPr>
            </a:lvl1pPr>
            <a:lvl2pPr>
              <a:defRPr sz="2100" b="0">
                <a:solidFill>
                  <a:srgbClr val="26384A"/>
                </a:solidFill>
                <a:latin typeface="Arial"/>
                <a:ea typeface="Arial"/>
                <a:cs typeface="Arial"/>
              </a:defRPr>
            </a:lvl2pPr>
            <a:lvl3pPr>
              <a:defRPr sz="2100" b="0">
                <a:solidFill>
                  <a:srgbClr val="26384A"/>
                </a:solidFill>
                <a:latin typeface="Arial"/>
                <a:ea typeface="Arial"/>
                <a:cs typeface="Arial"/>
              </a:defRPr>
            </a:lvl3pPr>
            <a:lvl4pPr>
              <a:defRPr sz="2100" b="0">
                <a:solidFill>
                  <a:srgbClr val="26384A"/>
                </a:solidFill>
                <a:latin typeface="Arial"/>
                <a:ea typeface="Arial"/>
                <a:cs typeface="Arial"/>
              </a:defRPr>
            </a:lvl4pPr>
            <a:lvl5pPr>
              <a:defRPr sz="2100" b="0">
                <a:solidFill>
                  <a:srgbClr val="26384A"/>
                </a:solidFill>
                <a:latin typeface="Arial"/>
                <a:ea typeface="Arial"/>
                <a:cs typeface="Arial"/>
              </a:defRPr>
            </a:lvl5pPr>
            <a:lvl6pPr>
              <a:defRPr sz="2100" b="0">
                <a:solidFill>
                  <a:srgbClr val="26384A"/>
                </a:solidFill>
                <a:latin typeface="Arial"/>
                <a:ea typeface="Arial"/>
                <a:cs typeface="Arial"/>
              </a:defRPr>
            </a:lvl6pPr>
            <a:lvl7pPr>
              <a:defRPr sz="2100" b="0">
                <a:solidFill>
                  <a:srgbClr val="26384A"/>
                </a:solidFill>
                <a:latin typeface="Arial"/>
                <a:ea typeface="Arial"/>
                <a:cs typeface="Arial"/>
              </a:defRPr>
            </a:lvl7pPr>
            <a:lvl8pPr>
              <a:defRPr sz="2100" b="0">
                <a:solidFill>
                  <a:srgbClr val="26384A"/>
                </a:solidFill>
                <a:latin typeface="Arial"/>
                <a:ea typeface="Arial"/>
                <a:cs typeface="Arial"/>
              </a:defRPr>
            </a:lvl8pPr>
            <a:lvl9pPr>
              <a:defRPr sz="2100" b="0">
                <a:solidFill>
                  <a:srgbClr val="26384A"/>
                </a:solidFill>
                <a:latin typeface="Arial"/>
                <a:ea typeface="Arial"/>
                <a:cs typeface="Arial"/>
              </a:defRPr>
            </a:lvl9pPr>
          </a:lstStyle>
          <a:p xmlns:a="http://schemas.openxmlformats.org/drawingml/2006/main">
            <a:pPr>
              <a:defRPr sz="2100" b="0">
                <a:solidFill>
                  <a:srgbClr val="26384A"/>
                </a:solidFill>
                <a:latin typeface="Arial"/>
                <a:ea typeface="Arial"/>
                <a:cs typeface="Arial"/>
              </a:defRPr>
            </a:pPr>
            <a:r>
              <a:rPr sz="2100" b="0">
                <a:solidFill>
                  <a:srgbClr val="26384A"/>
                </a:solidFill>
                <a:latin typeface="Arial"/>
                <a:ea typeface="Arial"/>
                <a:cs typeface="Arial"/>
              </a:rPr>
              <a:t>Catálogo común: dos CSV, clave tipo + show_id y nueve duplicados eliminados.</a:t>
            </a:r>
          </a:p>
        </p:txBody>
      </p:sp>
      <p:sp>
        <p:nvSpPr>
          <p:cNvPr id="8" name="">
            <a:extLst xmlns:a="http://schemas.openxmlformats.org/drawingml/2006/main">
              <a:ext uri="{FF2B5EF4-FFF2-40B4-BE49-F238E27FC236}">
                <a16:creationId xmlns:a16="http://schemas.microsoft.com/office/drawing/2014/main" id="{4F1B09FD-1635-428D-92F0-80027C6C1892}"/>
              </a:ext>
            </a:extLst>
          </p:cNvPr>
          <p:cNvSpPr>
            <a:spLocks xmlns:a="http://schemas.openxmlformats.org/drawingml/2006/main" noGrp="1"/>
          </p:cNvSpPr>
          <p:nvPr/>
        </p:nvSpPr>
        <p:spPr>
          <a:xfrm xmlns:a="http://schemas.openxmlformats.org/drawingml/2006/main">
            <a:off x="619125" y="55721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77A"/>
                </a:solidFill>
                <a:latin typeface="Arial"/>
                <a:ea typeface="Arial"/>
                <a:cs typeface="Arial"/>
              </a:defRPr>
            </a:defPPr>
            <a:lvl1pPr>
              <a:defRPr sz="1800" b="0">
                <a:solidFill>
                  <a:srgbClr val="52677A"/>
                </a:solidFill>
                <a:latin typeface="Arial"/>
                <a:ea typeface="Arial"/>
                <a:cs typeface="Arial"/>
              </a:defRPr>
            </a:lvl1pPr>
            <a:lvl2pPr>
              <a:defRPr sz="1800" b="0">
                <a:solidFill>
                  <a:srgbClr val="52677A"/>
                </a:solidFill>
                <a:latin typeface="Arial"/>
                <a:ea typeface="Arial"/>
                <a:cs typeface="Arial"/>
              </a:defRPr>
            </a:lvl2pPr>
            <a:lvl3pPr>
              <a:defRPr sz="1800" b="0">
                <a:solidFill>
                  <a:srgbClr val="52677A"/>
                </a:solidFill>
                <a:latin typeface="Arial"/>
                <a:ea typeface="Arial"/>
                <a:cs typeface="Arial"/>
              </a:defRPr>
            </a:lvl3pPr>
            <a:lvl4pPr>
              <a:defRPr sz="1800" b="0">
                <a:solidFill>
                  <a:srgbClr val="52677A"/>
                </a:solidFill>
                <a:latin typeface="Arial"/>
                <a:ea typeface="Arial"/>
                <a:cs typeface="Arial"/>
              </a:defRPr>
            </a:lvl4pPr>
            <a:lvl5pPr>
              <a:defRPr sz="1800" b="0">
                <a:solidFill>
                  <a:srgbClr val="52677A"/>
                </a:solidFill>
                <a:latin typeface="Arial"/>
                <a:ea typeface="Arial"/>
                <a:cs typeface="Arial"/>
              </a:defRPr>
            </a:lvl5pPr>
            <a:lvl6pPr>
              <a:defRPr sz="1800" b="0">
                <a:solidFill>
                  <a:srgbClr val="52677A"/>
                </a:solidFill>
                <a:latin typeface="Arial"/>
                <a:ea typeface="Arial"/>
                <a:cs typeface="Arial"/>
              </a:defRPr>
            </a:lvl6pPr>
            <a:lvl7pPr>
              <a:defRPr sz="1800" b="0">
                <a:solidFill>
                  <a:srgbClr val="52677A"/>
                </a:solidFill>
                <a:latin typeface="Arial"/>
                <a:ea typeface="Arial"/>
                <a:cs typeface="Arial"/>
              </a:defRPr>
            </a:lvl7pPr>
            <a:lvl8pPr>
              <a:defRPr sz="1800" b="0">
                <a:solidFill>
                  <a:srgbClr val="52677A"/>
                </a:solidFill>
                <a:latin typeface="Arial"/>
                <a:ea typeface="Arial"/>
                <a:cs typeface="Arial"/>
              </a:defRPr>
            </a:lvl8pPr>
            <a:lvl9pPr>
              <a:defRPr sz="1800" b="0">
                <a:solidFill>
                  <a:srgbClr val="52677A"/>
                </a:solidFill>
                <a:latin typeface="Arial"/>
                <a:ea typeface="Arial"/>
                <a:cs typeface="Arial"/>
              </a:defRPr>
            </a:lvl9pPr>
          </a:lstStyle>
          <a:p xmlns:a="http://schemas.openxmlformats.org/drawingml/2006/main">
            <a:pPr>
              <a:defRPr sz="1800" b="0">
                <a:solidFill>
                  <a:srgbClr val="52677A"/>
                </a:solidFill>
                <a:latin typeface="Arial"/>
                <a:ea typeface="Arial"/>
                <a:cs typeface="Arial"/>
              </a:defRPr>
            </a:pPr>
            <a:r>
              <a:rPr sz="1800" b="0">
                <a:solidFill>
                  <a:srgbClr val="52677A"/>
                </a:solidFill>
                <a:latin typeface="Arial"/>
                <a:ea typeface="Arial"/>
                <a:cs typeface="Arial"/>
              </a:rPr>
              <a:t>Matplotlib y Seaborn exportan el análisis estático.</a:t>
            </a:r>
          </a:p>
          <a:p xmlns:a="http://schemas.openxmlformats.org/drawingml/2006/main">
            <a:pPr>
              <a:defRPr sz="1800" b="0">
                <a:solidFill>
                  <a:srgbClr val="52677A"/>
                </a:solidFill>
                <a:latin typeface="Arial"/>
                <a:ea typeface="Arial"/>
                <a:cs typeface="Arial"/>
              </a:defRPr>
            </a:pPr>
            <a:r>
              <a:rPr sz="1800" b="0">
                <a:solidFill>
                  <a:srgbClr val="52677A"/>
                </a:solidFill>
                <a:latin typeface="Arial"/>
                <a:ea typeface="Arial"/>
                <a:cs typeface="Arial"/>
              </a:rPr>
              <a:t>Dash se considera una alternativa a Streamlit.</a:t>
            </a:r>
          </a:p>
        </p:txBody>
      </p:sp>
    </p:spTree>
    <p:extLst>
      <p:ext uri="{BB962C8B-B14F-4D97-AF65-F5344CB8AC3E}">
        <p14:creationId xmlns:p14="http://schemas.microsoft.com/office/powerpoint/2010/main" val="8323332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89138E2-43AC-4444-9319-07C466860F81}"/>
              </a:ext>
            </a:extLst>
          </p:cNvPr>
          <p:cNvSpPr>
            <a:spLocks xmlns:a="http://schemas.openxmlformats.org/drawingml/2006/main" noGrp="1"/>
          </p:cNvSpPr>
          <p:nvPr/>
        </p:nvSpPr>
        <p:spPr>
          <a:xfrm xmlns:a="http://schemas.openxmlformats.org/drawingml/2006/main">
            <a:off x="523875" y="304800"/>
            <a:ext cx="1114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F4E79"/>
                </a:solidFill>
                <a:latin typeface="Arial"/>
                <a:ea typeface="Arial"/>
                <a:cs typeface="Arial"/>
              </a:defRPr>
            </a:defPPr>
            <a:lvl1pPr>
              <a:defRPr sz="3000" b="1">
                <a:solidFill>
                  <a:srgbClr val="1F4E79"/>
                </a:solidFill>
                <a:latin typeface="Arial"/>
                <a:ea typeface="Arial"/>
                <a:cs typeface="Arial"/>
              </a:defRPr>
            </a:lvl1pPr>
            <a:lvl2pPr>
              <a:defRPr sz="3000" b="1">
                <a:solidFill>
                  <a:srgbClr val="1F4E79"/>
                </a:solidFill>
                <a:latin typeface="Arial"/>
                <a:ea typeface="Arial"/>
                <a:cs typeface="Arial"/>
              </a:defRPr>
            </a:lvl2pPr>
            <a:lvl3pPr>
              <a:defRPr sz="3000" b="1">
                <a:solidFill>
                  <a:srgbClr val="1F4E79"/>
                </a:solidFill>
                <a:latin typeface="Arial"/>
                <a:ea typeface="Arial"/>
                <a:cs typeface="Arial"/>
              </a:defRPr>
            </a:lvl3pPr>
            <a:lvl4pPr>
              <a:defRPr sz="3000" b="1">
                <a:solidFill>
                  <a:srgbClr val="1F4E79"/>
                </a:solidFill>
                <a:latin typeface="Arial"/>
                <a:ea typeface="Arial"/>
                <a:cs typeface="Arial"/>
              </a:defRPr>
            </a:lvl4pPr>
            <a:lvl5pPr>
              <a:defRPr sz="3000" b="1">
                <a:solidFill>
                  <a:srgbClr val="1F4E79"/>
                </a:solidFill>
                <a:latin typeface="Arial"/>
                <a:ea typeface="Arial"/>
                <a:cs typeface="Arial"/>
              </a:defRPr>
            </a:lvl5pPr>
            <a:lvl6pPr>
              <a:defRPr sz="3000" b="1">
                <a:solidFill>
                  <a:srgbClr val="1F4E79"/>
                </a:solidFill>
                <a:latin typeface="Arial"/>
                <a:ea typeface="Arial"/>
                <a:cs typeface="Arial"/>
              </a:defRPr>
            </a:lvl6pPr>
            <a:lvl7pPr>
              <a:defRPr sz="3000" b="1">
                <a:solidFill>
                  <a:srgbClr val="1F4E79"/>
                </a:solidFill>
                <a:latin typeface="Arial"/>
                <a:ea typeface="Arial"/>
                <a:cs typeface="Arial"/>
              </a:defRPr>
            </a:lvl7pPr>
            <a:lvl8pPr>
              <a:defRPr sz="3000" b="1">
                <a:solidFill>
                  <a:srgbClr val="1F4E79"/>
                </a:solidFill>
                <a:latin typeface="Arial"/>
                <a:ea typeface="Arial"/>
                <a:cs typeface="Arial"/>
              </a:defRPr>
            </a:lvl8pPr>
            <a:lvl9pPr>
              <a:defRPr sz="3000" b="1">
                <a:solidFill>
                  <a:srgbClr val="1F4E79"/>
                </a:solidFill>
                <a:latin typeface="Arial"/>
                <a:ea typeface="Arial"/>
                <a:cs typeface="Arial"/>
              </a:defRPr>
            </a:lvl9pPr>
          </a:lstStyle>
          <a:p xmlns:a="http://schemas.openxmlformats.org/drawingml/2006/main">
            <a:pPr>
              <a:defRPr sz="3000" b="1">
                <a:solidFill>
                  <a:srgbClr val="1F4E79"/>
                </a:solidFill>
                <a:latin typeface="Arial"/>
                <a:ea typeface="Arial"/>
                <a:cs typeface="Arial"/>
              </a:defRPr>
            </a:pPr>
            <a:r>
              <a:rPr sz="3000" b="1">
                <a:solidFill>
                  <a:srgbClr val="1F4E79"/>
                </a:solidFill>
                <a:latin typeface="Arial"/>
                <a:ea typeface="Arial"/>
                <a:cs typeface="Arial"/>
              </a:rPr>
              <a:t>La nota corregida es 6,63 y la mediana 22,07</a:t>
            </a:r>
          </a:p>
        </p:txBody>
      </p:sp>
      <p:sp>
        <p:nvSpPr>
          <p:cNvPr id="2" name="">
            <a:extLst xmlns:a="http://schemas.openxmlformats.org/drawingml/2006/main">
              <a:ext uri="{FF2B5EF4-FFF2-40B4-BE49-F238E27FC236}">
                <a16:creationId xmlns:a16="http://schemas.microsoft.com/office/drawing/2014/main" id="{8D8E8F52-61BC-4FFB-9DEE-87DFB87699FD}"/>
              </a:ext>
            </a:extLst>
          </p:cNvPr>
          <p:cNvSpPr>
            <a:spLocks xmlns:a="http://schemas.openxmlformats.org/drawingml/2006/main" noGrp="1"/>
          </p:cNvSpPr>
          <p:nvPr/>
        </p:nvSpPr>
        <p:spPr>
          <a:xfrm xmlns:a="http://schemas.openxmlformats.org/drawingml/2006/main">
            <a:off x="11382375"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A"/>
                </a:solidFill>
                <a:latin typeface="Arial"/>
                <a:ea typeface="Arial"/>
                <a:cs typeface="Arial"/>
              </a:defRPr>
            </a:defPPr>
            <a:lvl1pPr>
              <a:defRPr sz="1200" b="0">
                <a:solidFill>
                  <a:srgbClr val="52677A"/>
                </a:solidFill>
                <a:latin typeface="Arial"/>
                <a:ea typeface="Arial"/>
                <a:cs typeface="Arial"/>
              </a:defRPr>
            </a:lvl1pPr>
            <a:lvl2pPr>
              <a:defRPr sz="1200" b="0">
                <a:solidFill>
                  <a:srgbClr val="52677A"/>
                </a:solidFill>
                <a:latin typeface="Arial"/>
                <a:ea typeface="Arial"/>
                <a:cs typeface="Arial"/>
              </a:defRPr>
            </a:lvl2pPr>
            <a:lvl3pPr>
              <a:defRPr sz="1200" b="0">
                <a:solidFill>
                  <a:srgbClr val="52677A"/>
                </a:solidFill>
                <a:latin typeface="Arial"/>
                <a:ea typeface="Arial"/>
                <a:cs typeface="Arial"/>
              </a:defRPr>
            </a:lvl3pPr>
            <a:lvl4pPr>
              <a:defRPr sz="1200" b="0">
                <a:solidFill>
                  <a:srgbClr val="52677A"/>
                </a:solidFill>
                <a:latin typeface="Arial"/>
                <a:ea typeface="Arial"/>
                <a:cs typeface="Arial"/>
              </a:defRPr>
            </a:lvl4pPr>
            <a:lvl5pPr>
              <a:defRPr sz="1200" b="0">
                <a:solidFill>
                  <a:srgbClr val="52677A"/>
                </a:solidFill>
                <a:latin typeface="Arial"/>
                <a:ea typeface="Arial"/>
                <a:cs typeface="Arial"/>
              </a:defRPr>
            </a:lvl5pPr>
            <a:lvl6pPr>
              <a:defRPr sz="1200" b="0">
                <a:solidFill>
                  <a:srgbClr val="52677A"/>
                </a:solidFill>
                <a:latin typeface="Arial"/>
                <a:ea typeface="Arial"/>
                <a:cs typeface="Arial"/>
              </a:defRPr>
            </a:lvl6pPr>
            <a:lvl7pPr>
              <a:defRPr sz="1200" b="0">
                <a:solidFill>
                  <a:srgbClr val="52677A"/>
                </a:solidFill>
                <a:latin typeface="Arial"/>
                <a:ea typeface="Arial"/>
                <a:cs typeface="Arial"/>
              </a:defRPr>
            </a:lvl7pPr>
            <a:lvl8pPr>
              <a:defRPr sz="1200" b="0">
                <a:solidFill>
                  <a:srgbClr val="52677A"/>
                </a:solidFill>
                <a:latin typeface="Arial"/>
                <a:ea typeface="Arial"/>
                <a:cs typeface="Arial"/>
              </a:defRPr>
            </a:lvl8pPr>
            <a:lvl9pPr>
              <a:defRPr sz="1200" b="0">
                <a:solidFill>
                  <a:srgbClr val="52677A"/>
                </a:solidFill>
                <a:latin typeface="Arial"/>
                <a:ea typeface="Arial"/>
                <a:cs typeface="Arial"/>
              </a:defRPr>
            </a:lvl9pPr>
          </a:lstStyle>
          <a:p xmlns:a="http://schemas.openxmlformats.org/drawingml/2006/main">
            <a:pPr>
              <a:defRPr sz="1200" b="0">
                <a:solidFill>
                  <a:srgbClr val="52677A"/>
                </a:solidFill>
                <a:latin typeface="Arial"/>
                <a:ea typeface="Arial"/>
                <a:cs typeface="Arial"/>
              </a:defRPr>
            </a:pPr>
            <a:r>
              <a:rPr sz="1200" b="0">
                <a:solidFill>
                  <a:srgbClr val="52677A"/>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C4960FE0-1F18-49FF-9CEF-9E1F1042B66E}"/>
              </a:ext>
            </a:extLst>
          </p:cNvPr>
          <p:cNvSpPr>
            <a:spLocks xmlns:a="http://schemas.openxmlformats.org/drawingml/2006/main" noGrp="1"/>
          </p:cNvSpPr>
          <p:nvPr/>
        </p:nvSpPr>
        <p:spPr>
          <a:xfrm xmlns:a="http://schemas.openxmlformats.org/drawingml/2006/main">
            <a:off x="619125" y="1619250"/>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1F4E79"/>
                </a:solidFill>
                <a:latin typeface="Arial"/>
                <a:ea typeface="Arial"/>
                <a:cs typeface="Arial"/>
              </a:defRPr>
            </a:defPPr>
            <a:lvl1pPr>
              <a:defRPr sz="4800" b="1">
                <a:solidFill>
                  <a:srgbClr val="1F4E79"/>
                </a:solidFill>
                <a:latin typeface="Arial"/>
                <a:ea typeface="Arial"/>
                <a:cs typeface="Arial"/>
              </a:defRPr>
            </a:lvl1pPr>
            <a:lvl2pPr>
              <a:defRPr sz="4800" b="1">
                <a:solidFill>
                  <a:srgbClr val="1F4E79"/>
                </a:solidFill>
                <a:latin typeface="Arial"/>
                <a:ea typeface="Arial"/>
                <a:cs typeface="Arial"/>
              </a:defRPr>
            </a:lvl2pPr>
            <a:lvl3pPr>
              <a:defRPr sz="4800" b="1">
                <a:solidFill>
                  <a:srgbClr val="1F4E79"/>
                </a:solidFill>
                <a:latin typeface="Arial"/>
                <a:ea typeface="Arial"/>
                <a:cs typeface="Arial"/>
              </a:defRPr>
            </a:lvl3pPr>
            <a:lvl4pPr>
              <a:defRPr sz="4800" b="1">
                <a:solidFill>
                  <a:srgbClr val="1F4E79"/>
                </a:solidFill>
                <a:latin typeface="Arial"/>
                <a:ea typeface="Arial"/>
                <a:cs typeface="Arial"/>
              </a:defRPr>
            </a:lvl4pPr>
            <a:lvl5pPr>
              <a:defRPr sz="4800" b="1">
                <a:solidFill>
                  <a:srgbClr val="1F4E79"/>
                </a:solidFill>
                <a:latin typeface="Arial"/>
                <a:ea typeface="Arial"/>
                <a:cs typeface="Arial"/>
              </a:defRPr>
            </a:lvl5pPr>
            <a:lvl6pPr>
              <a:defRPr sz="4800" b="1">
                <a:solidFill>
                  <a:srgbClr val="1F4E79"/>
                </a:solidFill>
                <a:latin typeface="Arial"/>
                <a:ea typeface="Arial"/>
                <a:cs typeface="Arial"/>
              </a:defRPr>
            </a:lvl6pPr>
            <a:lvl7pPr>
              <a:defRPr sz="4800" b="1">
                <a:solidFill>
                  <a:srgbClr val="1F4E79"/>
                </a:solidFill>
                <a:latin typeface="Arial"/>
                <a:ea typeface="Arial"/>
                <a:cs typeface="Arial"/>
              </a:defRPr>
            </a:lvl7pPr>
            <a:lvl8pPr>
              <a:defRPr sz="4800" b="1">
                <a:solidFill>
                  <a:srgbClr val="1F4E79"/>
                </a:solidFill>
                <a:latin typeface="Arial"/>
                <a:ea typeface="Arial"/>
                <a:cs typeface="Arial"/>
              </a:defRPr>
            </a:lvl8pPr>
            <a:lvl9pPr>
              <a:defRPr sz="4800" b="1">
                <a:solidFill>
                  <a:srgbClr val="1F4E79"/>
                </a:solidFill>
                <a:latin typeface="Arial"/>
                <a:ea typeface="Arial"/>
                <a:cs typeface="Arial"/>
              </a:defRPr>
            </a:lvl9pPr>
          </a:lstStyle>
          <a:p xmlns:a="http://schemas.openxmlformats.org/drawingml/2006/main">
            <a:pPr>
              <a:defRPr sz="4800" b="1">
                <a:solidFill>
                  <a:srgbClr val="1F4E79"/>
                </a:solidFill>
                <a:latin typeface="Arial"/>
                <a:ea typeface="Arial"/>
                <a:cs typeface="Arial"/>
              </a:defRPr>
            </a:pPr>
            <a:r>
              <a:rPr sz="4800" b="1">
                <a:solidFill>
                  <a:srgbClr val="1F4E79"/>
                </a:solidFill>
                <a:latin typeface="Arial"/>
                <a:ea typeface="Arial"/>
                <a:cs typeface="Arial"/>
              </a:rPr>
              <a:t>6,63 / 10</a:t>
            </a:r>
          </a:p>
        </p:txBody>
      </p:sp>
      <p:sp>
        <p:nvSpPr>
          <p:cNvPr id="4" name="">
            <a:extLst xmlns:a="http://schemas.openxmlformats.org/drawingml/2006/main">
              <a:ext uri="{FF2B5EF4-FFF2-40B4-BE49-F238E27FC236}">
                <a16:creationId xmlns:a16="http://schemas.microsoft.com/office/drawing/2014/main" id="{0709112D-85B1-4CC3-9D21-57FB3F7A00DD}"/>
              </a:ext>
            </a:extLst>
          </p:cNvPr>
          <p:cNvSpPr>
            <a:spLocks xmlns:a="http://schemas.openxmlformats.org/drawingml/2006/main" noGrp="1"/>
          </p:cNvSpPr>
          <p:nvPr/>
        </p:nvSpPr>
        <p:spPr>
          <a:xfrm xmlns:a="http://schemas.openxmlformats.org/drawingml/2006/main">
            <a:off x="619125" y="2857500"/>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6384A"/>
                </a:solidFill>
                <a:latin typeface="Arial"/>
                <a:ea typeface="Arial"/>
                <a:cs typeface="Arial"/>
              </a:defRPr>
            </a:defPPr>
            <a:lvl1pPr>
              <a:defRPr sz="2250" b="0">
                <a:solidFill>
                  <a:srgbClr val="26384A"/>
                </a:solidFill>
                <a:latin typeface="Arial"/>
                <a:ea typeface="Arial"/>
                <a:cs typeface="Arial"/>
              </a:defRPr>
            </a:lvl1pPr>
            <a:lvl2pPr>
              <a:defRPr sz="2250" b="0">
                <a:solidFill>
                  <a:srgbClr val="26384A"/>
                </a:solidFill>
                <a:latin typeface="Arial"/>
                <a:ea typeface="Arial"/>
                <a:cs typeface="Arial"/>
              </a:defRPr>
            </a:lvl2pPr>
            <a:lvl3pPr>
              <a:defRPr sz="2250" b="0">
                <a:solidFill>
                  <a:srgbClr val="26384A"/>
                </a:solidFill>
                <a:latin typeface="Arial"/>
                <a:ea typeface="Arial"/>
                <a:cs typeface="Arial"/>
              </a:defRPr>
            </a:lvl3pPr>
            <a:lvl4pPr>
              <a:defRPr sz="2250" b="0">
                <a:solidFill>
                  <a:srgbClr val="26384A"/>
                </a:solidFill>
                <a:latin typeface="Arial"/>
                <a:ea typeface="Arial"/>
                <a:cs typeface="Arial"/>
              </a:defRPr>
            </a:lvl4pPr>
            <a:lvl5pPr>
              <a:defRPr sz="2250" b="0">
                <a:solidFill>
                  <a:srgbClr val="26384A"/>
                </a:solidFill>
                <a:latin typeface="Arial"/>
                <a:ea typeface="Arial"/>
                <a:cs typeface="Arial"/>
              </a:defRPr>
            </a:lvl5pPr>
            <a:lvl6pPr>
              <a:defRPr sz="2250" b="0">
                <a:solidFill>
                  <a:srgbClr val="26384A"/>
                </a:solidFill>
                <a:latin typeface="Arial"/>
                <a:ea typeface="Arial"/>
                <a:cs typeface="Arial"/>
              </a:defRPr>
            </a:lvl6pPr>
            <a:lvl7pPr>
              <a:defRPr sz="2250" b="0">
                <a:solidFill>
                  <a:srgbClr val="26384A"/>
                </a:solidFill>
                <a:latin typeface="Arial"/>
                <a:ea typeface="Arial"/>
                <a:cs typeface="Arial"/>
              </a:defRPr>
            </a:lvl7pPr>
            <a:lvl8pPr>
              <a:defRPr sz="2250" b="0">
                <a:solidFill>
                  <a:srgbClr val="26384A"/>
                </a:solidFill>
                <a:latin typeface="Arial"/>
                <a:ea typeface="Arial"/>
                <a:cs typeface="Arial"/>
              </a:defRPr>
            </a:lvl8pPr>
            <a:lvl9pPr>
              <a:defRPr sz="2250" b="0">
                <a:solidFill>
                  <a:srgbClr val="26384A"/>
                </a:solidFill>
                <a:latin typeface="Arial"/>
                <a:ea typeface="Arial"/>
                <a:cs typeface="Arial"/>
              </a:defRPr>
            </a:lvl9pPr>
          </a:lstStyle>
          <a:p xmlns:a="http://schemas.openxmlformats.org/drawingml/2006/main">
            <a:pPr>
              <a:defRPr sz="2250" b="0">
                <a:solidFill>
                  <a:srgbClr val="26384A"/>
                </a:solidFill>
                <a:latin typeface="Arial"/>
                <a:ea typeface="Arial"/>
                <a:cs typeface="Arial"/>
              </a:defRPr>
            </a:pPr>
            <a:r>
              <a:rPr sz="2250" b="0">
                <a:solidFill>
                  <a:srgbClr val="26384A"/>
                </a:solidFill>
                <a:latin typeface="Arial"/>
                <a:ea typeface="Arial"/>
                <a:cs typeface="Arial"/>
              </a:rPr>
              <a:t>27.414 valoraciones válidas</a:t>
            </a:r>
          </a:p>
          <a:p xmlns:a="http://schemas.openxmlformats.org/drawingml/2006/main">
            <a:pPr>
              <a:defRPr sz="2250" b="0">
                <a:solidFill>
                  <a:srgbClr val="26384A"/>
                </a:solidFill>
                <a:latin typeface="Arial"/>
                <a:ea typeface="Arial"/>
                <a:cs typeface="Arial"/>
              </a:defRPr>
            </a:pPr>
            <a:r>
              <a:rPr sz="2250" b="0">
                <a:solidFill>
                  <a:srgbClr val="26384A"/>
                </a:solidFill>
                <a:latin typeface="Arial"/>
                <a:ea typeface="Arial"/>
                <a:cs typeface="Arial"/>
              </a:rPr>
              <a:t>4.577 títulos excluidos</a:t>
            </a:r>
          </a:p>
        </p:txBody>
      </p:sp>
      <p:sp>
        <p:nvSpPr>
          <p:cNvPr id="5" name="">
            <a:extLst xmlns:a="http://schemas.openxmlformats.org/drawingml/2006/main">
              <a:ext uri="{FF2B5EF4-FFF2-40B4-BE49-F238E27FC236}">
                <a16:creationId xmlns:a16="http://schemas.microsoft.com/office/drawing/2014/main" id="{63920A3E-9E29-413B-BB9E-4FFC8FE388B4}"/>
              </a:ext>
            </a:extLst>
          </p:cNvPr>
          <p:cNvSpPr>
            <a:spLocks xmlns:a="http://schemas.openxmlformats.org/drawingml/2006/main" noGrp="1"/>
          </p:cNvSpPr>
          <p:nvPr/>
        </p:nvSpPr>
        <p:spPr>
          <a:xfrm xmlns:a="http://schemas.openxmlformats.org/drawingml/2006/main">
            <a:off x="6572250" y="1619250"/>
            <a:ext cx="4857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CB721F"/>
                </a:solidFill>
                <a:latin typeface="Arial"/>
                <a:ea typeface="Arial"/>
                <a:cs typeface="Arial"/>
              </a:defRPr>
            </a:defPPr>
            <a:lvl1pPr>
              <a:defRPr sz="4800" b="1">
                <a:solidFill>
                  <a:srgbClr val="CB721F"/>
                </a:solidFill>
                <a:latin typeface="Arial"/>
                <a:ea typeface="Arial"/>
                <a:cs typeface="Arial"/>
              </a:defRPr>
            </a:lvl1pPr>
            <a:lvl2pPr>
              <a:defRPr sz="4800" b="1">
                <a:solidFill>
                  <a:srgbClr val="CB721F"/>
                </a:solidFill>
                <a:latin typeface="Arial"/>
                <a:ea typeface="Arial"/>
                <a:cs typeface="Arial"/>
              </a:defRPr>
            </a:lvl2pPr>
            <a:lvl3pPr>
              <a:defRPr sz="4800" b="1">
                <a:solidFill>
                  <a:srgbClr val="CB721F"/>
                </a:solidFill>
                <a:latin typeface="Arial"/>
                <a:ea typeface="Arial"/>
                <a:cs typeface="Arial"/>
              </a:defRPr>
            </a:lvl3pPr>
            <a:lvl4pPr>
              <a:defRPr sz="4800" b="1">
                <a:solidFill>
                  <a:srgbClr val="CB721F"/>
                </a:solidFill>
                <a:latin typeface="Arial"/>
                <a:ea typeface="Arial"/>
                <a:cs typeface="Arial"/>
              </a:defRPr>
            </a:lvl4pPr>
            <a:lvl5pPr>
              <a:defRPr sz="4800" b="1">
                <a:solidFill>
                  <a:srgbClr val="CB721F"/>
                </a:solidFill>
                <a:latin typeface="Arial"/>
                <a:ea typeface="Arial"/>
                <a:cs typeface="Arial"/>
              </a:defRPr>
            </a:lvl5pPr>
            <a:lvl6pPr>
              <a:defRPr sz="4800" b="1">
                <a:solidFill>
                  <a:srgbClr val="CB721F"/>
                </a:solidFill>
                <a:latin typeface="Arial"/>
                <a:ea typeface="Arial"/>
                <a:cs typeface="Arial"/>
              </a:defRPr>
            </a:lvl6pPr>
            <a:lvl7pPr>
              <a:defRPr sz="4800" b="1">
                <a:solidFill>
                  <a:srgbClr val="CB721F"/>
                </a:solidFill>
                <a:latin typeface="Arial"/>
                <a:ea typeface="Arial"/>
                <a:cs typeface="Arial"/>
              </a:defRPr>
            </a:lvl7pPr>
            <a:lvl8pPr>
              <a:defRPr sz="4800" b="1">
                <a:solidFill>
                  <a:srgbClr val="CB721F"/>
                </a:solidFill>
                <a:latin typeface="Arial"/>
                <a:ea typeface="Arial"/>
                <a:cs typeface="Arial"/>
              </a:defRPr>
            </a:lvl8pPr>
            <a:lvl9pPr>
              <a:defRPr sz="4800" b="1">
                <a:solidFill>
                  <a:srgbClr val="CB721F"/>
                </a:solidFill>
                <a:latin typeface="Arial"/>
                <a:ea typeface="Arial"/>
                <a:cs typeface="Arial"/>
              </a:defRPr>
            </a:lvl9pPr>
          </a:lstStyle>
          <a:p xmlns:a="http://schemas.openxmlformats.org/drawingml/2006/main">
            <a:pPr>
              <a:defRPr sz="4800" b="1">
                <a:solidFill>
                  <a:srgbClr val="CB721F"/>
                </a:solidFill>
                <a:latin typeface="Arial"/>
                <a:ea typeface="Arial"/>
                <a:cs typeface="Arial"/>
              </a:defRPr>
            </a:pPr>
            <a:r>
              <a:rPr sz="4800" b="1">
                <a:solidFill>
                  <a:srgbClr val="CB721F"/>
                </a:solidFill>
                <a:latin typeface="Arial"/>
                <a:ea typeface="Arial"/>
                <a:cs typeface="Arial"/>
              </a:rPr>
              <a:t>22,07</a:t>
            </a:r>
          </a:p>
        </p:txBody>
      </p:sp>
      <p:sp>
        <p:nvSpPr>
          <p:cNvPr id="6" name="">
            <a:extLst xmlns:a="http://schemas.openxmlformats.org/drawingml/2006/main">
              <a:ext uri="{FF2B5EF4-FFF2-40B4-BE49-F238E27FC236}">
                <a16:creationId xmlns:a16="http://schemas.microsoft.com/office/drawing/2014/main" id="{819AF739-8275-4C03-84D8-9A08C538DA89}"/>
              </a:ext>
            </a:extLst>
          </p:cNvPr>
          <p:cNvSpPr>
            <a:spLocks xmlns:a="http://schemas.openxmlformats.org/drawingml/2006/main" noGrp="1"/>
          </p:cNvSpPr>
          <p:nvPr/>
        </p:nvSpPr>
        <p:spPr>
          <a:xfrm xmlns:a="http://schemas.openxmlformats.org/drawingml/2006/main">
            <a:off x="6572250" y="285750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6384A"/>
                </a:solidFill>
                <a:latin typeface="Arial"/>
                <a:ea typeface="Arial"/>
                <a:cs typeface="Arial"/>
              </a:defRPr>
            </a:defPPr>
            <a:lvl1pPr>
              <a:defRPr sz="2250" b="0">
                <a:solidFill>
                  <a:srgbClr val="26384A"/>
                </a:solidFill>
                <a:latin typeface="Arial"/>
                <a:ea typeface="Arial"/>
                <a:cs typeface="Arial"/>
              </a:defRPr>
            </a:lvl1pPr>
            <a:lvl2pPr>
              <a:defRPr sz="2250" b="0">
                <a:solidFill>
                  <a:srgbClr val="26384A"/>
                </a:solidFill>
                <a:latin typeface="Arial"/>
                <a:ea typeface="Arial"/>
                <a:cs typeface="Arial"/>
              </a:defRPr>
            </a:lvl2pPr>
            <a:lvl3pPr>
              <a:defRPr sz="2250" b="0">
                <a:solidFill>
                  <a:srgbClr val="26384A"/>
                </a:solidFill>
                <a:latin typeface="Arial"/>
                <a:ea typeface="Arial"/>
                <a:cs typeface="Arial"/>
              </a:defRPr>
            </a:lvl3pPr>
            <a:lvl4pPr>
              <a:defRPr sz="2250" b="0">
                <a:solidFill>
                  <a:srgbClr val="26384A"/>
                </a:solidFill>
                <a:latin typeface="Arial"/>
                <a:ea typeface="Arial"/>
                <a:cs typeface="Arial"/>
              </a:defRPr>
            </a:lvl4pPr>
            <a:lvl5pPr>
              <a:defRPr sz="2250" b="0">
                <a:solidFill>
                  <a:srgbClr val="26384A"/>
                </a:solidFill>
                <a:latin typeface="Arial"/>
                <a:ea typeface="Arial"/>
                <a:cs typeface="Arial"/>
              </a:defRPr>
            </a:lvl5pPr>
            <a:lvl6pPr>
              <a:defRPr sz="2250" b="0">
                <a:solidFill>
                  <a:srgbClr val="26384A"/>
                </a:solidFill>
                <a:latin typeface="Arial"/>
                <a:ea typeface="Arial"/>
                <a:cs typeface="Arial"/>
              </a:defRPr>
            </a:lvl6pPr>
            <a:lvl7pPr>
              <a:defRPr sz="2250" b="0">
                <a:solidFill>
                  <a:srgbClr val="26384A"/>
                </a:solidFill>
                <a:latin typeface="Arial"/>
                <a:ea typeface="Arial"/>
                <a:cs typeface="Arial"/>
              </a:defRPr>
            </a:lvl7pPr>
            <a:lvl8pPr>
              <a:defRPr sz="2250" b="0">
                <a:solidFill>
                  <a:srgbClr val="26384A"/>
                </a:solidFill>
                <a:latin typeface="Arial"/>
                <a:ea typeface="Arial"/>
                <a:cs typeface="Arial"/>
              </a:defRPr>
            </a:lvl8pPr>
            <a:lvl9pPr>
              <a:defRPr sz="2250" b="0">
                <a:solidFill>
                  <a:srgbClr val="26384A"/>
                </a:solidFill>
                <a:latin typeface="Arial"/>
                <a:ea typeface="Arial"/>
                <a:cs typeface="Arial"/>
              </a:defRPr>
            </a:lvl9pPr>
          </a:lstStyle>
          <a:p xmlns:a="http://schemas.openxmlformats.org/drawingml/2006/main">
            <a:pPr>
              <a:defRPr sz="2250" b="0">
                <a:solidFill>
                  <a:srgbClr val="26384A"/>
                </a:solidFill>
                <a:latin typeface="Arial"/>
                <a:ea typeface="Arial"/>
                <a:cs typeface="Arial"/>
              </a:defRPr>
            </a:pPr>
            <a:r>
              <a:rPr sz="2250" b="0">
                <a:solidFill>
                  <a:srgbClr val="26384A"/>
                </a:solidFill>
                <a:latin typeface="Arial"/>
                <a:ea typeface="Arial"/>
                <a:cs typeface="Arial"/>
              </a:rPr>
              <a:t>Popularidad mediana</a:t>
            </a:r>
          </a:p>
          <a:p xmlns:a="http://schemas.openxmlformats.org/drawingml/2006/main">
            <a:pPr>
              <a:defRPr sz="2250" b="0">
                <a:solidFill>
                  <a:srgbClr val="26384A"/>
                </a:solidFill>
                <a:latin typeface="Arial"/>
                <a:ea typeface="Arial"/>
                <a:cs typeface="Arial"/>
              </a:defRPr>
            </a:pPr>
            <a:r>
              <a:rPr sz="2250" b="0">
                <a:solidFill>
                  <a:srgbClr val="26384A"/>
                </a:solidFill>
                <a:latin typeface="Arial"/>
                <a:ea typeface="Arial"/>
                <a:cs typeface="Arial"/>
              </a:rPr>
              <a:t>Media: 42,63</a:t>
            </a:r>
          </a:p>
        </p:txBody>
      </p:sp>
      <p:sp>
        <p:nvSpPr>
          <p:cNvPr id="7" name="">
            <a:extLst xmlns:a="http://schemas.openxmlformats.org/drawingml/2006/main">
              <a:ext uri="{FF2B5EF4-FFF2-40B4-BE49-F238E27FC236}">
                <a16:creationId xmlns:a16="http://schemas.microsoft.com/office/drawing/2014/main" id="{CC44831B-544C-4F0E-B145-CC84A271DF65}"/>
              </a:ext>
            </a:extLst>
          </p:cNvPr>
          <p:cNvSpPr>
            <a:spLocks xmlns:a="http://schemas.openxmlformats.org/drawingml/2006/main" noGrp="1"/>
          </p:cNvSpPr>
          <p:nvPr/>
        </p:nvSpPr>
        <p:spPr>
          <a:xfrm xmlns:a="http://schemas.openxmlformats.org/drawingml/2006/main">
            <a:off x="619125" y="46196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6384A"/>
                </a:solidFill>
                <a:latin typeface="Arial"/>
                <a:ea typeface="Arial"/>
                <a:cs typeface="Arial"/>
              </a:defRPr>
            </a:defPPr>
            <a:lvl1pPr>
              <a:defRPr sz="2325" b="1">
                <a:solidFill>
                  <a:srgbClr val="26384A"/>
                </a:solidFill>
                <a:latin typeface="Arial"/>
                <a:ea typeface="Arial"/>
                <a:cs typeface="Arial"/>
              </a:defRPr>
            </a:lvl1pPr>
            <a:lvl2pPr>
              <a:defRPr sz="2325" b="1">
                <a:solidFill>
                  <a:srgbClr val="26384A"/>
                </a:solidFill>
                <a:latin typeface="Arial"/>
                <a:ea typeface="Arial"/>
                <a:cs typeface="Arial"/>
              </a:defRPr>
            </a:lvl2pPr>
            <a:lvl3pPr>
              <a:defRPr sz="2325" b="1">
                <a:solidFill>
                  <a:srgbClr val="26384A"/>
                </a:solidFill>
                <a:latin typeface="Arial"/>
                <a:ea typeface="Arial"/>
                <a:cs typeface="Arial"/>
              </a:defRPr>
            </a:lvl3pPr>
            <a:lvl4pPr>
              <a:defRPr sz="2325" b="1">
                <a:solidFill>
                  <a:srgbClr val="26384A"/>
                </a:solidFill>
                <a:latin typeface="Arial"/>
                <a:ea typeface="Arial"/>
                <a:cs typeface="Arial"/>
              </a:defRPr>
            </a:lvl4pPr>
            <a:lvl5pPr>
              <a:defRPr sz="2325" b="1">
                <a:solidFill>
                  <a:srgbClr val="26384A"/>
                </a:solidFill>
                <a:latin typeface="Arial"/>
                <a:ea typeface="Arial"/>
                <a:cs typeface="Arial"/>
              </a:defRPr>
            </a:lvl5pPr>
            <a:lvl6pPr>
              <a:defRPr sz="2325" b="1">
                <a:solidFill>
                  <a:srgbClr val="26384A"/>
                </a:solidFill>
                <a:latin typeface="Arial"/>
                <a:ea typeface="Arial"/>
                <a:cs typeface="Arial"/>
              </a:defRPr>
            </a:lvl6pPr>
            <a:lvl7pPr>
              <a:defRPr sz="2325" b="1">
                <a:solidFill>
                  <a:srgbClr val="26384A"/>
                </a:solidFill>
                <a:latin typeface="Arial"/>
                <a:ea typeface="Arial"/>
                <a:cs typeface="Arial"/>
              </a:defRPr>
            </a:lvl7pPr>
            <a:lvl8pPr>
              <a:defRPr sz="2325" b="1">
                <a:solidFill>
                  <a:srgbClr val="26384A"/>
                </a:solidFill>
                <a:latin typeface="Arial"/>
                <a:ea typeface="Arial"/>
                <a:cs typeface="Arial"/>
              </a:defRPr>
            </a:lvl8pPr>
            <a:lvl9pPr>
              <a:defRPr sz="2325" b="1">
                <a:solidFill>
                  <a:srgbClr val="26384A"/>
                </a:solidFill>
                <a:latin typeface="Arial"/>
                <a:ea typeface="Arial"/>
                <a:cs typeface="Arial"/>
              </a:defRPr>
            </a:lvl9pPr>
          </a:lstStyle>
          <a:p xmlns:a="http://schemas.openxmlformats.org/drawingml/2006/main">
            <a:pPr>
              <a:defRPr sz="2325" b="1">
                <a:solidFill>
                  <a:srgbClr val="26384A"/>
                </a:solidFill>
                <a:latin typeface="Arial"/>
                <a:ea typeface="Arial"/>
                <a:cs typeface="Arial"/>
              </a:defRPr>
            </a:pPr>
            <a:r>
              <a:rPr sz="2325" b="1">
                <a:solidFill>
                  <a:srgbClr val="26384A"/>
                </a:solidFill>
                <a:latin typeface="Arial"/>
                <a:ea typeface="Arial"/>
                <a:cs typeface="Arial"/>
              </a:rPr>
              <a:t>Votos &gt; 0 y nota &gt; 0 y &lt;= 10</a:t>
            </a:r>
          </a:p>
        </p:txBody>
      </p:sp>
      <p:sp>
        <p:nvSpPr>
          <p:cNvPr id="8" name="">
            <a:extLst xmlns:a="http://schemas.openxmlformats.org/drawingml/2006/main">
              <a:ext uri="{FF2B5EF4-FFF2-40B4-BE49-F238E27FC236}">
                <a16:creationId xmlns:a16="http://schemas.microsoft.com/office/drawing/2014/main" id="{C3B67674-3C34-4FAB-BC47-785A739D64DF}"/>
              </a:ext>
            </a:extLst>
          </p:cNvPr>
          <p:cNvSpPr>
            <a:spLocks xmlns:a="http://schemas.openxmlformats.org/drawingml/2006/main" noGrp="1"/>
          </p:cNvSpPr>
          <p:nvPr/>
        </p:nvSpPr>
        <p:spPr>
          <a:xfrm xmlns:a="http://schemas.openxmlformats.org/drawingml/2006/main">
            <a:off x="619125" y="56197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77A"/>
                </a:solidFill>
                <a:latin typeface="Arial"/>
                <a:ea typeface="Arial"/>
                <a:cs typeface="Arial"/>
              </a:defRPr>
            </a:defPPr>
            <a:lvl1pPr>
              <a:defRPr sz="2025" b="0">
                <a:solidFill>
                  <a:srgbClr val="52677A"/>
                </a:solidFill>
                <a:latin typeface="Arial"/>
                <a:ea typeface="Arial"/>
                <a:cs typeface="Arial"/>
              </a:defRPr>
            </a:lvl1pPr>
            <a:lvl2pPr>
              <a:defRPr sz="2025" b="0">
                <a:solidFill>
                  <a:srgbClr val="52677A"/>
                </a:solidFill>
                <a:latin typeface="Arial"/>
                <a:ea typeface="Arial"/>
                <a:cs typeface="Arial"/>
              </a:defRPr>
            </a:lvl2pPr>
            <a:lvl3pPr>
              <a:defRPr sz="2025" b="0">
                <a:solidFill>
                  <a:srgbClr val="52677A"/>
                </a:solidFill>
                <a:latin typeface="Arial"/>
                <a:ea typeface="Arial"/>
                <a:cs typeface="Arial"/>
              </a:defRPr>
            </a:lvl3pPr>
            <a:lvl4pPr>
              <a:defRPr sz="2025" b="0">
                <a:solidFill>
                  <a:srgbClr val="52677A"/>
                </a:solidFill>
                <a:latin typeface="Arial"/>
                <a:ea typeface="Arial"/>
                <a:cs typeface="Arial"/>
              </a:defRPr>
            </a:lvl4pPr>
            <a:lvl5pPr>
              <a:defRPr sz="2025" b="0">
                <a:solidFill>
                  <a:srgbClr val="52677A"/>
                </a:solidFill>
                <a:latin typeface="Arial"/>
                <a:ea typeface="Arial"/>
                <a:cs typeface="Arial"/>
              </a:defRPr>
            </a:lvl5pPr>
            <a:lvl6pPr>
              <a:defRPr sz="2025" b="0">
                <a:solidFill>
                  <a:srgbClr val="52677A"/>
                </a:solidFill>
                <a:latin typeface="Arial"/>
                <a:ea typeface="Arial"/>
                <a:cs typeface="Arial"/>
              </a:defRPr>
            </a:lvl6pPr>
            <a:lvl7pPr>
              <a:defRPr sz="2025" b="0">
                <a:solidFill>
                  <a:srgbClr val="52677A"/>
                </a:solidFill>
                <a:latin typeface="Arial"/>
                <a:ea typeface="Arial"/>
                <a:cs typeface="Arial"/>
              </a:defRPr>
            </a:lvl7pPr>
            <a:lvl8pPr>
              <a:defRPr sz="2025" b="0">
                <a:solidFill>
                  <a:srgbClr val="52677A"/>
                </a:solidFill>
                <a:latin typeface="Arial"/>
                <a:ea typeface="Arial"/>
                <a:cs typeface="Arial"/>
              </a:defRPr>
            </a:lvl8pPr>
            <a:lvl9pPr>
              <a:defRPr sz="2025" b="0">
                <a:solidFill>
                  <a:srgbClr val="52677A"/>
                </a:solidFill>
                <a:latin typeface="Arial"/>
                <a:ea typeface="Arial"/>
                <a:cs typeface="Arial"/>
              </a:defRPr>
            </a:lvl9pPr>
          </a:lstStyle>
          <a:p xmlns:a="http://schemas.openxmlformats.org/drawingml/2006/main">
            <a:pPr>
              <a:defRPr sz="2025" b="0">
                <a:solidFill>
                  <a:srgbClr val="52677A"/>
                </a:solidFill>
                <a:latin typeface="Arial"/>
                <a:ea typeface="Arial"/>
                <a:cs typeface="Arial"/>
              </a:defRPr>
            </a:pPr>
            <a:r>
              <a:rPr sz="2025" b="0">
                <a:solidFill>
                  <a:srgbClr val="52677A"/>
                </a:solidFill>
                <a:latin typeface="Arial"/>
                <a:ea typeface="Arial"/>
                <a:cs typeface="Arial"/>
              </a:rPr>
              <a:t>11 indicadores coinciden entre Python y el modelo nativo de Power BI.</a:t>
            </a:r>
          </a:p>
        </p:txBody>
      </p:sp>
    </p:spTree>
    <p:extLst>
      <p:ext uri="{BB962C8B-B14F-4D97-AF65-F5344CB8AC3E}">
        <p14:creationId xmlns:p14="http://schemas.microsoft.com/office/powerpoint/2010/main" val="21154970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D6CD85E-57EB-4AF0-912B-57FBE7BC327C}"/>
              </a:ext>
            </a:extLst>
          </p:cNvPr>
          <p:cNvSpPr>
            <a:spLocks xmlns:a="http://schemas.openxmlformats.org/drawingml/2006/main" noGrp="1"/>
          </p:cNvSpPr>
          <p:nvPr/>
        </p:nvSpPr>
        <p:spPr>
          <a:xfrm xmlns:a="http://schemas.openxmlformats.org/drawingml/2006/main">
            <a:off x="523875" y="304800"/>
            <a:ext cx="1114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F4E79"/>
                </a:solidFill>
                <a:latin typeface="Arial"/>
                <a:ea typeface="Arial"/>
                <a:cs typeface="Arial"/>
              </a:defRPr>
            </a:defPPr>
            <a:lvl1pPr>
              <a:defRPr sz="3000" b="1">
                <a:solidFill>
                  <a:srgbClr val="1F4E79"/>
                </a:solidFill>
                <a:latin typeface="Arial"/>
                <a:ea typeface="Arial"/>
                <a:cs typeface="Arial"/>
              </a:defRPr>
            </a:lvl1pPr>
            <a:lvl2pPr>
              <a:defRPr sz="3000" b="1">
                <a:solidFill>
                  <a:srgbClr val="1F4E79"/>
                </a:solidFill>
                <a:latin typeface="Arial"/>
                <a:ea typeface="Arial"/>
                <a:cs typeface="Arial"/>
              </a:defRPr>
            </a:lvl2pPr>
            <a:lvl3pPr>
              <a:defRPr sz="3000" b="1">
                <a:solidFill>
                  <a:srgbClr val="1F4E79"/>
                </a:solidFill>
                <a:latin typeface="Arial"/>
                <a:ea typeface="Arial"/>
                <a:cs typeface="Arial"/>
              </a:defRPr>
            </a:lvl3pPr>
            <a:lvl4pPr>
              <a:defRPr sz="3000" b="1">
                <a:solidFill>
                  <a:srgbClr val="1F4E79"/>
                </a:solidFill>
                <a:latin typeface="Arial"/>
                <a:ea typeface="Arial"/>
                <a:cs typeface="Arial"/>
              </a:defRPr>
            </a:lvl4pPr>
            <a:lvl5pPr>
              <a:defRPr sz="3000" b="1">
                <a:solidFill>
                  <a:srgbClr val="1F4E79"/>
                </a:solidFill>
                <a:latin typeface="Arial"/>
                <a:ea typeface="Arial"/>
                <a:cs typeface="Arial"/>
              </a:defRPr>
            </a:lvl5pPr>
            <a:lvl6pPr>
              <a:defRPr sz="3000" b="1">
                <a:solidFill>
                  <a:srgbClr val="1F4E79"/>
                </a:solidFill>
                <a:latin typeface="Arial"/>
                <a:ea typeface="Arial"/>
                <a:cs typeface="Arial"/>
              </a:defRPr>
            </a:lvl6pPr>
            <a:lvl7pPr>
              <a:defRPr sz="3000" b="1">
                <a:solidFill>
                  <a:srgbClr val="1F4E79"/>
                </a:solidFill>
                <a:latin typeface="Arial"/>
                <a:ea typeface="Arial"/>
                <a:cs typeface="Arial"/>
              </a:defRPr>
            </a:lvl7pPr>
            <a:lvl8pPr>
              <a:defRPr sz="3000" b="1">
                <a:solidFill>
                  <a:srgbClr val="1F4E79"/>
                </a:solidFill>
                <a:latin typeface="Arial"/>
                <a:ea typeface="Arial"/>
                <a:cs typeface="Arial"/>
              </a:defRPr>
            </a:lvl8pPr>
            <a:lvl9pPr>
              <a:defRPr sz="3000" b="1">
                <a:solidFill>
                  <a:srgbClr val="1F4E79"/>
                </a:solidFill>
                <a:latin typeface="Arial"/>
                <a:ea typeface="Arial"/>
                <a:cs typeface="Arial"/>
              </a:defRPr>
            </a:lvl9pPr>
          </a:lstStyle>
          <a:p xmlns:a="http://schemas.openxmlformats.org/drawingml/2006/main">
            <a:pPr>
              <a:defRPr sz="3000" b="1">
                <a:solidFill>
                  <a:srgbClr val="1F4E79"/>
                </a:solidFill>
                <a:latin typeface="Arial"/>
                <a:ea typeface="Arial"/>
                <a:cs typeface="Arial"/>
              </a:defRPr>
            </a:pPr>
            <a:r>
              <a:rPr sz="3000" b="1">
                <a:solidFill>
                  <a:srgbClr val="1F4E79"/>
                </a:solidFill>
                <a:latin typeface="Arial"/>
                <a:ea typeface="Arial"/>
                <a:cs typeface="Arial"/>
              </a:rPr>
              <a:t>Python resume el catálogo para Dirección</a:t>
            </a:r>
          </a:p>
        </p:txBody>
      </p:sp>
      <p:sp>
        <p:nvSpPr>
          <p:cNvPr id="2" name="">
            <a:extLst xmlns:a="http://schemas.openxmlformats.org/drawingml/2006/main">
              <a:ext uri="{FF2B5EF4-FFF2-40B4-BE49-F238E27FC236}">
                <a16:creationId xmlns:a16="http://schemas.microsoft.com/office/drawing/2014/main" id="{3C9DA0A9-7B4C-4B77-BFAC-20BBCFDA712D}"/>
              </a:ext>
            </a:extLst>
          </p:cNvPr>
          <p:cNvSpPr>
            <a:spLocks xmlns:a="http://schemas.openxmlformats.org/drawingml/2006/main" noGrp="1"/>
          </p:cNvSpPr>
          <p:nvPr/>
        </p:nvSpPr>
        <p:spPr>
          <a:xfrm xmlns:a="http://schemas.openxmlformats.org/drawingml/2006/main">
            <a:off x="11382375"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A"/>
                </a:solidFill>
                <a:latin typeface="Arial"/>
                <a:ea typeface="Arial"/>
                <a:cs typeface="Arial"/>
              </a:defRPr>
            </a:defPPr>
            <a:lvl1pPr>
              <a:defRPr sz="1200" b="0">
                <a:solidFill>
                  <a:srgbClr val="52677A"/>
                </a:solidFill>
                <a:latin typeface="Arial"/>
                <a:ea typeface="Arial"/>
                <a:cs typeface="Arial"/>
              </a:defRPr>
            </a:lvl1pPr>
            <a:lvl2pPr>
              <a:defRPr sz="1200" b="0">
                <a:solidFill>
                  <a:srgbClr val="52677A"/>
                </a:solidFill>
                <a:latin typeface="Arial"/>
                <a:ea typeface="Arial"/>
                <a:cs typeface="Arial"/>
              </a:defRPr>
            </a:lvl2pPr>
            <a:lvl3pPr>
              <a:defRPr sz="1200" b="0">
                <a:solidFill>
                  <a:srgbClr val="52677A"/>
                </a:solidFill>
                <a:latin typeface="Arial"/>
                <a:ea typeface="Arial"/>
                <a:cs typeface="Arial"/>
              </a:defRPr>
            </a:lvl3pPr>
            <a:lvl4pPr>
              <a:defRPr sz="1200" b="0">
                <a:solidFill>
                  <a:srgbClr val="52677A"/>
                </a:solidFill>
                <a:latin typeface="Arial"/>
                <a:ea typeface="Arial"/>
                <a:cs typeface="Arial"/>
              </a:defRPr>
            </a:lvl4pPr>
            <a:lvl5pPr>
              <a:defRPr sz="1200" b="0">
                <a:solidFill>
                  <a:srgbClr val="52677A"/>
                </a:solidFill>
                <a:latin typeface="Arial"/>
                <a:ea typeface="Arial"/>
                <a:cs typeface="Arial"/>
              </a:defRPr>
            </a:lvl5pPr>
            <a:lvl6pPr>
              <a:defRPr sz="1200" b="0">
                <a:solidFill>
                  <a:srgbClr val="52677A"/>
                </a:solidFill>
                <a:latin typeface="Arial"/>
                <a:ea typeface="Arial"/>
                <a:cs typeface="Arial"/>
              </a:defRPr>
            </a:lvl6pPr>
            <a:lvl7pPr>
              <a:defRPr sz="1200" b="0">
                <a:solidFill>
                  <a:srgbClr val="52677A"/>
                </a:solidFill>
                <a:latin typeface="Arial"/>
                <a:ea typeface="Arial"/>
                <a:cs typeface="Arial"/>
              </a:defRPr>
            </a:lvl7pPr>
            <a:lvl8pPr>
              <a:defRPr sz="1200" b="0">
                <a:solidFill>
                  <a:srgbClr val="52677A"/>
                </a:solidFill>
                <a:latin typeface="Arial"/>
                <a:ea typeface="Arial"/>
                <a:cs typeface="Arial"/>
              </a:defRPr>
            </a:lvl8pPr>
            <a:lvl9pPr>
              <a:defRPr sz="1200" b="0">
                <a:solidFill>
                  <a:srgbClr val="52677A"/>
                </a:solidFill>
                <a:latin typeface="Arial"/>
                <a:ea typeface="Arial"/>
                <a:cs typeface="Arial"/>
              </a:defRPr>
            </a:lvl9pPr>
          </a:lstStyle>
          <a:p xmlns:a="http://schemas.openxmlformats.org/drawingml/2006/main">
            <a:pPr>
              <a:defRPr sz="1200" b="0">
                <a:solidFill>
                  <a:srgbClr val="52677A"/>
                </a:solidFill>
                <a:latin typeface="Arial"/>
                <a:ea typeface="Arial"/>
                <a:cs typeface="Arial"/>
              </a:defRPr>
            </a:pPr>
            <a:r>
              <a:rPr sz="1200" b="0">
                <a:solidFill>
                  <a:srgbClr val="52677A"/>
                </a:solidFill>
                <a:latin typeface="Arial"/>
                <a:ea typeface="Arial"/>
                <a:cs typeface="Arial"/>
              </a:rPr>
              <a:t>05</a:t>
            </a:r>
          </a:p>
        </p:txBody>
      </p:sp>
      <p:pic>
        <p:nvPicPr>
          <p:cNvPr id="3" name="">
            <a:extLst xmlns:a="http://schemas.openxmlformats.org/drawingml/2006/main">
              <a:ext uri="{FF2B5EF4-FFF2-40B4-BE49-F238E27FC236}">
                <a16:creationId xmlns:a16="http://schemas.microsoft.com/office/drawing/2014/main" id="{75174570-2F5E-4A97-961B-BAB40C90C59C}"/>
              </a:ext>
            </a:extLst>
          </p:cNvPr>
          <p:cNvPicPr>
            <a:picLocks xmlns:a="http://schemas.openxmlformats.org/drawingml/2006/main" noChangeAspect="1"/>
          </p:cNvPicPr>
          <p:nvPr/>
        </p:nvPicPr>
        <p:blipFill>
          <a:blip xmlns:r="http://schemas.openxmlformats.org/officeDocument/2006/relationships" xmlns:a="http://schemas.openxmlformats.org/drawingml/2006/main" r:embed="Rf9e0404964eb4080"/>
          <a:stretch xmlns:a="http://schemas.openxmlformats.org/drawingml/2006/main"/>
        </p:blipFill>
        <p:spPr>
          <a:xfrm xmlns:a="http://schemas.openxmlformats.org/drawingml/2006/main">
            <a:off x="1947333" y="1190625"/>
            <a:ext cx="8297333" cy="4667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6345E6C-8FE8-4FDE-81EA-71828295FD5D}"/>
              </a:ext>
            </a:extLst>
          </p:cNvPr>
          <p:cNvSpPr>
            <a:spLocks xmlns:a="http://schemas.openxmlformats.org/drawingml/2006/main" noGrp="1"/>
          </p:cNvSpPr>
          <p:nvPr/>
        </p:nvSpPr>
        <p:spPr>
          <a:xfrm xmlns:a="http://schemas.openxmlformats.org/drawingml/2006/main">
            <a:off x="619125" y="60007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77A"/>
                </a:solidFill>
                <a:latin typeface="Arial"/>
                <a:ea typeface="Arial"/>
                <a:cs typeface="Arial"/>
              </a:defRPr>
            </a:defPPr>
            <a:lvl1pPr>
              <a:defRPr sz="2025" b="0">
                <a:solidFill>
                  <a:srgbClr val="52677A"/>
                </a:solidFill>
                <a:latin typeface="Arial"/>
                <a:ea typeface="Arial"/>
                <a:cs typeface="Arial"/>
              </a:defRPr>
            </a:lvl1pPr>
            <a:lvl2pPr>
              <a:defRPr sz="2025" b="0">
                <a:solidFill>
                  <a:srgbClr val="52677A"/>
                </a:solidFill>
                <a:latin typeface="Arial"/>
                <a:ea typeface="Arial"/>
                <a:cs typeface="Arial"/>
              </a:defRPr>
            </a:lvl2pPr>
            <a:lvl3pPr>
              <a:defRPr sz="2025" b="0">
                <a:solidFill>
                  <a:srgbClr val="52677A"/>
                </a:solidFill>
                <a:latin typeface="Arial"/>
                <a:ea typeface="Arial"/>
                <a:cs typeface="Arial"/>
              </a:defRPr>
            </a:lvl3pPr>
            <a:lvl4pPr>
              <a:defRPr sz="2025" b="0">
                <a:solidFill>
                  <a:srgbClr val="52677A"/>
                </a:solidFill>
                <a:latin typeface="Arial"/>
                <a:ea typeface="Arial"/>
                <a:cs typeface="Arial"/>
              </a:defRPr>
            </a:lvl4pPr>
            <a:lvl5pPr>
              <a:defRPr sz="2025" b="0">
                <a:solidFill>
                  <a:srgbClr val="52677A"/>
                </a:solidFill>
                <a:latin typeface="Arial"/>
                <a:ea typeface="Arial"/>
                <a:cs typeface="Arial"/>
              </a:defRPr>
            </a:lvl5pPr>
            <a:lvl6pPr>
              <a:defRPr sz="2025" b="0">
                <a:solidFill>
                  <a:srgbClr val="52677A"/>
                </a:solidFill>
                <a:latin typeface="Arial"/>
                <a:ea typeface="Arial"/>
                <a:cs typeface="Arial"/>
              </a:defRPr>
            </a:lvl6pPr>
            <a:lvl7pPr>
              <a:defRPr sz="2025" b="0">
                <a:solidFill>
                  <a:srgbClr val="52677A"/>
                </a:solidFill>
                <a:latin typeface="Arial"/>
                <a:ea typeface="Arial"/>
                <a:cs typeface="Arial"/>
              </a:defRPr>
            </a:lvl7pPr>
            <a:lvl8pPr>
              <a:defRPr sz="2025" b="0">
                <a:solidFill>
                  <a:srgbClr val="52677A"/>
                </a:solidFill>
                <a:latin typeface="Arial"/>
                <a:ea typeface="Arial"/>
                <a:cs typeface="Arial"/>
              </a:defRPr>
            </a:lvl8pPr>
            <a:lvl9pPr>
              <a:defRPr sz="2025" b="0">
                <a:solidFill>
                  <a:srgbClr val="52677A"/>
                </a:solidFill>
                <a:latin typeface="Arial"/>
                <a:ea typeface="Arial"/>
                <a:cs typeface="Arial"/>
              </a:defRPr>
            </a:lvl9pPr>
          </a:lstStyle>
          <a:p xmlns:a="http://schemas.openxmlformats.org/drawingml/2006/main">
            <a:pPr>
              <a:defRPr sz="2025" b="0">
                <a:solidFill>
                  <a:srgbClr val="52677A"/>
                </a:solidFill>
                <a:latin typeface="Arial"/>
                <a:ea typeface="Arial"/>
                <a:cs typeface="Arial"/>
              </a:defRPr>
            </a:pPr>
            <a:r>
              <a:rPr sz="2025" b="0">
                <a:solidFill>
                  <a:srgbClr val="52677A"/>
                </a:solidFill>
                <a:latin typeface="Arial"/>
                <a:ea typeface="Arial"/>
                <a:cs typeface="Arial"/>
              </a:rPr>
              <a:t>Tipo, años y género filtran los KPIs. D3 permite cambiar la medida.</a:t>
            </a:r>
          </a:p>
        </p:txBody>
      </p:sp>
    </p:spTree>
    <p:extLst>
      <p:ext uri="{BB962C8B-B14F-4D97-AF65-F5344CB8AC3E}">
        <p14:creationId xmlns:p14="http://schemas.microsoft.com/office/powerpoint/2010/main" val="4127077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D430F05-7B84-4C76-8D85-4BD318F6F3E1}"/>
              </a:ext>
            </a:extLst>
          </p:cNvPr>
          <p:cNvSpPr>
            <a:spLocks xmlns:a="http://schemas.openxmlformats.org/drawingml/2006/main" noGrp="1"/>
          </p:cNvSpPr>
          <p:nvPr/>
        </p:nvSpPr>
        <p:spPr>
          <a:xfrm xmlns:a="http://schemas.openxmlformats.org/drawingml/2006/main">
            <a:off x="523875" y="304800"/>
            <a:ext cx="1114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F4E79"/>
                </a:solidFill>
                <a:latin typeface="Arial"/>
                <a:ea typeface="Arial"/>
                <a:cs typeface="Arial"/>
              </a:defRPr>
            </a:defPPr>
            <a:lvl1pPr>
              <a:defRPr sz="3000" b="1">
                <a:solidFill>
                  <a:srgbClr val="1F4E79"/>
                </a:solidFill>
                <a:latin typeface="Arial"/>
                <a:ea typeface="Arial"/>
                <a:cs typeface="Arial"/>
              </a:defRPr>
            </a:lvl1pPr>
            <a:lvl2pPr>
              <a:defRPr sz="3000" b="1">
                <a:solidFill>
                  <a:srgbClr val="1F4E79"/>
                </a:solidFill>
                <a:latin typeface="Arial"/>
                <a:ea typeface="Arial"/>
                <a:cs typeface="Arial"/>
              </a:defRPr>
            </a:lvl2pPr>
            <a:lvl3pPr>
              <a:defRPr sz="3000" b="1">
                <a:solidFill>
                  <a:srgbClr val="1F4E79"/>
                </a:solidFill>
                <a:latin typeface="Arial"/>
                <a:ea typeface="Arial"/>
                <a:cs typeface="Arial"/>
              </a:defRPr>
            </a:lvl3pPr>
            <a:lvl4pPr>
              <a:defRPr sz="3000" b="1">
                <a:solidFill>
                  <a:srgbClr val="1F4E79"/>
                </a:solidFill>
                <a:latin typeface="Arial"/>
                <a:ea typeface="Arial"/>
                <a:cs typeface="Arial"/>
              </a:defRPr>
            </a:lvl4pPr>
            <a:lvl5pPr>
              <a:defRPr sz="3000" b="1">
                <a:solidFill>
                  <a:srgbClr val="1F4E79"/>
                </a:solidFill>
                <a:latin typeface="Arial"/>
                <a:ea typeface="Arial"/>
                <a:cs typeface="Arial"/>
              </a:defRPr>
            </a:lvl5pPr>
            <a:lvl6pPr>
              <a:defRPr sz="3000" b="1">
                <a:solidFill>
                  <a:srgbClr val="1F4E79"/>
                </a:solidFill>
                <a:latin typeface="Arial"/>
                <a:ea typeface="Arial"/>
                <a:cs typeface="Arial"/>
              </a:defRPr>
            </a:lvl6pPr>
            <a:lvl7pPr>
              <a:defRPr sz="3000" b="1">
                <a:solidFill>
                  <a:srgbClr val="1F4E79"/>
                </a:solidFill>
                <a:latin typeface="Arial"/>
                <a:ea typeface="Arial"/>
                <a:cs typeface="Arial"/>
              </a:defRPr>
            </a:lvl7pPr>
            <a:lvl8pPr>
              <a:defRPr sz="3000" b="1">
                <a:solidFill>
                  <a:srgbClr val="1F4E79"/>
                </a:solidFill>
                <a:latin typeface="Arial"/>
                <a:ea typeface="Arial"/>
                <a:cs typeface="Arial"/>
              </a:defRPr>
            </a:lvl8pPr>
            <a:lvl9pPr>
              <a:defRPr sz="3000" b="1">
                <a:solidFill>
                  <a:srgbClr val="1F4E79"/>
                </a:solidFill>
                <a:latin typeface="Arial"/>
                <a:ea typeface="Arial"/>
                <a:cs typeface="Arial"/>
              </a:defRPr>
            </a:lvl9pPr>
          </a:lstStyle>
          <a:p xmlns:a="http://schemas.openxmlformats.org/drawingml/2006/main">
            <a:pPr>
              <a:defRPr sz="3000" b="1">
                <a:solidFill>
                  <a:srgbClr val="1F4E79"/>
                </a:solidFill>
                <a:latin typeface="Arial"/>
                <a:ea typeface="Arial"/>
                <a:cs typeface="Arial"/>
              </a:defRPr>
            </a:pPr>
            <a:r>
              <a:rPr sz="3000" b="1">
                <a:solidFill>
                  <a:srgbClr val="1F4E79"/>
                </a:solidFill>
                <a:latin typeface="Arial"/>
                <a:ea typeface="Arial"/>
                <a:cs typeface="Arial"/>
              </a:rPr>
              <a:t>Power BI permite comparar títulos</a:t>
            </a:r>
          </a:p>
        </p:txBody>
      </p:sp>
      <p:sp>
        <p:nvSpPr>
          <p:cNvPr id="2" name="">
            <a:extLst xmlns:a="http://schemas.openxmlformats.org/drawingml/2006/main">
              <a:ext uri="{FF2B5EF4-FFF2-40B4-BE49-F238E27FC236}">
                <a16:creationId xmlns:a16="http://schemas.microsoft.com/office/drawing/2014/main" id="{93307BD3-1CF7-444E-9C67-586591D7AE7C}"/>
              </a:ext>
            </a:extLst>
          </p:cNvPr>
          <p:cNvSpPr>
            <a:spLocks xmlns:a="http://schemas.openxmlformats.org/drawingml/2006/main" noGrp="1"/>
          </p:cNvSpPr>
          <p:nvPr/>
        </p:nvSpPr>
        <p:spPr>
          <a:xfrm xmlns:a="http://schemas.openxmlformats.org/drawingml/2006/main">
            <a:off x="11382375"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A"/>
                </a:solidFill>
                <a:latin typeface="Arial"/>
                <a:ea typeface="Arial"/>
                <a:cs typeface="Arial"/>
              </a:defRPr>
            </a:defPPr>
            <a:lvl1pPr>
              <a:defRPr sz="1200" b="0">
                <a:solidFill>
                  <a:srgbClr val="52677A"/>
                </a:solidFill>
                <a:latin typeface="Arial"/>
                <a:ea typeface="Arial"/>
                <a:cs typeface="Arial"/>
              </a:defRPr>
            </a:lvl1pPr>
            <a:lvl2pPr>
              <a:defRPr sz="1200" b="0">
                <a:solidFill>
                  <a:srgbClr val="52677A"/>
                </a:solidFill>
                <a:latin typeface="Arial"/>
                <a:ea typeface="Arial"/>
                <a:cs typeface="Arial"/>
              </a:defRPr>
            </a:lvl2pPr>
            <a:lvl3pPr>
              <a:defRPr sz="1200" b="0">
                <a:solidFill>
                  <a:srgbClr val="52677A"/>
                </a:solidFill>
                <a:latin typeface="Arial"/>
                <a:ea typeface="Arial"/>
                <a:cs typeface="Arial"/>
              </a:defRPr>
            </a:lvl3pPr>
            <a:lvl4pPr>
              <a:defRPr sz="1200" b="0">
                <a:solidFill>
                  <a:srgbClr val="52677A"/>
                </a:solidFill>
                <a:latin typeface="Arial"/>
                <a:ea typeface="Arial"/>
                <a:cs typeface="Arial"/>
              </a:defRPr>
            </a:lvl4pPr>
            <a:lvl5pPr>
              <a:defRPr sz="1200" b="0">
                <a:solidFill>
                  <a:srgbClr val="52677A"/>
                </a:solidFill>
                <a:latin typeface="Arial"/>
                <a:ea typeface="Arial"/>
                <a:cs typeface="Arial"/>
              </a:defRPr>
            </a:lvl5pPr>
            <a:lvl6pPr>
              <a:defRPr sz="1200" b="0">
                <a:solidFill>
                  <a:srgbClr val="52677A"/>
                </a:solidFill>
                <a:latin typeface="Arial"/>
                <a:ea typeface="Arial"/>
                <a:cs typeface="Arial"/>
              </a:defRPr>
            </a:lvl6pPr>
            <a:lvl7pPr>
              <a:defRPr sz="1200" b="0">
                <a:solidFill>
                  <a:srgbClr val="52677A"/>
                </a:solidFill>
                <a:latin typeface="Arial"/>
                <a:ea typeface="Arial"/>
                <a:cs typeface="Arial"/>
              </a:defRPr>
            </a:lvl7pPr>
            <a:lvl8pPr>
              <a:defRPr sz="1200" b="0">
                <a:solidFill>
                  <a:srgbClr val="52677A"/>
                </a:solidFill>
                <a:latin typeface="Arial"/>
                <a:ea typeface="Arial"/>
                <a:cs typeface="Arial"/>
              </a:defRPr>
            </a:lvl8pPr>
            <a:lvl9pPr>
              <a:defRPr sz="1200" b="0">
                <a:solidFill>
                  <a:srgbClr val="52677A"/>
                </a:solidFill>
                <a:latin typeface="Arial"/>
                <a:ea typeface="Arial"/>
                <a:cs typeface="Arial"/>
              </a:defRPr>
            </a:lvl9pPr>
          </a:lstStyle>
          <a:p xmlns:a="http://schemas.openxmlformats.org/drawingml/2006/main">
            <a:pPr>
              <a:defRPr sz="1200" b="0">
                <a:solidFill>
                  <a:srgbClr val="52677A"/>
                </a:solidFill>
                <a:latin typeface="Arial"/>
                <a:ea typeface="Arial"/>
                <a:cs typeface="Arial"/>
              </a:defRPr>
            </a:pPr>
            <a:r>
              <a:rPr sz="1200" b="0">
                <a:solidFill>
                  <a:srgbClr val="52677A"/>
                </a:solidFill>
                <a:latin typeface="Arial"/>
                <a:ea typeface="Arial"/>
                <a:cs typeface="Arial"/>
              </a:rPr>
              <a:t>06</a:t>
            </a:r>
          </a:p>
        </p:txBody>
      </p:sp>
      <p:pic>
        <p:nvPicPr>
          <p:cNvPr id="3" name="">
            <a:extLst xmlns:a="http://schemas.openxmlformats.org/drawingml/2006/main">
              <a:ext uri="{FF2B5EF4-FFF2-40B4-BE49-F238E27FC236}">
                <a16:creationId xmlns:a16="http://schemas.microsoft.com/office/drawing/2014/main" id="{702E0AA0-9724-43CC-8994-1D7DD4ACA371}"/>
              </a:ext>
            </a:extLst>
          </p:cNvPr>
          <p:cNvPicPr>
            <a:picLocks xmlns:a="http://schemas.openxmlformats.org/drawingml/2006/main" noChangeAspect="1"/>
          </p:cNvPicPr>
          <p:nvPr/>
        </p:nvPicPr>
        <p:blipFill>
          <a:blip xmlns:r="http://schemas.openxmlformats.org/officeDocument/2006/relationships" xmlns:a="http://schemas.openxmlformats.org/drawingml/2006/main" r:embed="R411d69995d164916"/>
          <a:stretch xmlns:a="http://schemas.openxmlformats.org/drawingml/2006/main"/>
        </p:blipFill>
        <p:spPr>
          <a:xfrm xmlns:a="http://schemas.openxmlformats.org/drawingml/2006/main">
            <a:off x="1643063" y="1143000"/>
            <a:ext cx="8905875" cy="4857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29C4498-EBAB-47B0-8B0E-D776483A24BB}"/>
              </a:ext>
            </a:extLst>
          </p:cNvPr>
          <p:cNvSpPr>
            <a:spLocks xmlns:a="http://schemas.openxmlformats.org/drawingml/2006/main" noGrp="1"/>
          </p:cNvSpPr>
          <p:nvPr/>
        </p:nvSpPr>
        <p:spPr>
          <a:xfrm xmlns:a="http://schemas.openxmlformats.org/drawingml/2006/main">
            <a:off x="619125" y="60960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77A"/>
                </a:solidFill>
                <a:latin typeface="Arial"/>
                <a:ea typeface="Arial"/>
                <a:cs typeface="Arial"/>
              </a:defRPr>
            </a:defPPr>
            <a:lvl1pPr>
              <a:defRPr sz="1875" b="0">
                <a:solidFill>
                  <a:srgbClr val="52677A"/>
                </a:solidFill>
                <a:latin typeface="Arial"/>
                <a:ea typeface="Arial"/>
                <a:cs typeface="Arial"/>
              </a:defRPr>
            </a:lvl1pPr>
            <a:lvl2pPr>
              <a:defRPr sz="1875" b="0">
                <a:solidFill>
                  <a:srgbClr val="52677A"/>
                </a:solidFill>
                <a:latin typeface="Arial"/>
                <a:ea typeface="Arial"/>
                <a:cs typeface="Arial"/>
              </a:defRPr>
            </a:lvl2pPr>
            <a:lvl3pPr>
              <a:defRPr sz="1875" b="0">
                <a:solidFill>
                  <a:srgbClr val="52677A"/>
                </a:solidFill>
                <a:latin typeface="Arial"/>
                <a:ea typeface="Arial"/>
                <a:cs typeface="Arial"/>
              </a:defRPr>
            </a:lvl3pPr>
            <a:lvl4pPr>
              <a:defRPr sz="1875" b="0">
                <a:solidFill>
                  <a:srgbClr val="52677A"/>
                </a:solidFill>
                <a:latin typeface="Arial"/>
                <a:ea typeface="Arial"/>
                <a:cs typeface="Arial"/>
              </a:defRPr>
            </a:lvl4pPr>
            <a:lvl5pPr>
              <a:defRPr sz="1875" b="0">
                <a:solidFill>
                  <a:srgbClr val="52677A"/>
                </a:solidFill>
                <a:latin typeface="Arial"/>
                <a:ea typeface="Arial"/>
                <a:cs typeface="Arial"/>
              </a:defRPr>
            </a:lvl5pPr>
            <a:lvl6pPr>
              <a:defRPr sz="1875" b="0">
                <a:solidFill>
                  <a:srgbClr val="52677A"/>
                </a:solidFill>
                <a:latin typeface="Arial"/>
                <a:ea typeface="Arial"/>
                <a:cs typeface="Arial"/>
              </a:defRPr>
            </a:lvl6pPr>
            <a:lvl7pPr>
              <a:defRPr sz="1875" b="0">
                <a:solidFill>
                  <a:srgbClr val="52677A"/>
                </a:solidFill>
                <a:latin typeface="Arial"/>
                <a:ea typeface="Arial"/>
                <a:cs typeface="Arial"/>
              </a:defRPr>
            </a:lvl7pPr>
            <a:lvl8pPr>
              <a:defRPr sz="1875" b="0">
                <a:solidFill>
                  <a:srgbClr val="52677A"/>
                </a:solidFill>
                <a:latin typeface="Arial"/>
                <a:ea typeface="Arial"/>
                <a:cs typeface="Arial"/>
              </a:defRPr>
            </a:lvl8pPr>
            <a:lvl9pPr>
              <a:defRPr sz="1875" b="0">
                <a:solidFill>
                  <a:srgbClr val="52677A"/>
                </a:solidFill>
                <a:latin typeface="Arial"/>
                <a:ea typeface="Arial"/>
                <a:cs typeface="Arial"/>
              </a:defRPr>
            </a:lvl9pPr>
          </a:lstStyle>
          <a:p xmlns:a="http://schemas.openxmlformats.org/drawingml/2006/main">
            <a:pPr>
              <a:defRPr sz="1875" b="0">
                <a:solidFill>
                  <a:srgbClr val="52677A"/>
                </a:solidFill>
                <a:latin typeface="Arial"/>
                <a:ea typeface="Arial"/>
                <a:cs typeface="Arial"/>
              </a:defRPr>
            </a:pPr>
            <a:r>
              <a:rPr sz="1875" b="0">
                <a:solidFill>
                  <a:srgbClr val="52677A"/>
                </a:solidFill>
                <a:latin typeface="Arial"/>
                <a:ea typeface="Arial"/>
                <a:cs typeface="Arial"/>
              </a:rPr>
              <a:t>Contenidos y Adquisición. Captura real de Power BI Desktop.</a:t>
            </a:r>
          </a:p>
        </p:txBody>
      </p:sp>
    </p:spTree>
    <p:extLst>
      <p:ext uri="{BB962C8B-B14F-4D97-AF65-F5344CB8AC3E}">
        <p14:creationId xmlns:p14="http://schemas.microsoft.com/office/powerpoint/2010/main" val="157562175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9469904-ED97-4DDE-B579-BE18BC291C88}"/>
              </a:ext>
            </a:extLst>
          </p:cNvPr>
          <p:cNvSpPr>
            <a:spLocks xmlns:a="http://schemas.openxmlformats.org/drawingml/2006/main" noGrp="1"/>
          </p:cNvSpPr>
          <p:nvPr/>
        </p:nvSpPr>
        <p:spPr>
          <a:xfrm xmlns:a="http://schemas.openxmlformats.org/drawingml/2006/main">
            <a:off x="523875" y="304800"/>
            <a:ext cx="1114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F4E79"/>
                </a:solidFill>
                <a:latin typeface="Arial"/>
                <a:ea typeface="Arial"/>
                <a:cs typeface="Arial"/>
              </a:defRPr>
            </a:defPPr>
            <a:lvl1pPr>
              <a:defRPr sz="3000" b="1">
                <a:solidFill>
                  <a:srgbClr val="1F4E79"/>
                </a:solidFill>
                <a:latin typeface="Arial"/>
                <a:ea typeface="Arial"/>
                <a:cs typeface="Arial"/>
              </a:defRPr>
            </a:lvl1pPr>
            <a:lvl2pPr>
              <a:defRPr sz="3000" b="1">
                <a:solidFill>
                  <a:srgbClr val="1F4E79"/>
                </a:solidFill>
                <a:latin typeface="Arial"/>
                <a:ea typeface="Arial"/>
                <a:cs typeface="Arial"/>
              </a:defRPr>
            </a:lvl2pPr>
            <a:lvl3pPr>
              <a:defRPr sz="3000" b="1">
                <a:solidFill>
                  <a:srgbClr val="1F4E79"/>
                </a:solidFill>
                <a:latin typeface="Arial"/>
                <a:ea typeface="Arial"/>
                <a:cs typeface="Arial"/>
              </a:defRPr>
            </a:lvl3pPr>
            <a:lvl4pPr>
              <a:defRPr sz="3000" b="1">
                <a:solidFill>
                  <a:srgbClr val="1F4E79"/>
                </a:solidFill>
                <a:latin typeface="Arial"/>
                <a:ea typeface="Arial"/>
                <a:cs typeface="Arial"/>
              </a:defRPr>
            </a:lvl4pPr>
            <a:lvl5pPr>
              <a:defRPr sz="3000" b="1">
                <a:solidFill>
                  <a:srgbClr val="1F4E79"/>
                </a:solidFill>
                <a:latin typeface="Arial"/>
                <a:ea typeface="Arial"/>
                <a:cs typeface="Arial"/>
              </a:defRPr>
            </a:lvl5pPr>
            <a:lvl6pPr>
              <a:defRPr sz="3000" b="1">
                <a:solidFill>
                  <a:srgbClr val="1F4E79"/>
                </a:solidFill>
                <a:latin typeface="Arial"/>
                <a:ea typeface="Arial"/>
                <a:cs typeface="Arial"/>
              </a:defRPr>
            </a:lvl6pPr>
            <a:lvl7pPr>
              <a:defRPr sz="3000" b="1">
                <a:solidFill>
                  <a:srgbClr val="1F4E79"/>
                </a:solidFill>
                <a:latin typeface="Arial"/>
                <a:ea typeface="Arial"/>
                <a:cs typeface="Arial"/>
              </a:defRPr>
            </a:lvl7pPr>
            <a:lvl8pPr>
              <a:defRPr sz="3000" b="1">
                <a:solidFill>
                  <a:srgbClr val="1F4E79"/>
                </a:solidFill>
                <a:latin typeface="Arial"/>
                <a:ea typeface="Arial"/>
                <a:cs typeface="Arial"/>
              </a:defRPr>
            </a:lvl8pPr>
            <a:lvl9pPr>
              <a:defRPr sz="3000" b="1">
                <a:solidFill>
                  <a:srgbClr val="1F4E79"/>
                </a:solidFill>
                <a:latin typeface="Arial"/>
                <a:ea typeface="Arial"/>
                <a:cs typeface="Arial"/>
              </a:defRPr>
            </a:lvl9pPr>
          </a:lstStyle>
          <a:p xmlns:a="http://schemas.openxmlformats.org/drawingml/2006/main">
            <a:pPr>
              <a:defRPr sz="3000" b="1">
                <a:solidFill>
                  <a:srgbClr val="1F4E79"/>
                </a:solidFill>
                <a:latin typeface="Arial"/>
                <a:ea typeface="Arial"/>
                <a:cs typeface="Arial"/>
              </a:defRPr>
            </a:pPr>
            <a:r>
              <a:rPr sz="3000" b="1">
                <a:solidFill>
                  <a:srgbClr val="1F4E79"/>
                </a:solidFill>
                <a:latin typeface="Arial"/>
                <a:ea typeface="Arial"/>
                <a:cs typeface="Arial"/>
              </a:rPr>
              <a:t>Un clic en Drama cambia los resultados</a:t>
            </a:r>
          </a:p>
        </p:txBody>
      </p:sp>
      <p:sp>
        <p:nvSpPr>
          <p:cNvPr id="2" name="">
            <a:extLst xmlns:a="http://schemas.openxmlformats.org/drawingml/2006/main">
              <a:ext uri="{FF2B5EF4-FFF2-40B4-BE49-F238E27FC236}">
                <a16:creationId xmlns:a16="http://schemas.microsoft.com/office/drawing/2014/main" id="{3479D0AF-3698-4DAC-AC83-12D91DAC237E}"/>
              </a:ext>
            </a:extLst>
          </p:cNvPr>
          <p:cNvSpPr>
            <a:spLocks xmlns:a="http://schemas.openxmlformats.org/drawingml/2006/main" noGrp="1"/>
          </p:cNvSpPr>
          <p:nvPr/>
        </p:nvSpPr>
        <p:spPr>
          <a:xfrm xmlns:a="http://schemas.openxmlformats.org/drawingml/2006/main">
            <a:off x="11382375"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A"/>
                </a:solidFill>
                <a:latin typeface="Arial"/>
                <a:ea typeface="Arial"/>
                <a:cs typeface="Arial"/>
              </a:defRPr>
            </a:defPPr>
            <a:lvl1pPr>
              <a:defRPr sz="1200" b="0">
                <a:solidFill>
                  <a:srgbClr val="52677A"/>
                </a:solidFill>
                <a:latin typeface="Arial"/>
                <a:ea typeface="Arial"/>
                <a:cs typeface="Arial"/>
              </a:defRPr>
            </a:lvl1pPr>
            <a:lvl2pPr>
              <a:defRPr sz="1200" b="0">
                <a:solidFill>
                  <a:srgbClr val="52677A"/>
                </a:solidFill>
                <a:latin typeface="Arial"/>
                <a:ea typeface="Arial"/>
                <a:cs typeface="Arial"/>
              </a:defRPr>
            </a:lvl2pPr>
            <a:lvl3pPr>
              <a:defRPr sz="1200" b="0">
                <a:solidFill>
                  <a:srgbClr val="52677A"/>
                </a:solidFill>
                <a:latin typeface="Arial"/>
                <a:ea typeface="Arial"/>
                <a:cs typeface="Arial"/>
              </a:defRPr>
            </a:lvl3pPr>
            <a:lvl4pPr>
              <a:defRPr sz="1200" b="0">
                <a:solidFill>
                  <a:srgbClr val="52677A"/>
                </a:solidFill>
                <a:latin typeface="Arial"/>
                <a:ea typeface="Arial"/>
                <a:cs typeface="Arial"/>
              </a:defRPr>
            </a:lvl4pPr>
            <a:lvl5pPr>
              <a:defRPr sz="1200" b="0">
                <a:solidFill>
                  <a:srgbClr val="52677A"/>
                </a:solidFill>
                <a:latin typeface="Arial"/>
                <a:ea typeface="Arial"/>
                <a:cs typeface="Arial"/>
              </a:defRPr>
            </a:lvl5pPr>
            <a:lvl6pPr>
              <a:defRPr sz="1200" b="0">
                <a:solidFill>
                  <a:srgbClr val="52677A"/>
                </a:solidFill>
                <a:latin typeface="Arial"/>
                <a:ea typeface="Arial"/>
                <a:cs typeface="Arial"/>
              </a:defRPr>
            </a:lvl6pPr>
            <a:lvl7pPr>
              <a:defRPr sz="1200" b="0">
                <a:solidFill>
                  <a:srgbClr val="52677A"/>
                </a:solidFill>
                <a:latin typeface="Arial"/>
                <a:ea typeface="Arial"/>
                <a:cs typeface="Arial"/>
              </a:defRPr>
            </a:lvl7pPr>
            <a:lvl8pPr>
              <a:defRPr sz="1200" b="0">
                <a:solidFill>
                  <a:srgbClr val="52677A"/>
                </a:solidFill>
                <a:latin typeface="Arial"/>
                <a:ea typeface="Arial"/>
                <a:cs typeface="Arial"/>
              </a:defRPr>
            </a:lvl8pPr>
            <a:lvl9pPr>
              <a:defRPr sz="1200" b="0">
                <a:solidFill>
                  <a:srgbClr val="52677A"/>
                </a:solidFill>
                <a:latin typeface="Arial"/>
                <a:ea typeface="Arial"/>
                <a:cs typeface="Arial"/>
              </a:defRPr>
            </a:lvl9pPr>
          </a:lstStyle>
          <a:p xmlns:a="http://schemas.openxmlformats.org/drawingml/2006/main">
            <a:pPr>
              <a:defRPr sz="1200" b="0">
                <a:solidFill>
                  <a:srgbClr val="52677A"/>
                </a:solidFill>
                <a:latin typeface="Arial"/>
                <a:ea typeface="Arial"/>
                <a:cs typeface="Arial"/>
              </a:defRPr>
            </a:pPr>
            <a:r>
              <a:rPr sz="1200" b="0">
                <a:solidFill>
                  <a:srgbClr val="52677A"/>
                </a:solidFill>
                <a:latin typeface="Arial"/>
                <a:ea typeface="Arial"/>
                <a:cs typeface="Arial"/>
              </a:rPr>
              <a:t>07</a:t>
            </a:r>
          </a:p>
        </p:txBody>
      </p:sp>
      <p:pic>
        <p:nvPicPr>
          <p:cNvPr id="3" name="">
            <a:extLst xmlns:a="http://schemas.openxmlformats.org/drawingml/2006/main">
              <a:ext uri="{FF2B5EF4-FFF2-40B4-BE49-F238E27FC236}">
                <a16:creationId xmlns:a16="http://schemas.microsoft.com/office/drawing/2014/main" id="{4DD0AB2B-9A1D-4215-A3D1-6DEA5B8A070F}"/>
              </a:ext>
            </a:extLst>
          </p:cNvPr>
          <p:cNvPicPr>
            <a:picLocks xmlns:a="http://schemas.openxmlformats.org/drawingml/2006/main" noChangeAspect="1"/>
          </p:cNvPicPr>
          <p:nvPr/>
        </p:nvPicPr>
        <p:blipFill>
          <a:blip xmlns:r="http://schemas.openxmlformats.org/officeDocument/2006/relationships" xmlns:a="http://schemas.openxmlformats.org/drawingml/2006/main" r:embed="R213040f32f864abb"/>
          <a:stretch xmlns:a="http://schemas.openxmlformats.org/drawingml/2006/main"/>
        </p:blipFill>
        <p:spPr>
          <a:xfrm xmlns:a="http://schemas.openxmlformats.org/drawingml/2006/main">
            <a:off x="1905000" y="1143000"/>
            <a:ext cx="8382000" cy="4572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CD73FC6-0A55-4FE3-9FAE-BAED3B3186F4}"/>
              </a:ext>
            </a:extLst>
          </p:cNvPr>
          <p:cNvSpPr>
            <a:spLocks xmlns:a="http://schemas.openxmlformats.org/drawingml/2006/main" noGrp="1"/>
          </p:cNvSpPr>
          <p:nvPr/>
        </p:nvSpPr>
        <p:spPr>
          <a:xfrm xmlns:a="http://schemas.openxmlformats.org/drawingml/2006/main">
            <a:off x="619125" y="5953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CB721F"/>
                </a:solidFill>
                <a:latin typeface="Arial"/>
                <a:ea typeface="Arial"/>
                <a:cs typeface="Arial"/>
              </a:defRPr>
            </a:defPPr>
            <a:lvl1pPr>
              <a:defRPr sz="2325" b="1">
                <a:solidFill>
                  <a:srgbClr val="CB721F"/>
                </a:solidFill>
                <a:latin typeface="Arial"/>
                <a:ea typeface="Arial"/>
                <a:cs typeface="Arial"/>
              </a:defRPr>
            </a:lvl1pPr>
            <a:lvl2pPr>
              <a:defRPr sz="2325" b="1">
                <a:solidFill>
                  <a:srgbClr val="CB721F"/>
                </a:solidFill>
                <a:latin typeface="Arial"/>
                <a:ea typeface="Arial"/>
                <a:cs typeface="Arial"/>
              </a:defRPr>
            </a:lvl2pPr>
            <a:lvl3pPr>
              <a:defRPr sz="2325" b="1">
                <a:solidFill>
                  <a:srgbClr val="CB721F"/>
                </a:solidFill>
                <a:latin typeface="Arial"/>
                <a:ea typeface="Arial"/>
                <a:cs typeface="Arial"/>
              </a:defRPr>
            </a:lvl3pPr>
            <a:lvl4pPr>
              <a:defRPr sz="2325" b="1">
                <a:solidFill>
                  <a:srgbClr val="CB721F"/>
                </a:solidFill>
                <a:latin typeface="Arial"/>
                <a:ea typeface="Arial"/>
                <a:cs typeface="Arial"/>
              </a:defRPr>
            </a:lvl4pPr>
            <a:lvl5pPr>
              <a:defRPr sz="2325" b="1">
                <a:solidFill>
                  <a:srgbClr val="CB721F"/>
                </a:solidFill>
                <a:latin typeface="Arial"/>
                <a:ea typeface="Arial"/>
                <a:cs typeface="Arial"/>
              </a:defRPr>
            </a:lvl5pPr>
            <a:lvl6pPr>
              <a:defRPr sz="2325" b="1">
                <a:solidFill>
                  <a:srgbClr val="CB721F"/>
                </a:solidFill>
                <a:latin typeface="Arial"/>
                <a:ea typeface="Arial"/>
                <a:cs typeface="Arial"/>
              </a:defRPr>
            </a:lvl6pPr>
            <a:lvl7pPr>
              <a:defRPr sz="2325" b="1">
                <a:solidFill>
                  <a:srgbClr val="CB721F"/>
                </a:solidFill>
                <a:latin typeface="Arial"/>
                <a:ea typeface="Arial"/>
                <a:cs typeface="Arial"/>
              </a:defRPr>
            </a:lvl7pPr>
            <a:lvl8pPr>
              <a:defRPr sz="2325" b="1">
                <a:solidFill>
                  <a:srgbClr val="CB721F"/>
                </a:solidFill>
                <a:latin typeface="Arial"/>
                <a:ea typeface="Arial"/>
                <a:cs typeface="Arial"/>
              </a:defRPr>
            </a:lvl8pPr>
            <a:lvl9pPr>
              <a:defRPr sz="2325" b="1">
                <a:solidFill>
                  <a:srgbClr val="CB721F"/>
                </a:solidFill>
                <a:latin typeface="Arial"/>
                <a:ea typeface="Arial"/>
                <a:cs typeface="Arial"/>
              </a:defRPr>
            </a:lvl9pPr>
          </a:lstStyle>
          <a:p xmlns:a="http://schemas.openxmlformats.org/drawingml/2006/main">
            <a:pPr>
              <a:defRPr sz="2325" b="1">
                <a:solidFill>
                  <a:srgbClr val="CB721F"/>
                </a:solidFill>
                <a:latin typeface="Arial"/>
                <a:ea typeface="Arial"/>
                <a:cs typeface="Arial"/>
              </a:defRPr>
            </a:pPr>
            <a:r>
              <a:rPr sz="2325" b="1">
                <a:solidFill>
                  <a:srgbClr val="CB721F"/>
                </a:solidFill>
                <a:latin typeface="Arial"/>
                <a:ea typeface="Arial"/>
                <a:cs typeface="Arial"/>
              </a:rPr>
              <a:t>Drama: 14.769 títulos, nota 6,76 y mediana 22,68.</a:t>
            </a:r>
          </a:p>
        </p:txBody>
      </p:sp>
    </p:spTree>
    <p:extLst>
      <p:ext uri="{BB962C8B-B14F-4D97-AF65-F5344CB8AC3E}">
        <p14:creationId xmlns:p14="http://schemas.microsoft.com/office/powerpoint/2010/main" val="16601598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6BDE5DB-454F-4879-9021-0A2C750F5F32}"/>
              </a:ext>
            </a:extLst>
          </p:cNvPr>
          <p:cNvSpPr>
            <a:spLocks xmlns:a="http://schemas.openxmlformats.org/drawingml/2006/main" noGrp="1"/>
          </p:cNvSpPr>
          <p:nvPr/>
        </p:nvSpPr>
        <p:spPr>
          <a:xfrm xmlns:a="http://schemas.openxmlformats.org/drawingml/2006/main">
            <a:off x="523875" y="304800"/>
            <a:ext cx="1114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F4E79"/>
                </a:solidFill>
                <a:latin typeface="Arial"/>
                <a:ea typeface="Arial"/>
                <a:cs typeface="Arial"/>
              </a:defRPr>
            </a:defPPr>
            <a:lvl1pPr>
              <a:defRPr sz="3000" b="1">
                <a:solidFill>
                  <a:srgbClr val="1F4E79"/>
                </a:solidFill>
                <a:latin typeface="Arial"/>
                <a:ea typeface="Arial"/>
                <a:cs typeface="Arial"/>
              </a:defRPr>
            </a:lvl1pPr>
            <a:lvl2pPr>
              <a:defRPr sz="3000" b="1">
                <a:solidFill>
                  <a:srgbClr val="1F4E79"/>
                </a:solidFill>
                <a:latin typeface="Arial"/>
                <a:ea typeface="Arial"/>
                <a:cs typeface="Arial"/>
              </a:defRPr>
            </a:lvl2pPr>
            <a:lvl3pPr>
              <a:defRPr sz="3000" b="1">
                <a:solidFill>
                  <a:srgbClr val="1F4E79"/>
                </a:solidFill>
                <a:latin typeface="Arial"/>
                <a:ea typeface="Arial"/>
                <a:cs typeface="Arial"/>
              </a:defRPr>
            </a:lvl3pPr>
            <a:lvl4pPr>
              <a:defRPr sz="3000" b="1">
                <a:solidFill>
                  <a:srgbClr val="1F4E79"/>
                </a:solidFill>
                <a:latin typeface="Arial"/>
                <a:ea typeface="Arial"/>
                <a:cs typeface="Arial"/>
              </a:defRPr>
            </a:lvl4pPr>
            <a:lvl5pPr>
              <a:defRPr sz="3000" b="1">
                <a:solidFill>
                  <a:srgbClr val="1F4E79"/>
                </a:solidFill>
                <a:latin typeface="Arial"/>
                <a:ea typeface="Arial"/>
                <a:cs typeface="Arial"/>
              </a:defRPr>
            </a:lvl5pPr>
            <a:lvl6pPr>
              <a:defRPr sz="3000" b="1">
                <a:solidFill>
                  <a:srgbClr val="1F4E79"/>
                </a:solidFill>
                <a:latin typeface="Arial"/>
                <a:ea typeface="Arial"/>
                <a:cs typeface="Arial"/>
              </a:defRPr>
            </a:lvl6pPr>
            <a:lvl7pPr>
              <a:defRPr sz="3000" b="1">
                <a:solidFill>
                  <a:srgbClr val="1F4E79"/>
                </a:solidFill>
                <a:latin typeface="Arial"/>
                <a:ea typeface="Arial"/>
                <a:cs typeface="Arial"/>
              </a:defRPr>
            </a:lvl7pPr>
            <a:lvl8pPr>
              <a:defRPr sz="3000" b="1">
                <a:solidFill>
                  <a:srgbClr val="1F4E79"/>
                </a:solidFill>
                <a:latin typeface="Arial"/>
                <a:ea typeface="Arial"/>
                <a:cs typeface="Arial"/>
              </a:defRPr>
            </a:lvl8pPr>
            <a:lvl9pPr>
              <a:defRPr sz="3000" b="1">
                <a:solidFill>
                  <a:srgbClr val="1F4E79"/>
                </a:solidFill>
                <a:latin typeface="Arial"/>
                <a:ea typeface="Arial"/>
                <a:cs typeface="Arial"/>
              </a:defRPr>
            </a:lvl9pPr>
          </a:lstStyle>
          <a:p xmlns:a="http://schemas.openxmlformats.org/drawingml/2006/main">
            <a:pPr>
              <a:defRPr sz="3000" b="1">
                <a:solidFill>
                  <a:srgbClr val="1F4E79"/>
                </a:solidFill>
                <a:latin typeface="Arial"/>
                <a:ea typeface="Arial"/>
                <a:cs typeface="Arial"/>
              </a:defRPr>
            </a:pPr>
            <a:r>
              <a:rPr sz="3000" b="1">
                <a:solidFill>
                  <a:srgbClr val="1F4E79"/>
                </a:solidFill>
                <a:latin typeface="Arial"/>
                <a:ea typeface="Arial"/>
                <a:cs typeface="Arial"/>
              </a:rPr>
              <a:t>Países y participantes amplían la exploración</a:t>
            </a:r>
          </a:p>
        </p:txBody>
      </p:sp>
      <p:sp>
        <p:nvSpPr>
          <p:cNvPr id="2" name="">
            <a:extLst xmlns:a="http://schemas.openxmlformats.org/drawingml/2006/main">
              <a:ext uri="{FF2B5EF4-FFF2-40B4-BE49-F238E27FC236}">
                <a16:creationId xmlns:a16="http://schemas.microsoft.com/office/drawing/2014/main" id="{28BC0868-399A-49EE-9425-0233E92DFE03}"/>
              </a:ext>
            </a:extLst>
          </p:cNvPr>
          <p:cNvSpPr>
            <a:spLocks xmlns:a="http://schemas.openxmlformats.org/drawingml/2006/main" noGrp="1"/>
          </p:cNvSpPr>
          <p:nvPr/>
        </p:nvSpPr>
        <p:spPr>
          <a:xfrm xmlns:a="http://schemas.openxmlformats.org/drawingml/2006/main">
            <a:off x="11382375"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A"/>
                </a:solidFill>
                <a:latin typeface="Arial"/>
                <a:ea typeface="Arial"/>
                <a:cs typeface="Arial"/>
              </a:defRPr>
            </a:defPPr>
            <a:lvl1pPr>
              <a:defRPr sz="1200" b="0">
                <a:solidFill>
                  <a:srgbClr val="52677A"/>
                </a:solidFill>
                <a:latin typeface="Arial"/>
                <a:ea typeface="Arial"/>
                <a:cs typeface="Arial"/>
              </a:defRPr>
            </a:lvl1pPr>
            <a:lvl2pPr>
              <a:defRPr sz="1200" b="0">
                <a:solidFill>
                  <a:srgbClr val="52677A"/>
                </a:solidFill>
                <a:latin typeface="Arial"/>
                <a:ea typeface="Arial"/>
                <a:cs typeface="Arial"/>
              </a:defRPr>
            </a:lvl2pPr>
            <a:lvl3pPr>
              <a:defRPr sz="1200" b="0">
                <a:solidFill>
                  <a:srgbClr val="52677A"/>
                </a:solidFill>
                <a:latin typeface="Arial"/>
                <a:ea typeface="Arial"/>
                <a:cs typeface="Arial"/>
              </a:defRPr>
            </a:lvl3pPr>
            <a:lvl4pPr>
              <a:defRPr sz="1200" b="0">
                <a:solidFill>
                  <a:srgbClr val="52677A"/>
                </a:solidFill>
                <a:latin typeface="Arial"/>
                <a:ea typeface="Arial"/>
                <a:cs typeface="Arial"/>
              </a:defRPr>
            </a:lvl4pPr>
            <a:lvl5pPr>
              <a:defRPr sz="1200" b="0">
                <a:solidFill>
                  <a:srgbClr val="52677A"/>
                </a:solidFill>
                <a:latin typeface="Arial"/>
                <a:ea typeface="Arial"/>
                <a:cs typeface="Arial"/>
              </a:defRPr>
            </a:lvl5pPr>
            <a:lvl6pPr>
              <a:defRPr sz="1200" b="0">
                <a:solidFill>
                  <a:srgbClr val="52677A"/>
                </a:solidFill>
                <a:latin typeface="Arial"/>
                <a:ea typeface="Arial"/>
                <a:cs typeface="Arial"/>
              </a:defRPr>
            </a:lvl6pPr>
            <a:lvl7pPr>
              <a:defRPr sz="1200" b="0">
                <a:solidFill>
                  <a:srgbClr val="52677A"/>
                </a:solidFill>
                <a:latin typeface="Arial"/>
                <a:ea typeface="Arial"/>
                <a:cs typeface="Arial"/>
              </a:defRPr>
            </a:lvl7pPr>
            <a:lvl8pPr>
              <a:defRPr sz="1200" b="0">
                <a:solidFill>
                  <a:srgbClr val="52677A"/>
                </a:solidFill>
                <a:latin typeface="Arial"/>
                <a:ea typeface="Arial"/>
                <a:cs typeface="Arial"/>
              </a:defRPr>
            </a:lvl8pPr>
            <a:lvl9pPr>
              <a:defRPr sz="1200" b="0">
                <a:solidFill>
                  <a:srgbClr val="52677A"/>
                </a:solidFill>
                <a:latin typeface="Arial"/>
                <a:ea typeface="Arial"/>
                <a:cs typeface="Arial"/>
              </a:defRPr>
            </a:lvl9pPr>
          </a:lstStyle>
          <a:p xmlns:a="http://schemas.openxmlformats.org/drawingml/2006/main">
            <a:pPr>
              <a:defRPr sz="1200" b="0">
                <a:solidFill>
                  <a:srgbClr val="52677A"/>
                </a:solidFill>
                <a:latin typeface="Arial"/>
                <a:ea typeface="Arial"/>
                <a:cs typeface="Arial"/>
              </a:defRPr>
            </a:pPr>
            <a:r>
              <a:rPr sz="1200" b="0">
                <a:solidFill>
                  <a:srgbClr val="52677A"/>
                </a:solidFill>
                <a:latin typeface="Arial"/>
                <a:ea typeface="Arial"/>
                <a:cs typeface="Arial"/>
              </a:rPr>
              <a:t>08</a:t>
            </a:r>
          </a:p>
        </p:txBody>
      </p:sp>
      <p:pic>
        <p:nvPicPr>
          <p:cNvPr id="3" name="">
            <a:extLst xmlns:a="http://schemas.openxmlformats.org/drawingml/2006/main">
              <a:ext uri="{FF2B5EF4-FFF2-40B4-BE49-F238E27FC236}">
                <a16:creationId xmlns:a16="http://schemas.microsoft.com/office/drawing/2014/main" id="{C199E380-36CA-430F-A8AC-A41435F3EAF3}"/>
              </a:ext>
            </a:extLst>
          </p:cNvPr>
          <p:cNvPicPr>
            <a:picLocks xmlns:a="http://schemas.openxmlformats.org/drawingml/2006/main" noChangeAspect="1"/>
          </p:cNvPicPr>
          <p:nvPr/>
        </p:nvPicPr>
        <p:blipFill>
          <a:blip xmlns:r="http://schemas.openxmlformats.org/officeDocument/2006/relationships" xmlns:a="http://schemas.openxmlformats.org/drawingml/2006/main" r:embed="Rdda4dcb8b5e548a3"/>
          <a:stretch xmlns:a="http://schemas.openxmlformats.org/drawingml/2006/main"/>
        </p:blipFill>
        <p:spPr>
          <a:xfrm xmlns:a="http://schemas.openxmlformats.org/drawingml/2006/main">
            <a:off x="1643063" y="1143000"/>
            <a:ext cx="8905875" cy="4857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4C64690-195D-4E7D-8DF2-D3A96771AD9F}"/>
              </a:ext>
            </a:extLst>
          </p:cNvPr>
          <p:cNvSpPr>
            <a:spLocks xmlns:a="http://schemas.openxmlformats.org/drawingml/2006/main" noGrp="1"/>
          </p:cNvSpPr>
          <p:nvPr/>
        </p:nvSpPr>
        <p:spPr>
          <a:xfrm xmlns:a="http://schemas.openxmlformats.org/drawingml/2006/main">
            <a:off x="619125" y="60960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77A"/>
                </a:solidFill>
                <a:latin typeface="Arial"/>
                <a:ea typeface="Arial"/>
                <a:cs typeface="Arial"/>
              </a:defRPr>
            </a:defPPr>
            <a:lvl1pPr>
              <a:defRPr sz="1800" b="0">
                <a:solidFill>
                  <a:srgbClr val="52677A"/>
                </a:solidFill>
                <a:latin typeface="Arial"/>
                <a:ea typeface="Arial"/>
                <a:cs typeface="Arial"/>
              </a:defRPr>
            </a:lvl1pPr>
            <a:lvl2pPr>
              <a:defRPr sz="1800" b="0">
                <a:solidFill>
                  <a:srgbClr val="52677A"/>
                </a:solidFill>
                <a:latin typeface="Arial"/>
                <a:ea typeface="Arial"/>
                <a:cs typeface="Arial"/>
              </a:defRPr>
            </a:lvl2pPr>
            <a:lvl3pPr>
              <a:defRPr sz="1800" b="0">
                <a:solidFill>
                  <a:srgbClr val="52677A"/>
                </a:solidFill>
                <a:latin typeface="Arial"/>
                <a:ea typeface="Arial"/>
                <a:cs typeface="Arial"/>
              </a:defRPr>
            </a:lvl3pPr>
            <a:lvl4pPr>
              <a:defRPr sz="1800" b="0">
                <a:solidFill>
                  <a:srgbClr val="52677A"/>
                </a:solidFill>
                <a:latin typeface="Arial"/>
                <a:ea typeface="Arial"/>
                <a:cs typeface="Arial"/>
              </a:defRPr>
            </a:lvl4pPr>
            <a:lvl5pPr>
              <a:defRPr sz="1800" b="0">
                <a:solidFill>
                  <a:srgbClr val="52677A"/>
                </a:solidFill>
                <a:latin typeface="Arial"/>
                <a:ea typeface="Arial"/>
                <a:cs typeface="Arial"/>
              </a:defRPr>
            </a:lvl5pPr>
            <a:lvl6pPr>
              <a:defRPr sz="1800" b="0">
                <a:solidFill>
                  <a:srgbClr val="52677A"/>
                </a:solidFill>
                <a:latin typeface="Arial"/>
                <a:ea typeface="Arial"/>
                <a:cs typeface="Arial"/>
              </a:defRPr>
            </a:lvl6pPr>
            <a:lvl7pPr>
              <a:defRPr sz="1800" b="0">
                <a:solidFill>
                  <a:srgbClr val="52677A"/>
                </a:solidFill>
                <a:latin typeface="Arial"/>
                <a:ea typeface="Arial"/>
                <a:cs typeface="Arial"/>
              </a:defRPr>
            </a:lvl7pPr>
            <a:lvl8pPr>
              <a:defRPr sz="1800" b="0">
                <a:solidFill>
                  <a:srgbClr val="52677A"/>
                </a:solidFill>
                <a:latin typeface="Arial"/>
                <a:ea typeface="Arial"/>
                <a:cs typeface="Arial"/>
              </a:defRPr>
            </a:lvl8pPr>
            <a:lvl9pPr>
              <a:defRPr sz="1800" b="0">
                <a:solidFill>
                  <a:srgbClr val="52677A"/>
                </a:solidFill>
                <a:latin typeface="Arial"/>
                <a:ea typeface="Arial"/>
                <a:cs typeface="Arial"/>
              </a:defRPr>
            </a:lvl9pPr>
          </a:lstStyle>
          <a:p xmlns:a="http://schemas.openxmlformats.org/drawingml/2006/main">
            <a:pPr>
              <a:defRPr sz="1800" b="0">
                <a:solidFill>
                  <a:srgbClr val="52677A"/>
                </a:solidFill>
                <a:latin typeface="Arial"/>
                <a:ea typeface="Arial"/>
                <a:cs typeface="Arial"/>
              </a:defRPr>
            </a:pPr>
            <a:r>
              <a:rPr sz="1800" b="0">
                <a:solidFill>
                  <a:srgbClr val="52677A"/>
                </a:solidFill>
                <a:latin typeface="Arial"/>
                <a:ea typeface="Arial"/>
                <a:cs typeface="Arial"/>
              </a:rPr>
              <a:t>Mapa y rankings comprobados. Mínimo 30 títulos con votos suficientes por país.</a:t>
            </a:r>
          </a:p>
        </p:txBody>
      </p:sp>
    </p:spTree>
    <p:extLst>
      <p:ext uri="{BB962C8B-B14F-4D97-AF65-F5344CB8AC3E}">
        <p14:creationId xmlns:p14="http://schemas.microsoft.com/office/powerpoint/2010/main" val="46883565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60BB243-113B-4DE0-93E3-526263E63C06}"/>
              </a:ext>
            </a:extLst>
          </p:cNvPr>
          <p:cNvSpPr>
            <a:spLocks xmlns:a="http://schemas.openxmlformats.org/drawingml/2006/main" noGrp="1"/>
          </p:cNvSpPr>
          <p:nvPr/>
        </p:nvSpPr>
        <p:spPr>
          <a:xfrm xmlns:a="http://schemas.openxmlformats.org/drawingml/2006/main">
            <a:off x="523875" y="304800"/>
            <a:ext cx="1114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F4E79"/>
                </a:solidFill>
                <a:latin typeface="Arial"/>
                <a:ea typeface="Arial"/>
                <a:cs typeface="Arial"/>
              </a:defRPr>
            </a:defPPr>
            <a:lvl1pPr>
              <a:defRPr sz="3000" b="1">
                <a:solidFill>
                  <a:srgbClr val="1F4E79"/>
                </a:solidFill>
                <a:latin typeface="Arial"/>
                <a:ea typeface="Arial"/>
                <a:cs typeface="Arial"/>
              </a:defRPr>
            </a:lvl1pPr>
            <a:lvl2pPr>
              <a:defRPr sz="3000" b="1">
                <a:solidFill>
                  <a:srgbClr val="1F4E79"/>
                </a:solidFill>
                <a:latin typeface="Arial"/>
                <a:ea typeface="Arial"/>
                <a:cs typeface="Arial"/>
              </a:defRPr>
            </a:lvl2pPr>
            <a:lvl3pPr>
              <a:defRPr sz="3000" b="1">
                <a:solidFill>
                  <a:srgbClr val="1F4E79"/>
                </a:solidFill>
                <a:latin typeface="Arial"/>
                <a:ea typeface="Arial"/>
                <a:cs typeface="Arial"/>
              </a:defRPr>
            </a:lvl3pPr>
            <a:lvl4pPr>
              <a:defRPr sz="3000" b="1">
                <a:solidFill>
                  <a:srgbClr val="1F4E79"/>
                </a:solidFill>
                <a:latin typeface="Arial"/>
                <a:ea typeface="Arial"/>
                <a:cs typeface="Arial"/>
              </a:defRPr>
            </a:lvl4pPr>
            <a:lvl5pPr>
              <a:defRPr sz="3000" b="1">
                <a:solidFill>
                  <a:srgbClr val="1F4E79"/>
                </a:solidFill>
                <a:latin typeface="Arial"/>
                <a:ea typeface="Arial"/>
                <a:cs typeface="Arial"/>
              </a:defRPr>
            </a:lvl5pPr>
            <a:lvl6pPr>
              <a:defRPr sz="3000" b="1">
                <a:solidFill>
                  <a:srgbClr val="1F4E79"/>
                </a:solidFill>
                <a:latin typeface="Arial"/>
                <a:ea typeface="Arial"/>
                <a:cs typeface="Arial"/>
              </a:defRPr>
            </a:lvl6pPr>
            <a:lvl7pPr>
              <a:defRPr sz="3000" b="1">
                <a:solidFill>
                  <a:srgbClr val="1F4E79"/>
                </a:solidFill>
                <a:latin typeface="Arial"/>
                <a:ea typeface="Arial"/>
                <a:cs typeface="Arial"/>
              </a:defRPr>
            </a:lvl7pPr>
            <a:lvl8pPr>
              <a:defRPr sz="3000" b="1">
                <a:solidFill>
                  <a:srgbClr val="1F4E79"/>
                </a:solidFill>
                <a:latin typeface="Arial"/>
                <a:ea typeface="Arial"/>
                <a:cs typeface="Arial"/>
              </a:defRPr>
            </a:lvl8pPr>
            <a:lvl9pPr>
              <a:defRPr sz="3000" b="1">
                <a:solidFill>
                  <a:srgbClr val="1F4E79"/>
                </a:solidFill>
                <a:latin typeface="Arial"/>
                <a:ea typeface="Arial"/>
                <a:cs typeface="Arial"/>
              </a:defRPr>
            </a:lvl9pPr>
          </a:lstStyle>
          <a:p xmlns:a="http://schemas.openxmlformats.org/drawingml/2006/main">
            <a:pPr>
              <a:defRPr sz="3000" b="1">
                <a:solidFill>
                  <a:srgbClr val="1F4E79"/>
                </a:solidFill>
                <a:latin typeface="Arial"/>
                <a:ea typeface="Arial"/>
                <a:cs typeface="Arial"/>
              </a:defRPr>
            </a:pPr>
            <a:r>
              <a:rPr sz="3000" b="1">
                <a:solidFill>
                  <a:srgbClr val="1F4E79"/>
                </a:solidFill>
                <a:latin typeface="Arial"/>
                <a:ea typeface="Arial"/>
                <a:cs typeface="Arial"/>
              </a:rPr>
              <a:t>Las finanzas cubren el 22,02% de las películas</a:t>
            </a:r>
          </a:p>
        </p:txBody>
      </p:sp>
      <p:sp>
        <p:nvSpPr>
          <p:cNvPr id="2" name="">
            <a:extLst xmlns:a="http://schemas.openxmlformats.org/drawingml/2006/main">
              <a:ext uri="{FF2B5EF4-FFF2-40B4-BE49-F238E27FC236}">
                <a16:creationId xmlns:a16="http://schemas.microsoft.com/office/drawing/2014/main" id="{7D2DCEF2-0F6F-4C96-817B-5E3A3D7FCC48}"/>
              </a:ext>
            </a:extLst>
          </p:cNvPr>
          <p:cNvSpPr>
            <a:spLocks xmlns:a="http://schemas.openxmlformats.org/drawingml/2006/main" noGrp="1"/>
          </p:cNvSpPr>
          <p:nvPr/>
        </p:nvSpPr>
        <p:spPr>
          <a:xfrm xmlns:a="http://schemas.openxmlformats.org/drawingml/2006/main">
            <a:off x="11382375"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A"/>
                </a:solidFill>
                <a:latin typeface="Arial"/>
                <a:ea typeface="Arial"/>
                <a:cs typeface="Arial"/>
              </a:defRPr>
            </a:defPPr>
            <a:lvl1pPr>
              <a:defRPr sz="1200" b="0">
                <a:solidFill>
                  <a:srgbClr val="52677A"/>
                </a:solidFill>
                <a:latin typeface="Arial"/>
                <a:ea typeface="Arial"/>
                <a:cs typeface="Arial"/>
              </a:defRPr>
            </a:lvl1pPr>
            <a:lvl2pPr>
              <a:defRPr sz="1200" b="0">
                <a:solidFill>
                  <a:srgbClr val="52677A"/>
                </a:solidFill>
                <a:latin typeface="Arial"/>
                <a:ea typeface="Arial"/>
                <a:cs typeface="Arial"/>
              </a:defRPr>
            </a:lvl2pPr>
            <a:lvl3pPr>
              <a:defRPr sz="1200" b="0">
                <a:solidFill>
                  <a:srgbClr val="52677A"/>
                </a:solidFill>
                <a:latin typeface="Arial"/>
                <a:ea typeface="Arial"/>
                <a:cs typeface="Arial"/>
              </a:defRPr>
            </a:lvl3pPr>
            <a:lvl4pPr>
              <a:defRPr sz="1200" b="0">
                <a:solidFill>
                  <a:srgbClr val="52677A"/>
                </a:solidFill>
                <a:latin typeface="Arial"/>
                <a:ea typeface="Arial"/>
                <a:cs typeface="Arial"/>
              </a:defRPr>
            </a:lvl4pPr>
            <a:lvl5pPr>
              <a:defRPr sz="1200" b="0">
                <a:solidFill>
                  <a:srgbClr val="52677A"/>
                </a:solidFill>
                <a:latin typeface="Arial"/>
                <a:ea typeface="Arial"/>
                <a:cs typeface="Arial"/>
              </a:defRPr>
            </a:lvl5pPr>
            <a:lvl6pPr>
              <a:defRPr sz="1200" b="0">
                <a:solidFill>
                  <a:srgbClr val="52677A"/>
                </a:solidFill>
                <a:latin typeface="Arial"/>
                <a:ea typeface="Arial"/>
                <a:cs typeface="Arial"/>
              </a:defRPr>
            </a:lvl6pPr>
            <a:lvl7pPr>
              <a:defRPr sz="1200" b="0">
                <a:solidFill>
                  <a:srgbClr val="52677A"/>
                </a:solidFill>
                <a:latin typeface="Arial"/>
                <a:ea typeface="Arial"/>
                <a:cs typeface="Arial"/>
              </a:defRPr>
            </a:lvl7pPr>
            <a:lvl8pPr>
              <a:defRPr sz="1200" b="0">
                <a:solidFill>
                  <a:srgbClr val="52677A"/>
                </a:solidFill>
                <a:latin typeface="Arial"/>
                <a:ea typeface="Arial"/>
                <a:cs typeface="Arial"/>
              </a:defRPr>
            </a:lvl8pPr>
            <a:lvl9pPr>
              <a:defRPr sz="1200" b="0">
                <a:solidFill>
                  <a:srgbClr val="52677A"/>
                </a:solidFill>
                <a:latin typeface="Arial"/>
                <a:ea typeface="Arial"/>
                <a:cs typeface="Arial"/>
              </a:defRPr>
            </a:lvl9pPr>
          </a:lstStyle>
          <a:p xmlns:a="http://schemas.openxmlformats.org/drawingml/2006/main">
            <a:pPr>
              <a:defRPr sz="1200" b="0">
                <a:solidFill>
                  <a:srgbClr val="52677A"/>
                </a:solidFill>
                <a:latin typeface="Arial"/>
                <a:ea typeface="Arial"/>
                <a:cs typeface="Arial"/>
              </a:defRPr>
            </a:pPr>
            <a:r>
              <a:rPr sz="1200" b="0">
                <a:solidFill>
                  <a:srgbClr val="52677A"/>
                </a:solidFill>
                <a:latin typeface="Arial"/>
                <a:ea typeface="Arial"/>
                <a:cs typeface="Arial"/>
              </a:rPr>
              <a:t>09</a:t>
            </a:r>
          </a:p>
        </p:txBody>
      </p:sp>
      <p:pic>
        <p:nvPicPr>
          <p:cNvPr id="3" name="">
            <a:extLst xmlns:a="http://schemas.openxmlformats.org/drawingml/2006/main">
              <a:ext uri="{FF2B5EF4-FFF2-40B4-BE49-F238E27FC236}">
                <a16:creationId xmlns:a16="http://schemas.microsoft.com/office/drawing/2014/main" id="{DD0422DD-918E-4FFB-811A-4C8791B8C792}"/>
              </a:ext>
            </a:extLst>
          </p:cNvPr>
          <p:cNvPicPr>
            <a:picLocks xmlns:a="http://schemas.openxmlformats.org/drawingml/2006/main" noChangeAspect="1"/>
          </p:cNvPicPr>
          <p:nvPr/>
        </p:nvPicPr>
        <p:blipFill>
          <a:blip xmlns:r="http://schemas.openxmlformats.org/officeDocument/2006/relationships" xmlns:a="http://schemas.openxmlformats.org/drawingml/2006/main" r:embed="Rb24126d05c104aca"/>
          <a:stretch xmlns:a="http://schemas.openxmlformats.org/drawingml/2006/main"/>
        </p:blipFill>
        <p:spPr>
          <a:xfrm xmlns:a="http://schemas.openxmlformats.org/drawingml/2006/main">
            <a:off x="1393646" y="1143000"/>
            <a:ext cx="9404707"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E97894F-C8DB-4C67-973B-C89D9DBF1432}"/>
              </a:ext>
            </a:extLst>
          </p:cNvPr>
          <p:cNvSpPr>
            <a:spLocks xmlns:a="http://schemas.openxmlformats.org/drawingml/2006/main" noGrp="1"/>
          </p:cNvSpPr>
          <p:nvPr/>
        </p:nvSpPr>
        <p:spPr>
          <a:xfrm xmlns:a="http://schemas.openxmlformats.org/drawingml/2006/main">
            <a:off x="619125" y="60483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B721F"/>
                </a:solidFill>
                <a:latin typeface="Arial"/>
                <a:ea typeface="Arial"/>
                <a:cs typeface="Arial"/>
              </a:defRPr>
            </a:defPPr>
            <a:lvl1pPr>
              <a:defRPr sz="2025" b="1">
                <a:solidFill>
                  <a:srgbClr val="CB721F"/>
                </a:solidFill>
                <a:latin typeface="Arial"/>
                <a:ea typeface="Arial"/>
                <a:cs typeface="Arial"/>
              </a:defRPr>
            </a:lvl1pPr>
            <a:lvl2pPr>
              <a:defRPr sz="2025" b="1">
                <a:solidFill>
                  <a:srgbClr val="CB721F"/>
                </a:solidFill>
                <a:latin typeface="Arial"/>
                <a:ea typeface="Arial"/>
                <a:cs typeface="Arial"/>
              </a:defRPr>
            </a:lvl2pPr>
            <a:lvl3pPr>
              <a:defRPr sz="2025" b="1">
                <a:solidFill>
                  <a:srgbClr val="CB721F"/>
                </a:solidFill>
                <a:latin typeface="Arial"/>
                <a:ea typeface="Arial"/>
                <a:cs typeface="Arial"/>
              </a:defRPr>
            </a:lvl3pPr>
            <a:lvl4pPr>
              <a:defRPr sz="2025" b="1">
                <a:solidFill>
                  <a:srgbClr val="CB721F"/>
                </a:solidFill>
                <a:latin typeface="Arial"/>
                <a:ea typeface="Arial"/>
                <a:cs typeface="Arial"/>
              </a:defRPr>
            </a:lvl4pPr>
            <a:lvl5pPr>
              <a:defRPr sz="2025" b="1">
                <a:solidFill>
                  <a:srgbClr val="CB721F"/>
                </a:solidFill>
                <a:latin typeface="Arial"/>
                <a:ea typeface="Arial"/>
                <a:cs typeface="Arial"/>
              </a:defRPr>
            </a:lvl5pPr>
            <a:lvl6pPr>
              <a:defRPr sz="2025" b="1">
                <a:solidFill>
                  <a:srgbClr val="CB721F"/>
                </a:solidFill>
                <a:latin typeface="Arial"/>
                <a:ea typeface="Arial"/>
                <a:cs typeface="Arial"/>
              </a:defRPr>
            </a:lvl6pPr>
            <a:lvl7pPr>
              <a:defRPr sz="2025" b="1">
                <a:solidFill>
                  <a:srgbClr val="CB721F"/>
                </a:solidFill>
                <a:latin typeface="Arial"/>
                <a:ea typeface="Arial"/>
                <a:cs typeface="Arial"/>
              </a:defRPr>
            </a:lvl7pPr>
            <a:lvl8pPr>
              <a:defRPr sz="2025" b="1">
                <a:solidFill>
                  <a:srgbClr val="CB721F"/>
                </a:solidFill>
                <a:latin typeface="Arial"/>
                <a:ea typeface="Arial"/>
                <a:cs typeface="Arial"/>
              </a:defRPr>
            </a:lvl8pPr>
            <a:lvl9pPr>
              <a:defRPr sz="2025" b="1">
                <a:solidFill>
                  <a:srgbClr val="CB721F"/>
                </a:solidFill>
                <a:latin typeface="Arial"/>
                <a:ea typeface="Arial"/>
                <a:cs typeface="Arial"/>
              </a:defRPr>
            </a:lvl9pPr>
          </a:lstStyle>
          <a:p xmlns:a="http://schemas.openxmlformats.org/drawingml/2006/main">
            <a:pPr>
              <a:defRPr sz="2025" b="1">
                <a:solidFill>
                  <a:srgbClr val="CB721F"/>
                </a:solidFill>
                <a:latin typeface="Arial"/>
                <a:ea typeface="Arial"/>
                <a:cs typeface="Arial"/>
              </a:defRPr>
            </a:pPr>
            <a:r>
              <a:rPr sz="2025" b="1">
                <a:solidFill>
                  <a:srgbClr val="CB721F"/>
                </a:solidFill>
                <a:latin typeface="Arial"/>
                <a:ea typeface="Arial"/>
                <a:cs typeface="Arial"/>
              </a:rPr>
              <a:t>3.523 películas. ROI aproximado: 191,68%. MUSD = millones de USD.</a:t>
            </a:r>
          </a:p>
        </p:txBody>
      </p:sp>
    </p:spTree>
    <p:extLst>
      <p:ext uri="{BB962C8B-B14F-4D97-AF65-F5344CB8AC3E}">
        <p14:creationId xmlns:p14="http://schemas.microsoft.com/office/powerpoint/2010/main" val="14843633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D124E3F-35DF-4A5C-9770-CEBCA354521F}"/>
              </a:ext>
            </a:extLst>
          </p:cNvPr>
          <p:cNvSpPr>
            <a:spLocks xmlns:a="http://schemas.openxmlformats.org/drawingml/2006/main" noGrp="1"/>
          </p:cNvSpPr>
          <p:nvPr/>
        </p:nvSpPr>
        <p:spPr>
          <a:xfrm xmlns:a="http://schemas.openxmlformats.org/drawingml/2006/main">
            <a:off x="523875" y="304800"/>
            <a:ext cx="1114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F4E79"/>
                </a:solidFill>
                <a:latin typeface="Arial"/>
                <a:ea typeface="Arial"/>
                <a:cs typeface="Arial"/>
              </a:defRPr>
            </a:defPPr>
            <a:lvl1pPr>
              <a:defRPr sz="3000" b="1">
                <a:solidFill>
                  <a:srgbClr val="1F4E79"/>
                </a:solidFill>
                <a:latin typeface="Arial"/>
                <a:ea typeface="Arial"/>
                <a:cs typeface="Arial"/>
              </a:defRPr>
            </a:lvl1pPr>
            <a:lvl2pPr>
              <a:defRPr sz="3000" b="1">
                <a:solidFill>
                  <a:srgbClr val="1F4E79"/>
                </a:solidFill>
                <a:latin typeface="Arial"/>
                <a:ea typeface="Arial"/>
                <a:cs typeface="Arial"/>
              </a:defRPr>
            </a:lvl2pPr>
            <a:lvl3pPr>
              <a:defRPr sz="3000" b="1">
                <a:solidFill>
                  <a:srgbClr val="1F4E79"/>
                </a:solidFill>
                <a:latin typeface="Arial"/>
                <a:ea typeface="Arial"/>
                <a:cs typeface="Arial"/>
              </a:defRPr>
            </a:lvl3pPr>
            <a:lvl4pPr>
              <a:defRPr sz="3000" b="1">
                <a:solidFill>
                  <a:srgbClr val="1F4E79"/>
                </a:solidFill>
                <a:latin typeface="Arial"/>
                <a:ea typeface="Arial"/>
                <a:cs typeface="Arial"/>
              </a:defRPr>
            </a:lvl4pPr>
            <a:lvl5pPr>
              <a:defRPr sz="3000" b="1">
                <a:solidFill>
                  <a:srgbClr val="1F4E79"/>
                </a:solidFill>
                <a:latin typeface="Arial"/>
                <a:ea typeface="Arial"/>
                <a:cs typeface="Arial"/>
              </a:defRPr>
            </a:lvl5pPr>
            <a:lvl6pPr>
              <a:defRPr sz="3000" b="1">
                <a:solidFill>
                  <a:srgbClr val="1F4E79"/>
                </a:solidFill>
                <a:latin typeface="Arial"/>
                <a:ea typeface="Arial"/>
                <a:cs typeface="Arial"/>
              </a:defRPr>
            </a:lvl6pPr>
            <a:lvl7pPr>
              <a:defRPr sz="3000" b="1">
                <a:solidFill>
                  <a:srgbClr val="1F4E79"/>
                </a:solidFill>
                <a:latin typeface="Arial"/>
                <a:ea typeface="Arial"/>
                <a:cs typeface="Arial"/>
              </a:defRPr>
            </a:lvl7pPr>
            <a:lvl8pPr>
              <a:defRPr sz="3000" b="1">
                <a:solidFill>
                  <a:srgbClr val="1F4E79"/>
                </a:solidFill>
                <a:latin typeface="Arial"/>
                <a:ea typeface="Arial"/>
                <a:cs typeface="Arial"/>
              </a:defRPr>
            </a:lvl8pPr>
            <a:lvl9pPr>
              <a:defRPr sz="3000" b="1">
                <a:solidFill>
                  <a:srgbClr val="1F4E79"/>
                </a:solidFill>
                <a:latin typeface="Arial"/>
                <a:ea typeface="Arial"/>
                <a:cs typeface="Arial"/>
              </a:defRPr>
            </a:lvl9pPr>
          </a:lstStyle>
          <a:p xmlns:a="http://schemas.openxmlformats.org/drawingml/2006/main">
            <a:pPr>
              <a:defRPr sz="3000" b="1">
                <a:solidFill>
                  <a:srgbClr val="1F4E79"/>
                </a:solidFill>
                <a:latin typeface="Arial"/>
                <a:ea typeface="Arial"/>
                <a:cs typeface="Arial"/>
              </a:defRPr>
            </a:pPr>
            <a:r>
              <a:rPr sz="3000" b="1">
                <a:solidFill>
                  <a:srgbClr val="1F4E79"/>
                </a:solidFill>
                <a:latin typeface="Arial"/>
                <a:ea typeface="Arial"/>
                <a:cs typeface="Arial"/>
              </a:rPr>
              <a:t>Géneros y países que conviene evaluar</a:t>
            </a:r>
          </a:p>
        </p:txBody>
      </p:sp>
      <p:sp>
        <p:nvSpPr>
          <p:cNvPr id="2" name="">
            <a:extLst xmlns:a="http://schemas.openxmlformats.org/drawingml/2006/main">
              <a:ext uri="{FF2B5EF4-FFF2-40B4-BE49-F238E27FC236}">
                <a16:creationId xmlns:a16="http://schemas.microsoft.com/office/drawing/2014/main" id="{309CBFB7-5304-4B9E-9537-38838EC0074A}"/>
              </a:ext>
            </a:extLst>
          </p:cNvPr>
          <p:cNvSpPr>
            <a:spLocks xmlns:a="http://schemas.openxmlformats.org/drawingml/2006/main" noGrp="1"/>
          </p:cNvSpPr>
          <p:nvPr/>
        </p:nvSpPr>
        <p:spPr>
          <a:xfrm xmlns:a="http://schemas.openxmlformats.org/drawingml/2006/main">
            <a:off x="11382375"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A"/>
                </a:solidFill>
                <a:latin typeface="Arial"/>
                <a:ea typeface="Arial"/>
                <a:cs typeface="Arial"/>
              </a:defRPr>
            </a:defPPr>
            <a:lvl1pPr>
              <a:defRPr sz="1200" b="0">
                <a:solidFill>
                  <a:srgbClr val="52677A"/>
                </a:solidFill>
                <a:latin typeface="Arial"/>
                <a:ea typeface="Arial"/>
                <a:cs typeface="Arial"/>
              </a:defRPr>
            </a:lvl1pPr>
            <a:lvl2pPr>
              <a:defRPr sz="1200" b="0">
                <a:solidFill>
                  <a:srgbClr val="52677A"/>
                </a:solidFill>
                <a:latin typeface="Arial"/>
                <a:ea typeface="Arial"/>
                <a:cs typeface="Arial"/>
              </a:defRPr>
            </a:lvl2pPr>
            <a:lvl3pPr>
              <a:defRPr sz="1200" b="0">
                <a:solidFill>
                  <a:srgbClr val="52677A"/>
                </a:solidFill>
                <a:latin typeface="Arial"/>
                <a:ea typeface="Arial"/>
                <a:cs typeface="Arial"/>
              </a:defRPr>
            </a:lvl3pPr>
            <a:lvl4pPr>
              <a:defRPr sz="1200" b="0">
                <a:solidFill>
                  <a:srgbClr val="52677A"/>
                </a:solidFill>
                <a:latin typeface="Arial"/>
                <a:ea typeface="Arial"/>
                <a:cs typeface="Arial"/>
              </a:defRPr>
            </a:lvl4pPr>
            <a:lvl5pPr>
              <a:defRPr sz="1200" b="0">
                <a:solidFill>
                  <a:srgbClr val="52677A"/>
                </a:solidFill>
                <a:latin typeface="Arial"/>
                <a:ea typeface="Arial"/>
                <a:cs typeface="Arial"/>
              </a:defRPr>
            </a:lvl5pPr>
            <a:lvl6pPr>
              <a:defRPr sz="1200" b="0">
                <a:solidFill>
                  <a:srgbClr val="52677A"/>
                </a:solidFill>
                <a:latin typeface="Arial"/>
                <a:ea typeface="Arial"/>
                <a:cs typeface="Arial"/>
              </a:defRPr>
            </a:lvl6pPr>
            <a:lvl7pPr>
              <a:defRPr sz="1200" b="0">
                <a:solidFill>
                  <a:srgbClr val="52677A"/>
                </a:solidFill>
                <a:latin typeface="Arial"/>
                <a:ea typeface="Arial"/>
                <a:cs typeface="Arial"/>
              </a:defRPr>
            </a:lvl7pPr>
            <a:lvl8pPr>
              <a:defRPr sz="1200" b="0">
                <a:solidFill>
                  <a:srgbClr val="52677A"/>
                </a:solidFill>
                <a:latin typeface="Arial"/>
                <a:ea typeface="Arial"/>
                <a:cs typeface="Arial"/>
              </a:defRPr>
            </a:lvl8pPr>
            <a:lvl9pPr>
              <a:defRPr sz="1200" b="0">
                <a:solidFill>
                  <a:srgbClr val="52677A"/>
                </a:solidFill>
                <a:latin typeface="Arial"/>
                <a:ea typeface="Arial"/>
                <a:cs typeface="Arial"/>
              </a:defRPr>
            </a:lvl9pPr>
          </a:lstStyle>
          <a:p xmlns:a="http://schemas.openxmlformats.org/drawingml/2006/main">
            <a:pPr>
              <a:defRPr sz="1200" b="0">
                <a:solidFill>
                  <a:srgbClr val="52677A"/>
                </a:solidFill>
                <a:latin typeface="Arial"/>
                <a:ea typeface="Arial"/>
                <a:cs typeface="Arial"/>
              </a:defRPr>
            </a:pPr>
            <a:r>
              <a:rPr sz="1200" b="0">
                <a:solidFill>
                  <a:srgbClr val="52677A"/>
                </a:solidFill>
                <a:latin typeface="Arial"/>
                <a:ea typeface="Arial"/>
                <a:cs typeface="Arial"/>
              </a:rPr>
              <a:t>10</a:t>
            </a:r>
          </a:p>
        </p:txBody>
      </p:sp>
      <p:graphicFrame>
        <p:nvGraphicFramePr>
          <p:cNvPr id="3" name="Chart">
            <a:extLst xmlns:a="http://schemas.openxmlformats.org/drawingml/2006/main">
              <a:ext uri="{FF2B5EF4-FFF2-40B4-BE49-F238E27FC236}">
                <a16:creationId xmlns:a16="http://schemas.microsoft.com/office/drawing/2014/main" id="{B38770EC-2905-4D2F-B2FB-A3F53DF98294}"/>
              </a:ext>
            </a:extLst>
          </p:cNvPr>
          <p:cNvGraphicFramePr/>
          <p:nvPr/>
        </p:nvGraphicFramePr>
        <p:xfrm>
          <a:off xmlns:a="http://schemas.openxmlformats.org/drawingml/2006/main" x="381000" y="1476375"/>
          <a:ext xmlns:a="http://schemas.openxmlformats.org/drawingml/2006/main" cx="7143750" cy="3333750"/>
        </p:xfrm>
        <a:graphic xmlns:a="http://schemas.openxmlformats.org/drawingml/2006/main">
          <a:graphicData uri="http://schemas.openxmlformats.org/drawingml/2006/chart">
            <c:chart xmlns:r="http://schemas.openxmlformats.org/officeDocument/2006/relationships" xmlns:c="http://schemas.openxmlformats.org/drawingml/2006/chart" r:id="Rba09f5048bd740e6"/>
          </a:graphicData>
        </a:graphic>
      </p:graphicFrame>
      <p:sp>
        <p:nvSpPr>
          <p:cNvPr id="4" name="">
            <a:extLst xmlns:a="http://schemas.openxmlformats.org/drawingml/2006/main">
              <a:ext uri="{FF2B5EF4-FFF2-40B4-BE49-F238E27FC236}">
                <a16:creationId xmlns:a16="http://schemas.microsoft.com/office/drawing/2014/main" id="{D4E6620C-DF14-4395-A53D-F2A63661F3D6}"/>
              </a:ext>
            </a:extLst>
          </p:cNvPr>
          <p:cNvSpPr>
            <a:spLocks xmlns:a="http://schemas.openxmlformats.org/drawingml/2006/main" noGrp="1"/>
          </p:cNvSpPr>
          <p:nvPr/>
        </p:nvSpPr>
        <p:spPr>
          <a:xfrm xmlns:a="http://schemas.openxmlformats.org/drawingml/2006/main">
            <a:off x="7858125" y="1666875"/>
            <a:ext cx="3714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Animation: n = 2.248</a:t>
            </a:r>
          </a:p>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Documentary: n = 671</a:t>
            </a:r>
          </a:p>
        </p:txBody>
      </p:sp>
      <p:sp>
        <p:nvSpPr>
          <p:cNvPr id="5" name="">
            <a:extLst xmlns:a="http://schemas.openxmlformats.org/drawingml/2006/main">
              <a:ext uri="{FF2B5EF4-FFF2-40B4-BE49-F238E27FC236}">
                <a16:creationId xmlns:a16="http://schemas.microsoft.com/office/drawing/2014/main" id="{23A554DA-9CF2-47A3-BD33-FB919C11CBA8}"/>
              </a:ext>
            </a:extLst>
          </p:cNvPr>
          <p:cNvSpPr>
            <a:spLocks xmlns:a="http://schemas.openxmlformats.org/drawingml/2006/main" noGrp="1"/>
          </p:cNvSpPr>
          <p:nvPr/>
        </p:nvSpPr>
        <p:spPr>
          <a:xfrm xmlns:a="http://schemas.openxmlformats.org/drawingml/2006/main">
            <a:off x="7858125" y="3476625"/>
            <a:ext cx="3714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84A"/>
                </a:solidFill>
                <a:latin typeface="Arial"/>
                <a:ea typeface="Arial"/>
                <a:cs typeface="Arial"/>
              </a:defRPr>
            </a:defPPr>
            <a:lvl1pPr>
              <a:defRPr sz="1950" b="0">
                <a:solidFill>
                  <a:srgbClr val="26384A"/>
                </a:solidFill>
                <a:latin typeface="Arial"/>
                <a:ea typeface="Arial"/>
                <a:cs typeface="Arial"/>
              </a:defRPr>
            </a:lvl1pPr>
            <a:lvl2pPr>
              <a:defRPr sz="1950" b="0">
                <a:solidFill>
                  <a:srgbClr val="26384A"/>
                </a:solidFill>
                <a:latin typeface="Arial"/>
                <a:ea typeface="Arial"/>
                <a:cs typeface="Arial"/>
              </a:defRPr>
            </a:lvl2pPr>
            <a:lvl3pPr>
              <a:defRPr sz="1950" b="0">
                <a:solidFill>
                  <a:srgbClr val="26384A"/>
                </a:solidFill>
                <a:latin typeface="Arial"/>
                <a:ea typeface="Arial"/>
                <a:cs typeface="Arial"/>
              </a:defRPr>
            </a:lvl3pPr>
            <a:lvl4pPr>
              <a:defRPr sz="1950" b="0">
                <a:solidFill>
                  <a:srgbClr val="26384A"/>
                </a:solidFill>
                <a:latin typeface="Arial"/>
                <a:ea typeface="Arial"/>
                <a:cs typeface="Arial"/>
              </a:defRPr>
            </a:lvl4pPr>
            <a:lvl5pPr>
              <a:defRPr sz="1950" b="0">
                <a:solidFill>
                  <a:srgbClr val="26384A"/>
                </a:solidFill>
                <a:latin typeface="Arial"/>
                <a:ea typeface="Arial"/>
                <a:cs typeface="Arial"/>
              </a:defRPr>
            </a:lvl5pPr>
            <a:lvl6pPr>
              <a:defRPr sz="1950" b="0">
                <a:solidFill>
                  <a:srgbClr val="26384A"/>
                </a:solidFill>
                <a:latin typeface="Arial"/>
                <a:ea typeface="Arial"/>
                <a:cs typeface="Arial"/>
              </a:defRPr>
            </a:lvl6pPr>
            <a:lvl7pPr>
              <a:defRPr sz="1950" b="0">
                <a:solidFill>
                  <a:srgbClr val="26384A"/>
                </a:solidFill>
                <a:latin typeface="Arial"/>
                <a:ea typeface="Arial"/>
                <a:cs typeface="Arial"/>
              </a:defRPr>
            </a:lvl7pPr>
            <a:lvl8pPr>
              <a:defRPr sz="1950" b="0">
                <a:solidFill>
                  <a:srgbClr val="26384A"/>
                </a:solidFill>
                <a:latin typeface="Arial"/>
                <a:ea typeface="Arial"/>
                <a:cs typeface="Arial"/>
              </a:defRPr>
            </a:lvl8pPr>
            <a:lvl9pPr>
              <a:defRPr sz="1950" b="0">
                <a:solidFill>
                  <a:srgbClr val="26384A"/>
                </a:solidFill>
                <a:latin typeface="Arial"/>
                <a:ea typeface="Arial"/>
                <a:cs typeface="Arial"/>
              </a:defRPr>
            </a:lvl9pPr>
          </a:lstStyle>
          <a:p xmlns:a="http://schemas.openxmlformats.org/drawingml/2006/main">
            <a:pPr>
              <a:defRPr sz="1950" b="0">
                <a:solidFill>
                  <a:srgbClr val="26384A"/>
                </a:solidFill>
                <a:latin typeface="Arial"/>
                <a:ea typeface="Arial"/>
                <a:cs typeface="Arial"/>
              </a:defRPr>
            </a:pPr>
            <a:r>
              <a:rPr sz="1950" b="0">
                <a:solidFill>
                  <a:srgbClr val="26384A"/>
                </a:solidFill>
                <a:latin typeface="Arial"/>
                <a:ea typeface="Arial"/>
                <a:cs typeface="Arial"/>
              </a:rPr>
              <a:t>Corea del Sur: 7,42 (731)</a:t>
            </a:r>
          </a:p>
          <a:p xmlns:a="http://schemas.openxmlformats.org/drawingml/2006/main">
            <a:pPr>
              <a:defRPr sz="1950" b="0">
                <a:solidFill>
                  <a:srgbClr val="26384A"/>
                </a:solidFill>
                <a:latin typeface="Arial"/>
                <a:ea typeface="Arial"/>
                <a:cs typeface="Arial"/>
              </a:defRPr>
            </a:pPr>
            <a:r>
              <a:rPr sz="1950" b="0">
                <a:solidFill>
                  <a:srgbClr val="26384A"/>
                </a:solidFill>
                <a:latin typeface="Arial"/>
                <a:ea typeface="Arial"/>
                <a:cs typeface="Arial"/>
              </a:rPr>
              <a:t>Japón: 7,37 (1.370)</a:t>
            </a:r>
          </a:p>
        </p:txBody>
      </p:sp>
      <p:sp>
        <p:nvSpPr>
          <p:cNvPr id="6" name="">
            <a:extLst xmlns:a="http://schemas.openxmlformats.org/drawingml/2006/main">
              <a:ext uri="{FF2B5EF4-FFF2-40B4-BE49-F238E27FC236}">
                <a16:creationId xmlns:a16="http://schemas.microsoft.com/office/drawing/2014/main" id="{5A915AD5-EFB3-47D3-B98A-2FA8C4AFC34F}"/>
              </a:ext>
            </a:extLst>
          </p:cNvPr>
          <p:cNvSpPr>
            <a:spLocks xmlns:a="http://schemas.openxmlformats.org/drawingml/2006/main" noGrp="1"/>
          </p:cNvSpPr>
          <p:nvPr/>
        </p:nvSpPr>
        <p:spPr>
          <a:xfrm xmlns:a="http://schemas.openxmlformats.org/drawingml/2006/main">
            <a:off x="619125" y="51435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CB721F"/>
                </a:solidFill>
                <a:latin typeface="Arial"/>
                <a:ea typeface="Arial"/>
                <a:cs typeface="Arial"/>
              </a:defRPr>
            </a:defPPr>
            <a:lvl1pPr>
              <a:defRPr sz="2175" b="1">
                <a:solidFill>
                  <a:srgbClr val="CB721F"/>
                </a:solidFill>
                <a:latin typeface="Arial"/>
                <a:ea typeface="Arial"/>
                <a:cs typeface="Arial"/>
              </a:defRPr>
            </a:lvl1pPr>
            <a:lvl2pPr>
              <a:defRPr sz="2175" b="1">
                <a:solidFill>
                  <a:srgbClr val="CB721F"/>
                </a:solidFill>
                <a:latin typeface="Arial"/>
                <a:ea typeface="Arial"/>
                <a:cs typeface="Arial"/>
              </a:defRPr>
            </a:lvl2pPr>
            <a:lvl3pPr>
              <a:defRPr sz="2175" b="1">
                <a:solidFill>
                  <a:srgbClr val="CB721F"/>
                </a:solidFill>
                <a:latin typeface="Arial"/>
                <a:ea typeface="Arial"/>
                <a:cs typeface="Arial"/>
              </a:defRPr>
            </a:lvl3pPr>
            <a:lvl4pPr>
              <a:defRPr sz="2175" b="1">
                <a:solidFill>
                  <a:srgbClr val="CB721F"/>
                </a:solidFill>
                <a:latin typeface="Arial"/>
                <a:ea typeface="Arial"/>
                <a:cs typeface="Arial"/>
              </a:defRPr>
            </a:lvl4pPr>
            <a:lvl5pPr>
              <a:defRPr sz="2175" b="1">
                <a:solidFill>
                  <a:srgbClr val="CB721F"/>
                </a:solidFill>
                <a:latin typeface="Arial"/>
                <a:ea typeface="Arial"/>
                <a:cs typeface="Arial"/>
              </a:defRPr>
            </a:lvl5pPr>
            <a:lvl6pPr>
              <a:defRPr sz="2175" b="1">
                <a:solidFill>
                  <a:srgbClr val="CB721F"/>
                </a:solidFill>
                <a:latin typeface="Arial"/>
                <a:ea typeface="Arial"/>
                <a:cs typeface="Arial"/>
              </a:defRPr>
            </a:lvl6pPr>
            <a:lvl7pPr>
              <a:defRPr sz="2175" b="1">
                <a:solidFill>
                  <a:srgbClr val="CB721F"/>
                </a:solidFill>
                <a:latin typeface="Arial"/>
                <a:ea typeface="Arial"/>
                <a:cs typeface="Arial"/>
              </a:defRPr>
            </a:lvl7pPr>
            <a:lvl8pPr>
              <a:defRPr sz="2175" b="1">
                <a:solidFill>
                  <a:srgbClr val="CB721F"/>
                </a:solidFill>
                <a:latin typeface="Arial"/>
                <a:ea typeface="Arial"/>
                <a:cs typeface="Arial"/>
              </a:defRPr>
            </a:lvl8pPr>
            <a:lvl9pPr>
              <a:defRPr sz="2175" b="1">
                <a:solidFill>
                  <a:srgbClr val="CB721F"/>
                </a:solidFill>
                <a:latin typeface="Arial"/>
                <a:ea typeface="Arial"/>
                <a:cs typeface="Arial"/>
              </a:defRPr>
            </a:lvl9pPr>
          </a:lstStyle>
          <a:p xmlns:a="http://schemas.openxmlformats.org/drawingml/2006/main">
            <a:pPr>
              <a:defRPr sz="2175" b="1">
                <a:solidFill>
                  <a:srgbClr val="CB721F"/>
                </a:solidFill>
                <a:latin typeface="Arial"/>
                <a:ea typeface="Arial"/>
                <a:cs typeface="Arial"/>
              </a:defRPr>
            </a:pPr>
            <a:r>
              <a:rPr sz="2175" b="1">
                <a:solidFill>
                  <a:srgbClr val="CB721F"/>
                </a:solidFill>
                <a:latin typeface="Arial"/>
                <a:ea typeface="Arial"/>
                <a:cs typeface="Arial"/>
              </a:rPr>
              <a:t>Pilotos: Colombia 7,31 (81) y México 7,14 (373).</a:t>
            </a:r>
          </a:p>
        </p:txBody>
      </p:sp>
      <p:sp>
        <p:nvSpPr>
          <p:cNvPr id="7" name="">
            <a:extLst xmlns:a="http://schemas.openxmlformats.org/drawingml/2006/main">
              <a:ext uri="{FF2B5EF4-FFF2-40B4-BE49-F238E27FC236}">
                <a16:creationId xmlns:a16="http://schemas.microsoft.com/office/drawing/2014/main" id="{1EFAF1ED-1C89-40C8-B313-B20B5BF505AB}"/>
              </a:ext>
            </a:extLst>
          </p:cNvPr>
          <p:cNvSpPr>
            <a:spLocks xmlns:a="http://schemas.openxmlformats.org/drawingml/2006/main" noGrp="1"/>
          </p:cNvSpPr>
          <p:nvPr/>
        </p:nvSpPr>
        <p:spPr>
          <a:xfrm xmlns:a="http://schemas.openxmlformats.org/drawingml/2006/main">
            <a:off x="619125" y="5953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77A"/>
                </a:solidFill>
                <a:latin typeface="Arial"/>
                <a:ea typeface="Arial"/>
                <a:cs typeface="Arial"/>
              </a:defRPr>
            </a:defPPr>
            <a:lvl1pPr>
              <a:defRPr sz="1725" b="0">
                <a:solidFill>
                  <a:srgbClr val="52677A"/>
                </a:solidFill>
                <a:latin typeface="Arial"/>
                <a:ea typeface="Arial"/>
                <a:cs typeface="Arial"/>
              </a:defRPr>
            </a:lvl1pPr>
            <a:lvl2pPr>
              <a:defRPr sz="1725" b="0">
                <a:solidFill>
                  <a:srgbClr val="52677A"/>
                </a:solidFill>
                <a:latin typeface="Arial"/>
                <a:ea typeface="Arial"/>
                <a:cs typeface="Arial"/>
              </a:defRPr>
            </a:lvl2pPr>
            <a:lvl3pPr>
              <a:defRPr sz="1725" b="0">
                <a:solidFill>
                  <a:srgbClr val="52677A"/>
                </a:solidFill>
                <a:latin typeface="Arial"/>
                <a:ea typeface="Arial"/>
                <a:cs typeface="Arial"/>
              </a:defRPr>
            </a:lvl3pPr>
            <a:lvl4pPr>
              <a:defRPr sz="1725" b="0">
                <a:solidFill>
                  <a:srgbClr val="52677A"/>
                </a:solidFill>
                <a:latin typeface="Arial"/>
                <a:ea typeface="Arial"/>
                <a:cs typeface="Arial"/>
              </a:defRPr>
            </a:lvl4pPr>
            <a:lvl5pPr>
              <a:defRPr sz="1725" b="0">
                <a:solidFill>
                  <a:srgbClr val="52677A"/>
                </a:solidFill>
                <a:latin typeface="Arial"/>
                <a:ea typeface="Arial"/>
                <a:cs typeface="Arial"/>
              </a:defRPr>
            </a:lvl5pPr>
            <a:lvl6pPr>
              <a:defRPr sz="1725" b="0">
                <a:solidFill>
                  <a:srgbClr val="52677A"/>
                </a:solidFill>
                <a:latin typeface="Arial"/>
                <a:ea typeface="Arial"/>
                <a:cs typeface="Arial"/>
              </a:defRPr>
            </a:lvl6pPr>
            <a:lvl7pPr>
              <a:defRPr sz="1725" b="0">
                <a:solidFill>
                  <a:srgbClr val="52677A"/>
                </a:solidFill>
                <a:latin typeface="Arial"/>
                <a:ea typeface="Arial"/>
                <a:cs typeface="Arial"/>
              </a:defRPr>
            </a:lvl7pPr>
            <a:lvl8pPr>
              <a:defRPr sz="1725" b="0">
                <a:solidFill>
                  <a:srgbClr val="52677A"/>
                </a:solidFill>
                <a:latin typeface="Arial"/>
                <a:ea typeface="Arial"/>
                <a:cs typeface="Arial"/>
              </a:defRPr>
            </a:lvl8pPr>
            <a:lvl9pPr>
              <a:defRPr sz="1725" b="0">
                <a:solidFill>
                  <a:srgbClr val="52677A"/>
                </a:solidFill>
                <a:latin typeface="Arial"/>
                <a:ea typeface="Arial"/>
                <a:cs typeface="Arial"/>
              </a:defRPr>
            </a:lvl9pPr>
          </a:lstStyle>
          <a:p xmlns:a="http://schemas.openxmlformats.org/drawingml/2006/main">
            <a:pPr>
              <a:defRPr sz="1725" b="0">
                <a:solidFill>
                  <a:srgbClr val="52677A"/>
                </a:solidFill>
                <a:latin typeface="Arial"/>
                <a:ea typeface="Arial"/>
                <a:cs typeface="Arial"/>
              </a:defRPr>
            </a:pPr>
            <a:r>
              <a:rPr sz="1725" b="0">
                <a:solidFill>
                  <a:srgbClr val="52677A"/>
                </a:solidFill>
                <a:latin typeface="Arial"/>
                <a:ea typeface="Arial"/>
                <a:cs typeface="Arial"/>
              </a:rPr>
              <a:t>Valoración válida y mínimos de 50 votos en películas, 30 en series. Evaluación editorial.</a:t>
            </a:r>
          </a:p>
        </p:txBody>
      </p:sp>
    </p:spTree>
    <p:extLst>
      <p:ext uri="{BB962C8B-B14F-4D97-AF65-F5344CB8AC3E}">
        <p14:creationId xmlns:p14="http://schemas.microsoft.com/office/powerpoint/2010/main" val="203701029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D28183A-4D5B-4C3B-AAEE-372F4119C9B0}"/>
              </a:ext>
            </a:extLst>
          </p:cNvPr>
          <p:cNvSpPr>
            <a:spLocks xmlns:a="http://schemas.openxmlformats.org/drawingml/2006/main" noGrp="1"/>
          </p:cNvSpPr>
          <p:nvPr/>
        </p:nvSpPr>
        <p:spPr>
          <a:xfrm xmlns:a="http://schemas.openxmlformats.org/drawingml/2006/main">
            <a:off x="523875" y="304800"/>
            <a:ext cx="1114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F4E79"/>
                </a:solidFill>
                <a:latin typeface="Arial"/>
                <a:ea typeface="Arial"/>
                <a:cs typeface="Arial"/>
              </a:defRPr>
            </a:defPPr>
            <a:lvl1pPr>
              <a:defRPr sz="3000" b="1">
                <a:solidFill>
                  <a:srgbClr val="1F4E79"/>
                </a:solidFill>
                <a:latin typeface="Arial"/>
                <a:ea typeface="Arial"/>
                <a:cs typeface="Arial"/>
              </a:defRPr>
            </a:lvl1pPr>
            <a:lvl2pPr>
              <a:defRPr sz="3000" b="1">
                <a:solidFill>
                  <a:srgbClr val="1F4E79"/>
                </a:solidFill>
                <a:latin typeface="Arial"/>
                <a:ea typeface="Arial"/>
                <a:cs typeface="Arial"/>
              </a:defRPr>
            </a:lvl2pPr>
            <a:lvl3pPr>
              <a:defRPr sz="3000" b="1">
                <a:solidFill>
                  <a:srgbClr val="1F4E79"/>
                </a:solidFill>
                <a:latin typeface="Arial"/>
                <a:ea typeface="Arial"/>
                <a:cs typeface="Arial"/>
              </a:defRPr>
            </a:lvl3pPr>
            <a:lvl4pPr>
              <a:defRPr sz="3000" b="1">
                <a:solidFill>
                  <a:srgbClr val="1F4E79"/>
                </a:solidFill>
                <a:latin typeface="Arial"/>
                <a:ea typeface="Arial"/>
                <a:cs typeface="Arial"/>
              </a:defRPr>
            </a:lvl4pPr>
            <a:lvl5pPr>
              <a:defRPr sz="3000" b="1">
                <a:solidFill>
                  <a:srgbClr val="1F4E79"/>
                </a:solidFill>
                <a:latin typeface="Arial"/>
                <a:ea typeface="Arial"/>
                <a:cs typeface="Arial"/>
              </a:defRPr>
            </a:lvl5pPr>
            <a:lvl6pPr>
              <a:defRPr sz="3000" b="1">
                <a:solidFill>
                  <a:srgbClr val="1F4E79"/>
                </a:solidFill>
                <a:latin typeface="Arial"/>
                <a:ea typeface="Arial"/>
                <a:cs typeface="Arial"/>
              </a:defRPr>
            </a:lvl6pPr>
            <a:lvl7pPr>
              <a:defRPr sz="3000" b="1">
                <a:solidFill>
                  <a:srgbClr val="1F4E79"/>
                </a:solidFill>
                <a:latin typeface="Arial"/>
                <a:ea typeface="Arial"/>
                <a:cs typeface="Arial"/>
              </a:defRPr>
            </a:lvl7pPr>
            <a:lvl8pPr>
              <a:defRPr sz="3000" b="1">
                <a:solidFill>
                  <a:srgbClr val="1F4E79"/>
                </a:solidFill>
                <a:latin typeface="Arial"/>
                <a:ea typeface="Arial"/>
                <a:cs typeface="Arial"/>
              </a:defRPr>
            </a:lvl8pPr>
            <a:lvl9pPr>
              <a:defRPr sz="3000" b="1">
                <a:solidFill>
                  <a:srgbClr val="1F4E79"/>
                </a:solidFill>
                <a:latin typeface="Arial"/>
                <a:ea typeface="Arial"/>
                <a:cs typeface="Arial"/>
              </a:defRPr>
            </a:lvl9pPr>
          </a:lstStyle>
          <a:p xmlns:a="http://schemas.openxmlformats.org/drawingml/2006/main">
            <a:pPr>
              <a:defRPr sz="3000" b="1">
                <a:solidFill>
                  <a:srgbClr val="1F4E79"/>
                </a:solidFill>
                <a:latin typeface="Arial"/>
                <a:ea typeface="Arial"/>
                <a:cs typeface="Arial"/>
              </a:defRPr>
            </a:pPr>
            <a:r>
              <a:rPr sz="3000" b="1">
                <a:solidFill>
                  <a:srgbClr val="1F4E79"/>
                </a:solidFill>
                <a:latin typeface="Arial"/>
                <a:ea typeface="Arial"/>
                <a:cs typeface="Arial"/>
              </a:rPr>
              <a:t>Tres ejemplos de bajo presupuesto</a:t>
            </a:r>
          </a:p>
        </p:txBody>
      </p:sp>
      <p:sp>
        <p:nvSpPr>
          <p:cNvPr id="2" name="">
            <a:extLst xmlns:a="http://schemas.openxmlformats.org/drawingml/2006/main">
              <a:ext uri="{FF2B5EF4-FFF2-40B4-BE49-F238E27FC236}">
                <a16:creationId xmlns:a16="http://schemas.microsoft.com/office/drawing/2014/main" id="{57E12703-CA3D-46F7-B1C4-8C4F025AE42E}"/>
              </a:ext>
            </a:extLst>
          </p:cNvPr>
          <p:cNvSpPr>
            <a:spLocks xmlns:a="http://schemas.openxmlformats.org/drawingml/2006/main" noGrp="1"/>
          </p:cNvSpPr>
          <p:nvPr/>
        </p:nvSpPr>
        <p:spPr>
          <a:xfrm xmlns:a="http://schemas.openxmlformats.org/drawingml/2006/main">
            <a:off x="11382375"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A"/>
                </a:solidFill>
                <a:latin typeface="Arial"/>
                <a:ea typeface="Arial"/>
                <a:cs typeface="Arial"/>
              </a:defRPr>
            </a:defPPr>
            <a:lvl1pPr>
              <a:defRPr sz="1200" b="0">
                <a:solidFill>
                  <a:srgbClr val="52677A"/>
                </a:solidFill>
                <a:latin typeface="Arial"/>
                <a:ea typeface="Arial"/>
                <a:cs typeface="Arial"/>
              </a:defRPr>
            </a:lvl1pPr>
            <a:lvl2pPr>
              <a:defRPr sz="1200" b="0">
                <a:solidFill>
                  <a:srgbClr val="52677A"/>
                </a:solidFill>
                <a:latin typeface="Arial"/>
                <a:ea typeface="Arial"/>
                <a:cs typeface="Arial"/>
              </a:defRPr>
            </a:lvl2pPr>
            <a:lvl3pPr>
              <a:defRPr sz="1200" b="0">
                <a:solidFill>
                  <a:srgbClr val="52677A"/>
                </a:solidFill>
                <a:latin typeface="Arial"/>
                <a:ea typeface="Arial"/>
                <a:cs typeface="Arial"/>
              </a:defRPr>
            </a:lvl3pPr>
            <a:lvl4pPr>
              <a:defRPr sz="1200" b="0">
                <a:solidFill>
                  <a:srgbClr val="52677A"/>
                </a:solidFill>
                <a:latin typeface="Arial"/>
                <a:ea typeface="Arial"/>
                <a:cs typeface="Arial"/>
              </a:defRPr>
            </a:lvl4pPr>
            <a:lvl5pPr>
              <a:defRPr sz="1200" b="0">
                <a:solidFill>
                  <a:srgbClr val="52677A"/>
                </a:solidFill>
                <a:latin typeface="Arial"/>
                <a:ea typeface="Arial"/>
                <a:cs typeface="Arial"/>
              </a:defRPr>
            </a:lvl5pPr>
            <a:lvl6pPr>
              <a:defRPr sz="1200" b="0">
                <a:solidFill>
                  <a:srgbClr val="52677A"/>
                </a:solidFill>
                <a:latin typeface="Arial"/>
                <a:ea typeface="Arial"/>
                <a:cs typeface="Arial"/>
              </a:defRPr>
            </a:lvl6pPr>
            <a:lvl7pPr>
              <a:defRPr sz="1200" b="0">
                <a:solidFill>
                  <a:srgbClr val="52677A"/>
                </a:solidFill>
                <a:latin typeface="Arial"/>
                <a:ea typeface="Arial"/>
                <a:cs typeface="Arial"/>
              </a:defRPr>
            </a:lvl7pPr>
            <a:lvl8pPr>
              <a:defRPr sz="1200" b="0">
                <a:solidFill>
                  <a:srgbClr val="52677A"/>
                </a:solidFill>
                <a:latin typeface="Arial"/>
                <a:ea typeface="Arial"/>
                <a:cs typeface="Arial"/>
              </a:defRPr>
            </a:lvl8pPr>
            <a:lvl9pPr>
              <a:defRPr sz="1200" b="0">
                <a:solidFill>
                  <a:srgbClr val="52677A"/>
                </a:solidFill>
                <a:latin typeface="Arial"/>
                <a:ea typeface="Arial"/>
                <a:cs typeface="Arial"/>
              </a:defRPr>
            </a:lvl9pPr>
          </a:lstStyle>
          <a:p xmlns:a="http://schemas.openxmlformats.org/drawingml/2006/main">
            <a:pPr>
              <a:defRPr sz="1200" b="0">
                <a:solidFill>
                  <a:srgbClr val="52677A"/>
                </a:solidFill>
                <a:latin typeface="Arial"/>
                <a:ea typeface="Arial"/>
                <a:cs typeface="Arial"/>
              </a:defRPr>
            </a:pPr>
            <a:r>
              <a:rPr sz="1200" b="0">
                <a:solidFill>
                  <a:srgbClr val="52677A"/>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4744998E-64DE-425B-9BE5-B73B089676DA}"/>
              </a:ext>
            </a:extLst>
          </p:cNvPr>
          <p:cNvSpPr>
            <a:spLocks xmlns:a="http://schemas.openxmlformats.org/drawingml/2006/main" noGrp="1"/>
          </p:cNvSpPr>
          <p:nvPr/>
        </p:nvSpPr>
        <p:spPr>
          <a:xfrm xmlns:a="http://schemas.openxmlformats.org/drawingml/2006/main">
            <a:off x="619125" y="1571625"/>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F4E79"/>
                </a:solidFill>
                <a:latin typeface="Arial"/>
                <a:ea typeface="Arial"/>
                <a:cs typeface="Arial"/>
              </a:defRPr>
            </a:defPPr>
            <a:lvl1pPr>
              <a:defRPr sz="2250" b="1">
                <a:solidFill>
                  <a:srgbClr val="1F4E79"/>
                </a:solidFill>
                <a:latin typeface="Arial"/>
                <a:ea typeface="Arial"/>
                <a:cs typeface="Arial"/>
              </a:defRPr>
            </a:lvl1pPr>
            <a:lvl2pPr>
              <a:defRPr sz="2250" b="1">
                <a:solidFill>
                  <a:srgbClr val="1F4E79"/>
                </a:solidFill>
                <a:latin typeface="Arial"/>
                <a:ea typeface="Arial"/>
                <a:cs typeface="Arial"/>
              </a:defRPr>
            </a:lvl2pPr>
            <a:lvl3pPr>
              <a:defRPr sz="2250" b="1">
                <a:solidFill>
                  <a:srgbClr val="1F4E79"/>
                </a:solidFill>
                <a:latin typeface="Arial"/>
                <a:ea typeface="Arial"/>
                <a:cs typeface="Arial"/>
              </a:defRPr>
            </a:lvl3pPr>
            <a:lvl4pPr>
              <a:defRPr sz="2250" b="1">
                <a:solidFill>
                  <a:srgbClr val="1F4E79"/>
                </a:solidFill>
                <a:latin typeface="Arial"/>
                <a:ea typeface="Arial"/>
                <a:cs typeface="Arial"/>
              </a:defRPr>
            </a:lvl4pPr>
            <a:lvl5pPr>
              <a:defRPr sz="2250" b="1">
                <a:solidFill>
                  <a:srgbClr val="1F4E79"/>
                </a:solidFill>
                <a:latin typeface="Arial"/>
                <a:ea typeface="Arial"/>
                <a:cs typeface="Arial"/>
              </a:defRPr>
            </a:lvl5pPr>
            <a:lvl6pPr>
              <a:defRPr sz="2250" b="1">
                <a:solidFill>
                  <a:srgbClr val="1F4E79"/>
                </a:solidFill>
                <a:latin typeface="Arial"/>
                <a:ea typeface="Arial"/>
                <a:cs typeface="Arial"/>
              </a:defRPr>
            </a:lvl6pPr>
            <a:lvl7pPr>
              <a:defRPr sz="2250" b="1">
                <a:solidFill>
                  <a:srgbClr val="1F4E79"/>
                </a:solidFill>
                <a:latin typeface="Arial"/>
                <a:ea typeface="Arial"/>
                <a:cs typeface="Arial"/>
              </a:defRPr>
            </a:lvl7pPr>
            <a:lvl8pPr>
              <a:defRPr sz="2250" b="1">
                <a:solidFill>
                  <a:srgbClr val="1F4E79"/>
                </a:solidFill>
                <a:latin typeface="Arial"/>
                <a:ea typeface="Arial"/>
                <a:cs typeface="Arial"/>
              </a:defRPr>
            </a:lvl8pPr>
            <a:lvl9pPr>
              <a:defRPr sz="2250" b="1">
                <a:solidFill>
                  <a:srgbClr val="1F4E79"/>
                </a:solidFill>
                <a:latin typeface="Arial"/>
                <a:ea typeface="Arial"/>
                <a:cs typeface="Arial"/>
              </a:defRPr>
            </a:lvl9pPr>
          </a:lstStyle>
          <a:p xmlns:a="http://schemas.openxmlformats.org/drawingml/2006/main">
            <a:pPr>
              <a:defRPr sz="2250" b="1">
                <a:solidFill>
                  <a:srgbClr val="1F4E79"/>
                </a:solidFill>
                <a:latin typeface="Arial"/>
                <a:ea typeface="Arial"/>
                <a:cs typeface="Arial"/>
              </a:defRPr>
            </a:pPr>
            <a:r>
              <a:rPr sz="2250" b="1">
                <a:solidFill>
                  <a:srgbClr val="1F4E79"/>
                </a:solidFill>
                <a:latin typeface="Arial"/>
                <a:ea typeface="Arial"/>
                <a:cs typeface="Arial"/>
              </a:rPr>
              <a:t>Película</a:t>
            </a:r>
          </a:p>
        </p:txBody>
      </p:sp>
      <p:sp>
        <p:nvSpPr>
          <p:cNvPr id="4" name="">
            <a:extLst xmlns:a="http://schemas.openxmlformats.org/drawingml/2006/main">
              <a:ext uri="{FF2B5EF4-FFF2-40B4-BE49-F238E27FC236}">
                <a16:creationId xmlns:a16="http://schemas.microsoft.com/office/drawing/2014/main" id="{1CBE25C2-5F81-4C09-9307-FB5F399006D8}"/>
              </a:ext>
            </a:extLst>
          </p:cNvPr>
          <p:cNvSpPr>
            <a:spLocks xmlns:a="http://schemas.openxmlformats.org/drawingml/2006/main" noGrp="1"/>
          </p:cNvSpPr>
          <p:nvPr/>
        </p:nvSpPr>
        <p:spPr>
          <a:xfrm xmlns:a="http://schemas.openxmlformats.org/drawingml/2006/main">
            <a:off x="5715000" y="15716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F4E79"/>
                </a:solidFill>
                <a:latin typeface="Arial"/>
                <a:ea typeface="Arial"/>
                <a:cs typeface="Arial"/>
              </a:defRPr>
            </a:defPPr>
            <a:lvl1pPr>
              <a:defRPr sz="2175" b="1">
                <a:solidFill>
                  <a:srgbClr val="1F4E79"/>
                </a:solidFill>
                <a:latin typeface="Arial"/>
                <a:ea typeface="Arial"/>
                <a:cs typeface="Arial"/>
              </a:defRPr>
            </a:lvl1pPr>
            <a:lvl2pPr>
              <a:defRPr sz="2175" b="1">
                <a:solidFill>
                  <a:srgbClr val="1F4E79"/>
                </a:solidFill>
                <a:latin typeface="Arial"/>
                <a:ea typeface="Arial"/>
                <a:cs typeface="Arial"/>
              </a:defRPr>
            </a:lvl2pPr>
            <a:lvl3pPr>
              <a:defRPr sz="2175" b="1">
                <a:solidFill>
                  <a:srgbClr val="1F4E79"/>
                </a:solidFill>
                <a:latin typeface="Arial"/>
                <a:ea typeface="Arial"/>
                <a:cs typeface="Arial"/>
              </a:defRPr>
            </a:lvl3pPr>
            <a:lvl4pPr>
              <a:defRPr sz="2175" b="1">
                <a:solidFill>
                  <a:srgbClr val="1F4E79"/>
                </a:solidFill>
                <a:latin typeface="Arial"/>
                <a:ea typeface="Arial"/>
                <a:cs typeface="Arial"/>
              </a:defRPr>
            </a:lvl4pPr>
            <a:lvl5pPr>
              <a:defRPr sz="2175" b="1">
                <a:solidFill>
                  <a:srgbClr val="1F4E79"/>
                </a:solidFill>
                <a:latin typeface="Arial"/>
                <a:ea typeface="Arial"/>
                <a:cs typeface="Arial"/>
              </a:defRPr>
            </a:lvl5pPr>
            <a:lvl6pPr>
              <a:defRPr sz="2175" b="1">
                <a:solidFill>
                  <a:srgbClr val="1F4E79"/>
                </a:solidFill>
                <a:latin typeface="Arial"/>
                <a:ea typeface="Arial"/>
                <a:cs typeface="Arial"/>
              </a:defRPr>
            </a:lvl6pPr>
            <a:lvl7pPr>
              <a:defRPr sz="2175" b="1">
                <a:solidFill>
                  <a:srgbClr val="1F4E79"/>
                </a:solidFill>
                <a:latin typeface="Arial"/>
                <a:ea typeface="Arial"/>
                <a:cs typeface="Arial"/>
              </a:defRPr>
            </a:lvl7pPr>
            <a:lvl8pPr>
              <a:defRPr sz="2175" b="1">
                <a:solidFill>
                  <a:srgbClr val="1F4E79"/>
                </a:solidFill>
                <a:latin typeface="Arial"/>
                <a:ea typeface="Arial"/>
                <a:cs typeface="Arial"/>
              </a:defRPr>
            </a:lvl8pPr>
            <a:lvl9pPr>
              <a:defRPr sz="2175" b="1">
                <a:solidFill>
                  <a:srgbClr val="1F4E79"/>
                </a:solidFill>
                <a:latin typeface="Arial"/>
                <a:ea typeface="Arial"/>
                <a:cs typeface="Arial"/>
              </a:defRPr>
            </a:lvl9pPr>
          </a:lstStyle>
          <a:p xmlns:a="http://schemas.openxmlformats.org/drawingml/2006/main">
            <a:pPr>
              <a:defRPr sz="2175" b="1">
                <a:solidFill>
                  <a:srgbClr val="1F4E79"/>
                </a:solidFill>
                <a:latin typeface="Arial"/>
                <a:ea typeface="Arial"/>
                <a:cs typeface="Arial"/>
              </a:defRPr>
            </a:pPr>
            <a:r>
              <a:rPr sz="2175" b="1">
                <a:solidFill>
                  <a:srgbClr val="1F4E79"/>
                </a:solidFill>
                <a:latin typeface="Arial"/>
                <a:ea typeface="Arial"/>
                <a:cs typeface="Arial"/>
              </a:rPr>
              <a:t>Presupuesto</a:t>
            </a:r>
          </a:p>
        </p:txBody>
      </p:sp>
      <p:sp>
        <p:nvSpPr>
          <p:cNvPr id="5" name="">
            <a:extLst xmlns:a="http://schemas.openxmlformats.org/drawingml/2006/main">
              <a:ext uri="{FF2B5EF4-FFF2-40B4-BE49-F238E27FC236}">
                <a16:creationId xmlns:a16="http://schemas.microsoft.com/office/drawing/2014/main" id="{1697F12B-7CD4-4924-982F-D7F482216F38}"/>
              </a:ext>
            </a:extLst>
          </p:cNvPr>
          <p:cNvSpPr>
            <a:spLocks xmlns:a="http://schemas.openxmlformats.org/drawingml/2006/main" noGrp="1"/>
          </p:cNvSpPr>
          <p:nvPr/>
        </p:nvSpPr>
        <p:spPr>
          <a:xfrm xmlns:a="http://schemas.openxmlformats.org/drawingml/2006/main">
            <a:off x="9048750" y="1571625"/>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F4E79"/>
                </a:solidFill>
                <a:latin typeface="Arial"/>
                <a:ea typeface="Arial"/>
                <a:cs typeface="Arial"/>
              </a:defRPr>
            </a:defPPr>
            <a:lvl1pPr>
              <a:defRPr sz="2175" b="1">
                <a:solidFill>
                  <a:srgbClr val="1F4E79"/>
                </a:solidFill>
                <a:latin typeface="Arial"/>
                <a:ea typeface="Arial"/>
                <a:cs typeface="Arial"/>
              </a:defRPr>
            </a:lvl1pPr>
            <a:lvl2pPr>
              <a:defRPr sz="2175" b="1">
                <a:solidFill>
                  <a:srgbClr val="1F4E79"/>
                </a:solidFill>
                <a:latin typeface="Arial"/>
                <a:ea typeface="Arial"/>
                <a:cs typeface="Arial"/>
              </a:defRPr>
            </a:lvl2pPr>
            <a:lvl3pPr>
              <a:defRPr sz="2175" b="1">
                <a:solidFill>
                  <a:srgbClr val="1F4E79"/>
                </a:solidFill>
                <a:latin typeface="Arial"/>
                <a:ea typeface="Arial"/>
                <a:cs typeface="Arial"/>
              </a:defRPr>
            </a:lvl3pPr>
            <a:lvl4pPr>
              <a:defRPr sz="2175" b="1">
                <a:solidFill>
                  <a:srgbClr val="1F4E79"/>
                </a:solidFill>
                <a:latin typeface="Arial"/>
                <a:ea typeface="Arial"/>
                <a:cs typeface="Arial"/>
              </a:defRPr>
            </a:lvl4pPr>
            <a:lvl5pPr>
              <a:defRPr sz="2175" b="1">
                <a:solidFill>
                  <a:srgbClr val="1F4E79"/>
                </a:solidFill>
                <a:latin typeface="Arial"/>
                <a:ea typeface="Arial"/>
                <a:cs typeface="Arial"/>
              </a:defRPr>
            </a:lvl5pPr>
            <a:lvl6pPr>
              <a:defRPr sz="2175" b="1">
                <a:solidFill>
                  <a:srgbClr val="1F4E79"/>
                </a:solidFill>
                <a:latin typeface="Arial"/>
                <a:ea typeface="Arial"/>
                <a:cs typeface="Arial"/>
              </a:defRPr>
            </a:lvl6pPr>
            <a:lvl7pPr>
              <a:defRPr sz="2175" b="1">
                <a:solidFill>
                  <a:srgbClr val="1F4E79"/>
                </a:solidFill>
                <a:latin typeface="Arial"/>
                <a:ea typeface="Arial"/>
                <a:cs typeface="Arial"/>
              </a:defRPr>
            </a:lvl7pPr>
            <a:lvl8pPr>
              <a:defRPr sz="2175" b="1">
                <a:solidFill>
                  <a:srgbClr val="1F4E79"/>
                </a:solidFill>
                <a:latin typeface="Arial"/>
                <a:ea typeface="Arial"/>
                <a:cs typeface="Arial"/>
              </a:defRPr>
            </a:lvl8pPr>
            <a:lvl9pPr>
              <a:defRPr sz="2175" b="1">
                <a:solidFill>
                  <a:srgbClr val="1F4E79"/>
                </a:solidFill>
                <a:latin typeface="Arial"/>
                <a:ea typeface="Arial"/>
                <a:cs typeface="Arial"/>
              </a:defRPr>
            </a:lvl9pPr>
          </a:lstStyle>
          <a:p xmlns:a="http://schemas.openxmlformats.org/drawingml/2006/main">
            <a:pPr>
              <a:defRPr sz="2175" b="1">
                <a:solidFill>
                  <a:srgbClr val="1F4E79"/>
                </a:solidFill>
                <a:latin typeface="Arial"/>
                <a:ea typeface="Arial"/>
                <a:cs typeface="Arial"/>
              </a:defRPr>
            </a:pPr>
            <a:r>
              <a:rPr sz="2175" b="1">
                <a:solidFill>
                  <a:srgbClr val="1F4E79"/>
                </a:solidFill>
                <a:latin typeface="Arial"/>
                <a:ea typeface="Arial"/>
                <a:cs typeface="Arial"/>
              </a:rPr>
              <a:t>Ingresos</a:t>
            </a:r>
          </a:p>
        </p:txBody>
      </p:sp>
      <p:sp>
        <p:nvSpPr>
          <p:cNvPr id="6" name="">
            <a:extLst xmlns:a="http://schemas.openxmlformats.org/drawingml/2006/main">
              <a:ext uri="{FF2B5EF4-FFF2-40B4-BE49-F238E27FC236}">
                <a16:creationId xmlns:a16="http://schemas.microsoft.com/office/drawing/2014/main" id="{AFDA8E86-8C1A-4ACE-8BC2-67EC4E838933}"/>
              </a:ext>
            </a:extLst>
          </p:cNvPr>
          <p:cNvSpPr>
            <a:spLocks xmlns:a="http://schemas.openxmlformats.org/drawingml/2006/main" noGrp="1"/>
          </p:cNvSpPr>
          <p:nvPr/>
        </p:nvSpPr>
        <p:spPr>
          <a:xfrm xmlns:a="http://schemas.openxmlformats.org/drawingml/2006/main">
            <a:off x="619125" y="2571750"/>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26384A"/>
                </a:solidFill>
                <a:latin typeface="Arial"/>
                <a:ea typeface="Arial"/>
                <a:cs typeface="Arial"/>
              </a:defRPr>
            </a:defPPr>
            <a:lvl1pPr>
              <a:defRPr sz="2625" b="1">
                <a:solidFill>
                  <a:srgbClr val="26384A"/>
                </a:solidFill>
                <a:latin typeface="Arial"/>
                <a:ea typeface="Arial"/>
                <a:cs typeface="Arial"/>
              </a:defRPr>
            </a:lvl1pPr>
            <a:lvl2pPr>
              <a:defRPr sz="2625" b="1">
                <a:solidFill>
                  <a:srgbClr val="26384A"/>
                </a:solidFill>
                <a:latin typeface="Arial"/>
                <a:ea typeface="Arial"/>
                <a:cs typeface="Arial"/>
              </a:defRPr>
            </a:lvl2pPr>
            <a:lvl3pPr>
              <a:defRPr sz="2625" b="1">
                <a:solidFill>
                  <a:srgbClr val="26384A"/>
                </a:solidFill>
                <a:latin typeface="Arial"/>
                <a:ea typeface="Arial"/>
                <a:cs typeface="Arial"/>
              </a:defRPr>
            </a:lvl3pPr>
            <a:lvl4pPr>
              <a:defRPr sz="2625" b="1">
                <a:solidFill>
                  <a:srgbClr val="26384A"/>
                </a:solidFill>
                <a:latin typeface="Arial"/>
                <a:ea typeface="Arial"/>
                <a:cs typeface="Arial"/>
              </a:defRPr>
            </a:lvl4pPr>
            <a:lvl5pPr>
              <a:defRPr sz="2625" b="1">
                <a:solidFill>
                  <a:srgbClr val="26384A"/>
                </a:solidFill>
                <a:latin typeface="Arial"/>
                <a:ea typeface="Arial"/>
                <a:cs typeface="Arial"/>
              </a:defRPr>
            </a:lvl5pPr>
            <a:lvl6pPr>
              <a:defRPr sz="2625" b="1">
                <a:solidFill>
                  <a:srgbClr val="26384A"/>
                </a:solidFill>
                <a:latin typeface="Arial"/>
                <a:ea typeface="Arial"/>
                <a:cs typeface="Arial"/>
              </a:defRPr>
            </a:lvl6pPr>
            <a:lvl7pPr>
              <a:defRPr sz="2625" b="1">
                <a:solidFill>
                  <a:srgbClr val="26384A"/>
                </a:solidFill>
                <a:latin typeface="Arial"/>
                <a:ea typeface="Arial"/>
                <a:cs typeface="Arial"/>
              </a:defRPr>
            </a:lvl7pPr>
            <a:lvl8pPr>
              <a:defRPr sz="2625" b="1">
                <a:solidFill>
                  <a:srgbClr val="26384A"/>
                </a:solidFill>
                <a:latin typeface="Arial"/>
                <a:ea typeface="Arial"/>
                <a:cs typeface="Arial"/>
              </a:defRPr>
            </a:lvl8pPr>
            <a:lvl9pPr>
              <a:defRPr sz="2625" b="1">
                <a:solidFill>
                  <a:srgbClr val="26384A"/>
                </a:solidFill>
                <a:latin typeface="Arial"/>
                <a:ea typeface="Arial"/>
                <a:cs typeface="Arial"/>
              </a:defRPr>
            </a:lvl9pPr>
          </a:lstStyle>
          <a:p xmlns:a="http://schemas.openxmlformats.org/drawingml/2006/main">
            <a:pPr>
              <a:defRPr sz="2625" b="1">
                <a:solidFill>
                  <a:srgbClr val="26384A"/>
                </a:solidFill>
                <a:latin typeface="Arial"/>
                <a:ea typeface="Arial"/>
                <a:cs typeface="Arial"/>
              </a:defRPr>
            </a:pPr>
            <a:r>
              <a:rPr sz="2625" b="1">
                <a:solidFill>
                  <a:srgbClr val="26384A"/>
                </a:solidFill>
                <a:latin typeface="Arial"/>
                <a:ea typeface="Arial"/>
                <a:cs typeface="Arial"/>
              </a:rPr>
              <a:t>Insidious</a:t>
            </a:r>
          </a:p>
        </p:txBody>
      </p:sp>
      <p:sp>
        <p:nvSpPr>
          <p:cNvPr id="7" name="">
            <a:extLst xmlns:a="http://schemas.openxmlformats.org/drawingml/2006/main">
              <a:ext uri="{FF2B5EF4-FFF2-40B4-BE49-F238E27FC236}">
                <a16:creationId xmlns:a16="http://schemas.microsoft.com/office/drawing/2014/main" id="{98EF778C-72EE-4631-BF21-D4B0D6582771}"/>
              </a:ext>
            </a:extLst>
          </p:cNvPr>
          <p:cNvSpPr>
            <a:spLocks xmlns:a="http://schemas.openxmlformats.org/drawingml/2006/main" noGrp="1"/>
          </p:cNvSpPr>
          <p:nvPr/>
        </p:nvSpPr>
        <p:spPr>
          <a:xfrm xmlns:a="http://schemas.openxmlformats.org/drawingml/2006/main">
            <a:off x="5715000" y="257175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84A"/>
                </a:solidFill>
                <a:latin typeface="Arial"/>
                <a:ea typeface="Arial"/>
                <a:cs typeface="Arial"/>
              </a:defRPr>
            </a:defPPr>
            <a:lvl1pPr>
              <a:defRPr sz="2325" b="0">
                <a:solidFill>
                  <a:srgbClr val="26384A"/>
                </a:solidFill>
                <a:latin typeface="Arial"/>
                <a:ea typeface="Arial"/>
                <a:cs typeface="Arial"/>
              </a:defRPr>
            </a:lvl1pPr>
            <a:lvl2pPr>
              <a:defRPr sz="2325" b="0">
                <a:solidFill>
                  <a:srgbClr val="26384A"/>
                </a:solidFill>
                <a:latin typeface="Arial"/>
                <a:ea typeface="Arial"/>
                <a:cs typeface="Arial"/>
              </a:defRPr>
            </a:lvl2pPr>
            <a:lvl3pPr>
              <a:defRPr sz="2325" b="0">
                <a:solidFill>
                  <a:srgbClr val="26384A"/>
                </a:solidFill>
                <a:latin typeface="Arial"/>
                <a:ea typeface="Arial"/>
                <a:cs typeface="Arial"/>
              </a:defRPr>
            </a:lvl3pPr>
            <a:lvl4pPr>
              <a:defRPr sz="2325" b="0">
                <a:solidFill>
                  <a:srgbClr val="26384A"/>
                </a:solidFill>
                <a:latin typeface="Arial"/>
                <a:ea typeface="Arial"/>
                <a:cs typeface="Arial"/>
              </a:defRPr>
            </a:lvl4pPr>
            <a:lvl5pPr>
              <a:defRPr sz="2325" b="0">
                <a:solidFill>
                  <a:srgbClr val="26384A"/>
                </a:solidFill>
                <a:latin typeface="Arial"/>
                <a:ea typeface="Arial"/>
                <a:cs typeface="Arial"/>
              </a:defRPr>
            </a:lvl5pPr>
            <a:lvl6pPr>
              <a:defRPr sz="2325" b="0">
                <a:solidFill>
                  <a:srgbClr val="26384A"/>
                </a:solidFill>
                <a:latin typeface="Arial"/>
                <a:ea typeface="Arial"/>
                <a:cs typeface="Arial"/>
              </a:defRPr>
            </a:lvl6pPr>
            <a:lvl7pPr>
              <a:defRPr sz="2325" b="0">
                <a:solidFill>
                  <a:srgbClr val="26384A"/>
                </a:solidFill>
                <a:latin typeface="Arial"/>
                <a:ea typeface="Arial"/>
                <a:cs typeface="Arial"/>
              </a:defRPr>
            </a:lvl7pPr>
            <a:lvl8pPr>
              <a:defRPr sz="2325" b="0">
                <a:solidFill>
                  <a:srgbClr val="26384A"/>
                </a:solidFill>
                <a:latin typeface="Arial"/>
                <a:ea typeface="Arial"/>
                <a:cs typeface="Arial"/>
              </a:defRPr>
            </a:lvl8pPr>
            <a:lvl9pPr>
              <a:defRPr sz="2325" b="0">
                <a:solidFill>
                  <a:srgbClr val="26384A"/>
                </a:solidFill>
                <a:latin typeface="Arial"/>
                <a:ea typeface="Arial"/>
                <a:cs typeface="Arial"/>
              </a:defRPr>
            </a:lvl9pPr>
          </a:lstStyle>
          <a:p xmlns:a="http://schemas.openxmlformats.org/drawingml/2006/main">
            <a:pPr>
              <a:defRPr sz="2325" b="0">
                <a:solidFill>
                  <a:srgbClr val="26384A"/>
                </a:solidFill>
                <a:latin typeface="Arial"/>
                <a:ea typeface="Arial"/>
                <a:cs typeface="Arial"/>
              </a:defRPr>
            </a:pPr>
            <a:r>
              <a:rPr sz="2325" b="0">
                <a:solidFill>
                  <a:srgbClr val="26384A"/>
                </a:solidFill>
                <a:latin typeface="Arial"/>
                <a:ea typeface="Arial"/>
                <a:cs typeface="Arial"/>
              </a:rPr>
              <a:t>1,50 MUSD</a:t>
            </a:r>
          </a:p>
        </p:txBody>
      </p:sp>
      <p:sp>
        <p:nvSpPr>
          <p:cNvPr id="8" name="">
            <a:extLst xmlns:a="http://schemas.openxmlformats.org/drawingml/2006/main">
              <a:ext uri="{FF2B5EF4-FFF2-40B4-BE49-F238E27FC236}">
                <a16:creationId xmlns:a16="http://schemas.microsoft.com/office/drawing/2014/main" id="{52717B50-DD71-42FE-927F-ED0DC8B7F52C}"/>
              </a:ext>
            </a:extLst>
          </p:cNvPr>
          <p:cNvSpPr>
            <a:spLocks xmlns:a="http://schemas.openxmlformats.org/drawingml/2006/main" noGrp="1"/>
          </p:cNvSpPr>
          <p:nvPr/>
        </p:nvSpPr>
        <p:spPr>
          <a:xfrm xmlns:a="http://schemas.openxmlformats.org/drawingml/2006/main">
            <a:off x="9048750" y="257175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84A"/>
                </a:solidFill>
                <a:latin typeface="Arial"/>
                <a:ea typeface="Arial"/>
                <a:cs typeface="Arial"/>
              </a:defRPr>
            </a:defPPr>
            <a:lvl1pPr>
              <a:defRPr sz="2325" b="0">
                <a:solidFill>
                  <a:srgbClr val="26384A"/>
                </a:solidFill>
                <a:latin typeface="Arial"/>
                <a:ea typeface="Arial"/>
                <a:cs typeface="Arial"/>
              </a:defRPr>
            </a:lvl1pPr>
            <a:lvl2pPr>
              <a:defRPr sz="2325" b="0">
                <a:solidFill>
                  <a:srgbClr val="26384A"/>
                </a:solidFill>
                <a:latin typeface="Arial"/>
                <a:ea typeface="Arial"/>
                <a:cs typeface="Arial"/>
              </a:defRPr>
            </a:lvl2pPr>
            <a:lvl3pPr>
              <a:defRPr sz="2325" b="0">
                <a:solidFill>
                  <a:srgbClr val="26384A"/>
                </a:solidFill>
                <a:latin typeface="Arial"/>
                <a:ea typeface="Arial"/>
                <a:cs typeface="Arial"/>
              </a:defRPr>
            </a:lvl3pPr>
            <a:lvl4pPr>
              <a:defRPr sz="2325" b="0">
                <a:solidFill>
                  <a:srgbClr val="26384A"/>
                </a:solidFill>
                <a:latin typeface="Arial"/>
                <a:ea typeface="Arial"/>
                <a:cs typeface="Arial"/>
              </a:defRPr>
            </a:lvl4pPr>
            <a:lvl5pPr>
              <a:defRPr sz="2325" b="0">
                <a:solidFill>
                  <a:srgbClr val="26384A"/>
                </a:solidFill>
                <a:latin typeface="Arial"/>
                <a:ea typeface="Arial"/>
                <a:cs typeface="Arial"/>
              </a:defRPr>
            </a:lvl5pPr>
            <a:lvl6pPr>
              <a:defRPr sz="2325" b="0">
                <a:solidFill>
                  <a:srgbClr val="26384A"/>
                </a:solidFill>
                <a:latin typeface="Arial"/>
                <a:ea typeface="Arial"/>
                <a:cs typeface="Arial"/>
              </a:defRPr>
            </a:lvl6pPr>
            <a:lvl7pPr>
              <a:defRPr sz="2325" b="0">
                <a:solidFill>
                  <a:srgbClr val="26384A"/>
                </a:solidFill>
                <a:latin typeface="Arial"/>
                <a:ea typeface="Arial"/>
                <a:cs typeface="Arial"/>
              </a:defRPr>
            </a:lvl7pPr>
            <a:lvl8pPr>
              <a:defRPr sz="2325" b="0">
                <a:solidFill>
                  <a:srgbClr val="26384A"/>
                </a:solidFill>
                <a:latin typeface="Arial"/>
                <a:ea typeface="Arial"/>
                <a:cs typeface="Arial"/>
              </a:defRPr>
            </a:lvl8pPr>
            <a:lvl9pPr>
              <a:defRPr sz="2325" b="0">
                <a:solidFill>
                  <a:srgbClr val="26384A"/>
                </a:solidFill>
                <a:latin typeface="Arial"/>
                <a:ea typeface="Arial"/>
                <a:cs typeface="Arial"/>
              </a:defRPr>
            </a:lvl9pPr>
          </a:lstStyle>
          <a:p xmlns:a="http://schemas.openxmlformats.org/drawingml/2006/main">
            <a:pPr>
              <a:defRPr sz="2325" b="0">
                <a:solidFill>
                  <a:srgbClr val="26384A"/>
                </a:solidFill>
                <a:latin typeface="Arial"/>
                <a:ea typeface="Arial"/>
                <a:cs typeface="Arial"/>
              </a:defRPr>
            </a:pPr>
            <a:r>
              <a:rPr sz="2325" b="0">
                <a:solidFill>
                  <a:srgbClr val="26384A"/>
                </a:solidFill>
                <a:latin typeface="Arial"/>
                <a:ea typeface="Arial"/>
                <a:cs typeface="Arial"/>
              </a:rPr>
              <a:t>100,11 MUSD</a:t>
            </a:r>
          </a:p>
        </p:txBody>
      </p:sp>
      <p:sp>
        <p:nvSpPr>
          <p:cNvPr id="9" name="">
            <a:extLst xmlns:a="http://schemas.openxmlformats.org/drawingml/2006/main">
              <a:ext uri="{FF2B5EF4-FFF2-40B4-BE49-F238E27FC236}">
                <a16:creationId xmlns:a16="http://schemas.microsoft.com/office/drawing/2014/main" id="{9BC00479-8138-444D-A712-402A17A41F0A}"/>
              </a:ext>
            </a:extLst>
          </p:cNvPr>
          <p:cNvSpPr>
            <a:spLocks xmlns:a="http://schemas.openxmlformats.org/drawingml/2006/main" noGrp="1"/>
          </p:cNvSpPr>
          <p:nvPr/>
        </p:nvSpPr>
        <p:spPr>
          <a:xfrm xmlns:a="http://schemas.openxmlformats.org/drawingml/2006/main">
            <a:off x="619125" y="3524250"/>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26384A"/>
                </a:solidFill>
                <a:latin typeface="Arial"/>
                <a:ea typeface="Arial"/>
                <a:cs typeface="Arial"/>
              </a:defRPr>
            </a:defPPr>
            <a:lvl1pPr>
              <a:defRPr sz="2625" b="1">
                <a:solidFill>
                  <a:srgbClr val="26384A"/>
                </a:solidFill>
                <a:latin typeface="Arial"/>
                <a:ea typeface="Arial"/>
                <a:cs typeface="Arial"/>
              </a:defRPr>
            </a:lvl1pPr>
            <a:lvl2pPr>
              <a:defRPr sz="2625" b="1">
                <a:solidFill>
                  <a:srgbClr val="26384A"/>
                </a:solidFill>
                <a:latin typeface="Arial"/>
                <a:ea typeface="Arial"/>
                <a:cs typeface="Arial"/>
              </a:defRPr>
            </a:lvl2pPr>
            <a:lvl3pPr>
              <a:defRPr sz="2625" b="1">
                <a:solidFill>
                  <a:srgbClr val="26384A"/>
                </a:solidFill>
                <a:latin typeface="Arial"/>
                <a:ea typeface="Arial"/>
                <a:cs typeface="Arial"/>
              </a:defRPr>
            </a:lvl3pPr>
            <a:lvl4pPr>
              <a:defRPr sz="2625" b="1">
                <a:solidFill>
                  <a:srgbClr val="26384A"/>
                </a:solidFill>
                <a:latin typeface="Arial"/>
                <a:ea typeface="Arial"/>
                <a:cs typeface="Arial"/>
              </a:defRPr>
            </a:lvl4pPr>
            <a:lvl5pPr>
              <a:defRPr sz="2625" b="1">
                <a:solidFill>
                  <a:srgbClr val="26384A"/>
                </a:solidFill>
                <a:latin typeface="Arial"/>
                <a:ea typeface="Arial"/>
                <a:cs typeface="Arial"/>
              </a:defRPr>
            </a:lvl5pPr>
            <a:lvl6pPr>
              <a:defRPr sz="2625" b="1">
                <a:solidFill>
                  <a:srgbClr val="26384A"/>
                </a:solidFill>
                <a:latin typeface="Arial"/>
                <a:ea typeface="Arial"/>
                <a:cs typeface="Arial"/>
              </a:defRPr>
            </a:lvl6pPr>
            <a:lvl7pPr>
              <a:defRPr sz="2625" b="1">
                <a:solidFill>
                  <a:srgbClr val="26384A"/>
                </a:solidFill>
                <a:latin typeface="Arial"/>
                <a:ea typeface="Arial"/>
                <a:cs typeface="Arial"/>
              </a:defRPr>
            </a:lvl7pPr>
            <a:lvl8pPr>
              <a:defRPr sz="2625" b="1">
                <a:solidFill>
                  <a:srgbClr val="26384A"/>
                </a:solidFill>
                <a:latin typeface="Arial"/>
                <a:ea typeface="Arial"/>
                <a:cs typeface="Arial"/>
              </a:defRPr>
            </a:lvl8pPr>
            <a:lvl9pPr>
              <a:defRPr sz="2625" b="1">
                <a:solidFill>
                  <a:srgbClr val="26384A"/>
                </a:solidFill>
                <a:latin typeface="Arial"/>
                <a:ea typeface="Arial"/>
                <a:cs typeface="Arial"/>
              </a:defRPr>
            </a:lvl9pPr>
          </a:lstStyle>
          <a:p xmlns:a="http://schemas.openxmlformats.org/drawingml/2006/main">
            <a:pPr>
              <a:defRPr sz="2625" b="1">
                <a:solidFill>
                  <a:srgbClr val="26384A"/>
                </a:solidFill>
                <a:latin typeface="Arial"/>
                <a:ea typeface="Arial"/>
                <a:cs typeface="Arial"/>
              </a:defRPr>
            </a:pPr>
            <a:r>
              <a:rPr sz="2625" b="1">
                <a:solidFill>
                  <a:srgbClr val="26384A"/>
                </a:solidFill>
                <a:latin typeface="Arial"/>
                <a:ea typeface="Arial"/>
                <a:cs typeface="Arial"/>
              </a:rPr>
              <a:t>Get Out</a:t>
            </a:r>
          </a:p>
        </p:txBody>
      </p:sp>
      <p:sp>
        <p:nvSpPr>
          <p:cNvPr id="10" name="">
            <a:extLst xmlns:a="http://schemas.openxmlformats.org/drawingml/2006/main">
              <a:ext uri="{FF2B5EF4-FFF2-40B4-BE49-F238E27FC236}">
                <a16:creationId xmlns:a16="http://schemas.microsoft.com/office/drawing/2014/main" id="{06A22026-D308-4702-9A21-2D469AAA5D80}"/>
              </a:ext>
            </a:extLst>
          </p:cNvPr>
          <p:cNvSpPr>
            <a:spLocks xmlns:a="http://schemas.openxmlformats.org/drawingml/2006/main" noGrp="1"/>
          </p:cNvSpPr>
          <p:nvPr/>
        </p:nvSpPr>
        <p:spPr>
          <a:xfrm xmlns:a="http://schemas.openxmlformats.org/drawingml/2006/main">
            <a:off x="5715000" y="352425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84A"/>
                </a:solidFill>
                <a:latin typeface="Arial"/>
                <a:ea typeface="Arial"/>
                <a:cs typeface="Arial"/>
              </a:defRPr>
            </a:defPPr>
            <a:lvl1pPr>
              <a:defRPr sz="2325" b="0">
                <a:solidFill>
                  <a:srgbClr val="26384A"/>
                </a:solidFill>
                <a:latin typeface="Arial"/>
                <a:ea typeface="Arial"/>
                <a:cs typeface="Arial"/>
              </a:defRPr>
            </a:lvl1pPr>
            <a:lvl2pPr>
              <a:defRPr sz="2325" b="0">
                <a:solidFill>
                  <a:srgbClr val="26384A"/>
                </a:solidFill>
                <a:latin typeface="Arial"/>
                <a:ea typeface="Arial"/>
                <a:cs typeface="Arial"/>
              </a:defRPr>
            </a:lvl2pPr>
            <a:lvl3pPr>
              <a:defRPr sz="2325" b="0">
                <a:solidFill>
                  <a:srgbClr val="26384A"/>
                </a:solidFill>
                <a:latin typeface="Arial"/>
                <a:ea typeface="Arial"/>
                <a:cs typeface="Arial"/>
              </a:defRPr>
            </a:lvl3pPr>
            <a:lvl4pPr>
              <a:defRPr sz="2325" b="0">
                <a:solidFill>
                  <a:srgbClr val="26384A"/>
                </a:solidFill>
                <a:latin typeface="Arial"/>
                <a:ea typeface="Arial"/>
                <a:cs typeface="Arial"/>
              </a:defRPr>
            </a:lvl4pPr>
            <a:lvl5pPr>
              <a:defRPr sz="2325" b="0">
                <a:solidFill>
                  <a:srgbClr val="26384A"/>
                </a:solidFill>
                <a:latin typeface="Arial"/>
                <a:ea typeface="Arial"/>
                <a:cs typeface="Arial"/>
              </a:defRPr>
            </a:lvl5pPr>
            <a:lvl6pPr>
              <a:defRPr sz="2325" b="0">
                <a:solidFill>
                  <a:srgbClr val="26384A"/>
                </a:solidFill>
                <a:latin typeface="Arial"/>
                <a:ea typeface="Arial"/>
                <a:cs typeface="Arial"/>
              </a:defRPr>
            </a:lvl6pPr>
            <a:lvl7pPr>
              <a:defRPr sz="2325" b="0">
                <a:solidFill>
                  <a:srgbClr val="26384A"/>
                </a:solidFill>
                <a:latin typeface="Arial"/>
                <a:ea typeface="Arial"/>
                <a:cs typeface="Arial"/>
              </a:defRPr>
            </a:lvl7pPr>
            <a:lvl8pPr>
              <a:defRPr sz="2325" b="0">
                <a:solidFill>
                  <a:srgbClr val="26384A"/>
                </a:solidFill>
                <a:latin typeface="Arial"/>
                <a:ea typeface="Arial"/>
                <a:cs typeface="Arial"/>
              </a:defRPr>
            </a:lvl8pPr>
            <a:lvl9pPr>
              <a:defRPr sz="2325" b="0">
                <a:solidFill>
                  <a:srgbClr val="26384A"/>
                </a:solidFill>
                <a:latin typeface="Arial"/>
                <a:ea typeface="Arial"/>
                <a:cs typeface="Arial"/>
              </a:defRPr>
            </a:lvl9pPr>
          </a:lstStyle>
          <a:p xmlns:a="http://schemas.openxmlformats.org/drawingml/2006/main">
            <a:pPr>
              <a:defRPr sz="2325" b="0">
                <a:solidFill>
                  <a:srgbClr val="26384A"/>
                </a:solidFill>
                <a:latin typeface="Arial"/>
                <a:ea typeface="Arial"/>
                <a:cs typeface="Arial"/>
              </a:defRPr>
            </a:pPr>
            <a:r>
              <a:rPr sz="2325" b="0">
                <a:solidFill>
                  <a:srgbClr val="26384A"/>
                </a:solidFill>
                <a:latin typeface="Arial"/>
                <a:ea typeface="Arial"/>
                <a:cs typeface="Arial"/>
              </a:rPr>
              <a:t>4,50 MUSD</a:t>
            </a:r>
          </a:p>
        </p:txBody>
      </p:sp>
      <p:sp>
        <p:nvSpPr>
          <p:cNvPr id="11" name="">
            <a:extLst xmlns:a="http://schemas.openxmlformats.org/drawingml/2006/main">
              <a:ext uri="{FF2B5EF4-FFF2-40B4-BE49-F238E27FC236}">
                <a16:creationId xmlns:a16="http://schemas.microsoft.com/office/drawing/2014/main" id="{C9FB006B-AC98-4A9B-8235-2EBE3D16D1A7}"/>
              </a:ext>
            </a:extLst>
          </p:cNvPr>
          <p:cNvSpPr>
            <a:spLocks xmlns:a="http://schemas.openxmlformats.org/drawingml/2006/main" noGrp="1"/>
          </p:cNvSpPr>
          <p:nvPr/>
        </p:nvSpPr>
        <p:spPr>
          <a:xfrm xmlns:a="http://schemas.openxmlformats.org/drawingml/2006/main">
            <a:off x="9048750" y="352425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84A"/>
                </a:solidFill>
                <a:latin typeface="Arial"/>
                <a:ea typeface="Arial"/>
                <a:cs typeface="Arial"/>
              </a:defRPr>
            </a:defPPr>
            <a:lvl1pPr>
              <a:defRPr sz="2325" b="0">
                <a:solidFill>
                  <a:srgbClr val="26384A"/>
                </a:solidFill>
                <a:latin typeface="Arial"/>
                <a:ea typeface="Arial"/>
                <a:cs typeface="Arial"/>
              </a:defRPr>
            </a:lvl1pPr>
            <a:lvl2pPr>
              <a:defRPr sz="2325" b="0">
                <a:solidFill>
                  <a:srgbClr val="26384A"/>
                </a:solidFill>
                <a:latin typeface="Arial"/>
                <a:ea typeface="Arial"/>
                <a:cs typeface="Arial"/>
              </a:defRPr>
            </a:lvl2pPr>
            <a:lvl3pPr>
              <a:defRPr sz="2325" b="0">
                <a:solidFill>
                  <a:srgbClr val="26384A"/>
                </a:solidFill>
                <a:latin typeface="Arial"/>
                <a:ea typeface="Arial"/>
                <a:cs typeface="Arial"/>
              </a:defRPr>
            </a:lvl3pPr>
            <a:lvl4pPr>
              <a:defRPr sz="2325" b="0">
                <a:solidFill>
                  <a:srgbClr val="26384A"/>
                </a:solidFill>
                <a:latin typeface="Arial"/>
                <a:ea typeface="Arial"/>
                <a:cs typeface="Arial"/>
              </a:defRPr>
            </a:lvl4pPr>
            <a:lvl5pPr>
              <a:defRPr sz="2325" b="0">
                <a:solidFill>
                  <a:srgbClr val="26384A"/>
                </a:solidFill>
                <a:latin typeface="Arial"/>
                <a:ea typeface="Arial"/>
                <a:cs typeface="Arial"/>
              </a:defRPr>
            </a:lvl5pPr>
            <a:lvl6pPr>
              <a:defRPr sz="2325" b="0">
                <a:solidFill>
                  <a:srgbClr val="26384A"/>
                </a:solidFill>
                <a:latin typeface="Arial"/>
                <a:ea typeface="Arial"/>
                <a:cs typeface="Arial"/>
              </a:defRPr>
            </a:lvl6pPr>
            <a:lvl7pPr>
              <a:defRPr sz="2325" b="0">
                <a:solidFill>
                  <a:srgbClr val="26384A"/>
                </a:solidFill>
                <a:latin typeface="Arial"/>
                <a:ea typeface="Arial"/>
                <a:cs typeface="Arial"/>
              </a:defRPr>
            </a:lvl7pPr>
            <a:lvl8pPr>
              <a:defRPr sz="2325" b="0">
                <a:solidFill>
                  <a:srgbClr val="26384A"/>
                </a:solidFill>
                <a:latin typeface="Arial"/>
                <a:ea typeface="Arial"/>
                <a:cs typeface="Arial"/>
              </a:defRPr>
            </a:lvl8pPr>
            <a:lvl9pPr>
              <a:defRPr sz="2325" b="0">
                <a:solidFill>
                  <a:srgbClr val="26384A"/>
                </a:solidFill>
                <a:latin typeface="Arial"/>
                <a:ea typeface="Arial"/>
                <a:cs typeface="Arial"/>
              </a:defRPr>
            </a:lvl9pPr>
          </a:lstStyle>
          <a:p xmlns:a="http://schemas.openxmlformats.org/drawingml/2006/main">
            <a:pPr>
              <a:defRPr sz="2325" b="0">
                <a:solidFill>
                  <a:srgbClr val="26384A"/>
                </a:solidFill>
                <a:latin typeface="Arial"/>
                <a:ea typeface="Arial"/>
                <a:cs typeface="Arial"/>
              </a:defRPr>
            </a:pPr>
            <a:r>
              <a:rPr sz="2325" b="0">
                <a:solidFill>
                  <a:srgbClr val="26384A"/>
                </a:solidFill>
                <a:latin typeface="Arial"/>
                <a:ea typeface="Arial"/>
                <a:cs typeface="Arial"/>
              </a:rPr>
              <a:t>255,41 MUSD</a:t>
            </a:r>
          </a:p>
        </p:txBody>
      </p:sp>
      <p:sp>
        <p:nvSpPr>
          <p:cNvPr id="12" name="">
            <a:extLst xmlns:a="http://schemas.openxmlformats.org/drawingml/2006/main">
              <a:ext uri="{FF2B5EF4-FFF2-40B4-BE49-F238E27FC236}">
                <a16:creationId xmlns:a16="http://schemas.microsoft.com/office/drawing/2014/main" id="{20F154C7-FE53-4122-884A-1525B34A01B3}"/>
              </a:ext>
            </a:extLst>
          </p:cNvPr>
          <p:cNvSpPr>
            <a:spLocks xmlns:a="http://schemas.openxmlformats.org/drawingml/2006/main" noGrp="1"/>
          </p:cNvSpPr>
          <p:nvPr/>
        </p:nvSpPr>
        <p:spPr>
          <a:xfrm xmlns:a="http://schemas.openxmlformats.org/drawingml/2006/main">
            <a:off x="619125" y="4476750"/>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26384A"/>
                </a:solidFill>
                <a:latin typeface="Arial"/>
                <a:ea typeface="Arial"/>
                <a:cs typeface="Arial"/>
              </a:defRPr>
            </a:defPPr>
            <a:lvl1pPr>
              <a:defRPr sz="2625" b="1">
                <a:solidFill>
                  <a:srgbClr val="26384A"/>
                </a:solidFill>
                <a:latin typeface="Arial"/>
                <a:ea typeface="Arial"/>
                <a:cs typeface="Arial"/>
              </a:defRPr>
            </a:lvl1pPr>
            <a:lvl2pPr>
              <a:defRPr sz="2625" b="1">
                <a:solidFill>
                  <a:srgbClr val="26384A"/>
                </a:solidFill>
                <a:latin typeface="Arial"/>
                <a:ea typeface="Arial"/>
                <a:cs typeface="Arial"/>
              </a:defRPr>
            </a:lvl2pPr>
            <a:lvl3pPr>
              <a:defRPr sz="2625" b="1">
                <a:solidFill>
                  <a:srgbClr val="26384A"/>
                </a:solidFill>
                <a:latin typeface="Arial"/>
                <a:ea typeface="Arial"/>
                <a:cs typeface="Arial"/>
              </a:defRPr>
            </a:lvl3pPr>
            <a:lvl4pPr>
              <a:defRPr sz="2625" b="1">
                <a:solidFill>
                  <a:srgbClr val="26384A"/>
                </a:solidFill>
                <a:latin typeface="Arial"/>
                <a:ea typeface="Arial"/>
                <a:cs typeface="Arial"/>
              </a:defRPr>
            </a:lvl4pPr>
            <a:lvl5pPr>
              <a:defRPr sz="2625" b="1">
                <a:solidFill>
                  <a:srgbClr val="26384A"/>
                </a:solidFill>
                <a:latin typeface="Arial"/>
                <a:ea typeface="Arial"/>
                <a:cs typeface="Arial"/>
              </a:defRPr>
            </a:lvl5pPr>
            <a:lvl6pPr>
              <a:defRPr sz="2625" b="1">
                <a:solidFill>
                  <a:srgbClr val="26384A"/>
                </a:solidFill>
                <a:latin typeface="Arial"/>
                <a:ea typeface="Arial"/>
                <a:cs typeface="Arial"/>
              </a:defRPr>
            </a:lvl6pPr>
            <a:lvl7pPr>
              <a:defRPr sz="2625" b="1">
                <a:solidFill>
                  <a:srgbClr val="26384A"/>
                </a:solidFill>
                <a:latin typeface="Arial"/>
                <a:ea typeface="Arial"/>
                <a:cs typeface="Arial"/>
              </a:defRPr>
            </a:lvl7pPr>
            <a:lvl8pPr>
              <a:defRPr sz="2625" b="1">
                <a:solidFill>
                  <a:srgbClr val="26384A"/>
                </a:solidFill>
                <a:latin typeface="Arial"/>
                <a:ea typeface="Arial"/>
                <a:cs typeface="Arial"/>
              </a:defRPr>
            </a:lvl8pPr>
            <a:lvl9pPr>
              <a:defRPr sz="2625" b="1">
                <a:solidFill>
                  <a:srgbClr val="26384A"/>
                </a:solidFill>
                <a:latin typeface="Arial"/>
                <a:ea typeface="Arial"/>
                <a:cs typeface="Arial"/>
              </a:defRPr>
            </a:lvl9pPr>
          </a:lstStyle>
          <a:p xmlns:a="http://schemas.openxmlformats.org/drawingml/2006/main">
            <a:pPr>
              <a:defRPr sz="2625" b="1">
                <a:solidFill>
                  <a:srgbClr val="26384A"/>
                </a:solidFill>
                <a:latin typeface="Arial"/>
                <a:ea typeface="Arial"/>
                <a:cs typeface="Arial"/>
              </a:defRPr>
            </a:pPr>
            <a:r>
              <a:rPr sz="2625" b="1">
                <a:solidFill>
                  <a:srgbClr val="26384A"/>
                </a:solidFill>
                <a:latin typeface="Arial"/>
                <a:ea typeface="Arial"/>
                <a:cs typeface="Arial"/>
              </a:rPr>
              <a:t>Whiplash</a:t>
            </a:r>
          </a:p>
        </p:txBody>
      </p:sp>
      <p:sp>
        <p:nvSpPr>
          <p:cNvPr id="13" name="">
            <a:extLst xmlns:a="http://schemas.openxmlformats.org/drawingml/2006/main">
              <a:ext uri="{FF2B5EF4-FFF2-40B4-BE49-F238E27FC236}">
                <a16:creationId xmlns:a16="http://schemas.microsoft.com/office/drawing/2014/main" id="{656E8C3E-EF53-417C-A2CF-94F839A24796}"/>
              </a:ext>
            </a:extLst>
          </p:cNvPr>
          <p:cNvSpPr>
            <a:spLocks xmlns:a="http://schemas.openxmlformats.org/drawingml/2006/main" noGrp="1"/>
          </p:cNvSpPr>
          <p:nvPr/>
        </p:nvSpPr>
        <p:spPr>
          <a:xfrm xmlns:a="http://schemas.openxmlformats.org/drawingml/2006/main">
            <a:off x="5715000" y="447675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84A"/>
                </a:solidFill>
                <a:latin typeface="Arial"/>
                <a:ea typeface="Arial"/>
                <a:cs typeface="Arial"/>
              </a:defRPr>
            </a:defPPr>
            <a:lvl1pPr>
              <a:defRPr sz="2325" b="0">
                <a:solidFill>
                  <a:srgbClr val="26384A"/>
                </a:solidFill>
                <a:latin typeface="Arial"/>
                <a:ea typeface="Arial"/>
                <a:cs typeface="Arial"/>
              </a:defRPr>
            </a:lvl1pPr>
            <a:lvl2pPr>
              <a:defRPr sz="2325" b="0">
                <a:solidFill>
                  <a:srgbClr val="26384A"/>
                </a:solidFill>
                <a:latin typeface="Arial"/>
                <a:ea typeface="Arial"/>
                <a:cs typeface="Arial"/>
              </a:defRPr>
            </a:lvl2pPr>
            <a:lvl3pPr>
              <a:defRPr sz="2325" b="0">
                <a:solidFill>
                  <a:srgbClr val="26384A"/>
                </a:solidFill>
                <a:latin typeface="Arial"/>
                <a:ea typeface="Arial"/>
                <a:cs typeface="Arial"/>
              </a:defRPr>
            </a:lvl3pPr>
            <a:lvl4pPr>
              <a:defRPr sz="2325" b="0">
                <a:solidFill>
                  <a:srgbClr val="26384A"/>
                </a:solidFill>
                <a:latin typeface="Arial"/>
                <a:ea typeface="Arial"/>
                <a:cs typeface="Arial"/>
              </a:defRPr>
            </a:lvl4pPr>
            <a:lvl5pPr>
              <a:defRPr sz="2325" b="0">
                <a:solidFill>
                  <a:srgbClr val="26384A"/>
                </a:solidFill>
                <a:latin typeface="Arial"/>
                <a:ea typeface="Arial"/>
                <a:cs typeface="Arial"/>
              </a:defRPr>
            </a:lvl5pPr>
            <a:lvl6pPr>
              <a:defRPr sz="2325" b="0">
                <a:solidFill>
                  <a:srgbClr val="26384A"/>
                </a:solidFill>
                <a:latin typeface="Arial"/>
                <a:ea typeface="Arial"/>
                <a:cs typeface="Arial"/>
              </a:defRPr>
            </a:lvl6pPr>
            <a:lvl7pPr>
              <a:defRPr sz="2325" b="0">
                <a:solidFill>
                  <a:srgbClr val="26384A"/>
                </a:solidFill>
                <a:latin typeface="Arial"/>
                <a:ea typeface="Arial"/>
                <a:cs typeface="Arial"/>
              </a:defRPr>
            </a:lvl7pPr>
            <a:lvl8pPr>
              <a:defRPr sz="2325" b="0">
                <a:solidFill>
                  <a:srgbClr val="26384A"/>
                </a:solidFill>
                <a:latin typeface="Arial"/>
                <a:ea typeface="Arial"/>
                <a:cs typeface="Arial"/>
              </a:defRPr>
            </a:lvl8pPr>
            <a:lvl9pPr>
              <a:defRPr sz="2325" b="0">
                <a:solidFill>
                  <a:srgbClr val="26384A"/>
                </a:solidFill>
                <a:latin typeface="Arial"/>
                <a:ea typeface="Arial"/>
                <a:cs typeface="Arial"/>
              </a:defRPr>
            </a:lvl9pPr>
          </a:lstStyle>
          <a:p xmlns:a="http://schemas.openxmlformats.org/drawingml/2006/main">
            <a:pPr>
              <a:defRPr sz="2325" b="0">
                <a:solidFill>
                  <a:srgbClr val="26384A"/>
                </a:solidFill>
                <a:latin typeface="Arial"/>
                <a:ea typeface="Arial"/>
                <a:cs typeface="Arial"/>
              </a:defRPr>
            </a:pPr>
            <a:r>
              <a:rPr sz="2325" b="0">
                <a:solidFill>
                  <a:srgbClr val="26384A"/>
                </a:solidFill>
                <a:latin typeface="Arial"/>
                <a:ea typeface="Arial"/>
                <a:cs typeface="Arial"/>
              </a:rPr>
              <a:t>3,30 MUSD</a:t>
            </a:r>
          </a:p>
        </p:txBody>
      </p:sp>
      <p:sp>
        <p:nvSpPr>
          <p:cNvPr id="14" name="">
            <a:extLst xmlns:a="http://schemas.openxmlformats.org/drawingml/2006/main">
              <a:ext uri="{FF2B5EF4-FFF2-40B4-BE49-F238E27FC236}">
                <a16:creationId xmlns:a16="http://schemas.microsoft.com/office/drawing/2014/main" id="{637F99C5-3019-425D-869F-2589DCD93FE2}"/>
              </a:ext>
            </a:extLst>
          </p:cNvPr>
          <p:cNvSpPr>
            <a:spLocks xmlns:a="http://schemas.openxmlformats.org/drawingml/2006/main" noGrp="1"/>
          </p:cNvSpPr>
          <p:nvPr/>
        </p:nvSpPr>
        <p:spPr>
          <a:xfrm xmlns:a="http://schemas.openxmlformats.org/drawingml/2006/main">
            <a:off x="9048750" y="447675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6384A"/>
                </a:solidFill>
                <a:latin typeface="Arial"/>
                <a:ea typeface="Arial"/>
                <a:cs typeface="Arial"/>
              </a:defRPr>
            </a:defPPr>
            <a:lvl1pPr>
              <a:defRPr sz="2325" b="0">
                <a:solidFill>
                  <a:srgbClr val="26384A"/>
                </a:solidFill>
                <a:latin typeface="Arial"/>
                <a:ea typeface="Arial"/>
                <a:cs typeface="Arial"/>
              </a:defRPr>
            </a:lvl1pPr>
            <a:lvl2pPr>
              <a:defRPr sz="2325" b="0">
                <a:solidFill>
                  <a:srgbClr val="26384A"/>
                </a:solidFill>
                <a:latin typeface="Arial"/>
                <a:ea typeface="Arial"/>
                <a:cs typeface="Arial"/>
              </a:defRPr>
            </a:lvl2pPr>
            <a:lvl3pPr>
              <a:defRPr sz="2325" b="0">
                <a:solidFill>
                  <a:srgbClr val="26384A"/>
                </a:solidFill>
                <a:latin typeface="Arial"/>
                <a:ea typeface="Arial"/>
                <a:cs typeface="Arial"/>
              </a:defRPr>
            </a:lvl3pPr>
            <a:lvl4pPr>
              <a:defRPr sz="2325" b="0">
                <a:solidFill>
                  <a:srgbClr val="26384A"/>
                </a:solidFill>
                <a:latin typeface="Arial"/>
                <a:ea typeface="Arial"/>
                <a:cs typeface="Arial"/>
              </a:defRPr>
            </a:lvl4pPr>
            <a:lvl5pPr>
              <a:defRPr sz="2325" b="0">
                <a:solidFill>
                  <a:srgbClr val="26384A"/>
                </a:solidFill>
                <a:latin typeface="Arial"/>
                <a:ea typeface="Arial"/>
                <a:cs typeface="Arial"/>
              </a:defRPr>
            </a:lvl5pPr>
            <a:lvl6pPr>
              <a:defRPr sz="2325" b="0">
                <a:solidFill>
                  <a:srgbClr val="26384A"/>
                </a:solidFill>
                <a:latin typeface="Arial"/>
                <a:ea typeface="Arial"/>
                <a:cs typeface="Arial"/>
              </a:defRPr>
            </a:lvl6pPr>
            <a:lvl7pPr>
              <a:defRPr sz="2325" b="0">
                <a:solidFill>
                  <a:srgbClr val="26384A"/>
                </a:solidFill>
                <a:latin typeface="Arial"/>
                <a:ea typeface="Arial"/>
                <a:cs typeface="Arial"/>
              </a:defRPr>
            </a:lvl7pPr>
            <a:lvl8pPr>
              <a:defRPr sz="2325" b="0">
                <a:solidFill>
                  <a:srgbClr val="26384A"/>
                </a:solidFill>
                <a:latin typeface="Arial"/>
                <a:ea typeface="Arial"/>
                <a:cs typeface="Arial"/>
              </a:defRPr>
            </a:lvl8pPr>
            <a:lvl9pPr>
              <a:defRPr sz="2325" b="0">
                <a:solidFill>
                  <a:srgbClr val="26384A"/>
                </a:solidFill>
                <a:latin typeface="Arial"/>
                <a:ea typeface="Arial"/>
                <a:cs typeface="Arial"/>
              </a:defRPr>
            </a:lvl9pPr>
          </a:lstStyle>
          <a:p xmlns:a="http://schemas.openxmlformats.org/drawingml/2006/main">
            <a:pPr>
              <a:defRPr sz="2325" b="0">
                <a:solidFill>
                  <a:srgbClr val="26384A"/>
                </a:solidFill>
                <a:latin typeface="Arial"/>
                <a:ea typeface="Arial"/>
                <a:cs typeface="Arial"/>
              </a:defRPr>
            </a:pPr>
            <a:r>
              <a:rPr sz="2325" b="0">
                <a:solidFill>
                  <a:srgbClr val="26384A"/>
                </a:solidFill>
                <a:latin typeface="Arial"/>
                <a:ea typeface="Arial"/>
                <a:cs typeface="Arial"/>
              </a:rPr>
              <a:t>50,31 MUSD</a:t>
            </a:r>
          </a:p>
        </p:txBody>
      </p:sp>
      <p:sp>
        <p:nvSpPr>
          <p:cNvPr id="15" name="">
            <a:extLst xmlns:a="http://schemas.openxmlformats.org/drawingml/2006/main">
              <a:ext uri="{FF2B5EF4-FFF2-40B4-BE49-F238E27FC236}">
                <a16:creationId xmlns:a16="http://schemas.microsoft.com/office/drawing/2014/main" id="{20298C7F-F109-4DA9-94BB-1502C7ED55AE}"/>
              </a:ext>
            </a:extLst>
          </p:cNvPr>
          <p:cNvSpPr>
            <a:spLocks xmlns:a="http://schemas.openxmlformats.org/drawingml/2006/main" noGrp="1"/>
          </p:cNvSpPr>
          <p:nvPr/>
        </p:nvSpPr>
        <p:spPr>
          <a:xfrm xmlns:a="http://schemas.openxmlformats.org/drawingml/2006/main">
            <a:off x="619125" y="57150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77A"/>
                </a:solidFill>
                <a:latin typeface="Arial"/>
                <a:ea typeface="Arial"/>
                <a:cs typeface="Arial"/>
              </a:defRPr>
            </a:defPPr>
            <a:lvl1pPr>
              <a:defRPr sz="1800" b="0">
                <a:solidFill>
                  <a:srgbClr val="52677A"/>
                </a:solidFill>
                <a:latin typeface="Arial"/>
                <a:ea typeface="Arial"/>
                <a:cs typeface="Arial"/>
              </a:defRPr>
            </a:lvl1pPr>
            <a:lvl2pPr>
              <a:defRPr sz="1800" b="0">
                <a:solidFill>
                  <a:srgbClr val="52677A"/>
                </a:solidFill>
                <a:latin typeface="Arial"/>
                <a:ea typeface="Arial"/>
                <a:cs typeface="Arial"/>
              </a:defRPr>
            </a:lvl2pPr>
            <a:lvl3pPr>
              <a:defRPr sz="1800" b="0">
                <a:solidFill>
                  <a:srgbClr val="52677A"/>
                </a:solidFill>
                <a:latin typeface="Arial"/>
                <a:ea typeface="Arial"/>
                <a:cs typeface="Arial"/>
              </a:defRPr>
            </a:lvl3pPr>
            <a:lvl4pPr>
              <a:defRPr sz="1800" b="0">
                <a:solidFill>
                  <a:srgbClr val="52677A"/>
                </a:solidFill>
                <a:latin typeface="Arial"/>
                <a:ea typeface="Arial"/>
                <a:cs typeface="Arial"/>
              </a:defRPr>
            </a:lvl4pPr>
            <a:lvl5pPr>
              <a:defRPr sz="1800" b="0">
                <a:solidFill>
                  <a:srgbClr val="52677A"/>
                </a:solidFill>
                <a:latin typeface="Arial"/>
                <a:ea typeface="Arial"/>
                <a:cs typeface="Arial"/>
              </a:defRPr>
            </a:lvl5pPr>
            <a:lvl6pPr>
              <a:defRPr sz="1800" b="0">
                <a:solidFill>
                  <a:srgbClr val="52677A"/>
                </a:solidFill>
                <a:latin typeface="Arial"/>
                <a:ea typeface="Arial"/>
                <a:cs typeface="Arial"/>
              </a:defRPr>
            </a:lvl6pPr>
            <a:lvl7pPr>
              <a:defRPr sz="1800" b="0">
                <a:solidFill>
                  <a:srgbClr val="52677A"/>
                </a:solidFill>
                <a:latin typeface="Arial"/>
                <a:ea typeface="Arial"/>
                <a:cs typeface="Arial"/>
              </a:defRPr>
            </a:lvl7pPr>
            <a:lvl8pPr>
              <a:defRPr sz="1800" b="0">
                <a:solidFill>
                  <a:srgbClr val="52677A"/>
                </a:solidFill>
                <a:latin typeface="Arial"/>
                <a:ea typeface="Arial"/>
                <a:cs typeface="Arial"/>
              </a:defRPr>
            </a:lvl8pPr>
            <a:lvl9pPr>
              <a:defRPr sz="1800" b="0">
                <a:solidFill>
                  <a:srgbClr val="52677A"/>
                </a:solidFill>
                <a:latin typeface="Arial"/>
                <a:ea typeface="Arial"/>
                <a:cs typeface="Arial"/>
              </a:defRPr>
            </a:lvl9pPr>
          </a:lstStyle>
          <a:p xmlns:a="http://schemas.openxmlformats.org/drawingml/2006/main">
            <a:pPr>
              <a:defRPr sz="1800" b="0">
                <a:solidFill>
                  <a:srgbClr val="52677A"/>
                </a:solidFill>
                <a:latin typeface="Arial"/>
                <a:ea typeface="Arial"/>
                <a:cs typeface="Arial"/>
              </a:defRPr>
            </a:pPr>
            <a:r>
              <a:rPr sz="1800" b="0">
                <a:solidFill>
                  <a:srgbClr val="52677A"/>
                </a:solidFill>
                <a:latin typeface="Arial"/>
                <a:ea typeface="Arial"/>
                <a:cs typeface="Arial"/>
              </a:rPr>
              <a:t>Criterio: presupuesto &lt;= USD 10 millones y ambos datos financieros válidos.</a:t>
            </a:r>
          </a:p>
          <a:p xmlns:a="http://schemas.openxmlformats.org/drawingml/2006/main">
            <a:pPr>
              <a:defRPr sz="1800" b="0">
                <a:solidFill>
                  <a:srgbClr val="52677A"/>
                </a:solidFill>
                <a:latin typeface="Arial"/>
                <a:ea typeface="Arial"/>
                <a:cs typeface="Arial"/>
              </a:defRPr>
            </a:pPr>
            <a:r>
              <a:rPr sz="1800" b="0">
                <a:solidFill>
                  <a:srgbClr val="52677A"/>
                </a:solidFill>
                <a:latin typeface="Arial"/>
                <a:ea typeface="Arial"/>
                <a:cs typeface="Arial"/>
              </a:rPr>
              <a:t>Los ingresos superan el presupuesto, sin considerar todos los costos.</a:t>
            </a:r>
          </a:p>
        </p:txBody>
      </p:sp>
    </p:spTree>
    <p:extLst>
      <p:ext uri="{BB962C8B-B14F-4D97-AF65-F5344CB8AC3E}">
        <p14:creationId xmlns:p14="http://schemas.microsoft.com/office/powerpoint/2010/main" val="5392785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511C34A-D7BE-4EB4-AABA-2C05E520556B}"/>
              </a:ext>
            </a:extLst>
          </p:cNvPr>
          <p:cNvSpPr>
            <a:spLocks xmlns:a="http://schemas.openxmlformats.org/drawingml/2006/main" noGrp="1"/>
          </p:cNvSpPr>
          <p:nvPr/>
        </p:nvSpPr>
        <p:spPr>
          <a:xfrm xmlns:a="http://schemas.openxmlformats.org/drawingml/2006/main">
            <a:off x="523875" y="304800"/>
            <a:ext cx="1114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F4E79"/>
                </a:solidFill>
                <a:latin typeface="Arial"/>
                <a:ea typeface="Arial"/>
                <a:cs typeface="Arial"/>
              </a:defRPr>
            </a:defPPr>
            <a:lvl1pPr>
              <a:defRPr sz="3000" b="1">
                <a:solidFill>
                  <a:srgbClr val="1F4E79"/>
                </a:solidFill>
                <a:latin typeface="Arial"/>
                <a:ea typeface="Arial"/>
                <a:cs typeface="Arial"/>
              </a:defRPr>
            </a:lvl1pPr>
            <a:lvl2pPr>
              <a:defRPr sz="3000" b="1">
                <a:solidFill>
                  <a:srgbClr val="1F4E79"/>
                </a:solidFill>
                <a:latin typeface="Arial"/>
                <a:ea typeface="Arial"/>
                <a:cs typeface="Arial"/>
              </a:defRPr>
            </a:lvl2pPr>
            <a:lvl3pPr>
              <a:defRPr sz="3000" b="1">
                <a:solidFill>
                  <a:srgbClr val="1F4E79"/>
                </a:solidFill>
                <a:latin typeface="Arial"/>
                <a:ea typeface="Arial"/>
                <a:cs typeface="Arial"/>
              </a:defRPr>
            </a:lvl3pPr>
            <a:lvl4pPr>
              <a:defRPr sz="3000" b="1">
                <a:solidFill>
                  <a:srgbClr val="1F4E79"/>
                </a:solidFill>
                <a:latin typeface="Arial"/>
                <a:ea typeface="Arial"/>
                <a:cs typeface="Arial"/>
              </a:defRPr>
            </a:lvl4pPr>
            <a:lvl5pPr>
              <a:defRPr sz="3000" b="1">
                <a:solidFill>
                  <a:srgbClr val="1F4E79"/>
                </a:solidFill>
                <a:latin typeface="Arial"/>
                <a:ea typeface="Arial"/>
                <a:cs typeface="Arial"/>
              </a:defRPr>
            </a:lvl5pPr>
            <a:lvl6pPr>
              <a:defRPr sz="3000" b="1">
                <a:solidFill>
                  <a:srgbClr val="1F4E79"/>
                </a:solidFill>
                <a:latin typeface="Arial"/>
                <a:ea typeface="Arial"/>
                <a:cs typeface="Arial"/>
              </a:defRPr>
            </a:lvl6pPr>
            <a:lvl7pPr>
              <a:defRPr sz="3000" b="1">
                <a:solidFill>
                  <a:srgbClr val="1F4E79"/>
                </a:solidFill>
                <a:latin typeface="Arial"/>
                <a:ea typeface="Arial"/>
                <a:cs typeface="Arial"/>
              </a:defRPr>
            </a:lvl7pPr>
            <a:lvl8pPr>
              <a:defRPr sz="3000" b="1">
                <a:solidFill>
                  <a:srgbClr val="1F4E79"/>
                </a:solidFill>
                <a:latin typeface="Arial"/>
                <a:ea typeface="Arial"/>
                <a:cs typeface="Arial"/>
              </a:defRPr>
            </a:lvl8pPr>
            <a:lvl9pPr>
              <a:defRPr sz="3000" b="1">
                <a:solidFill>
                  <a:srgbClr val="1F4E79"/>
                </a:solidFill>
                <a:latin typeface="Arial"/>
                <a:ea typeface="Arial"/>
                <a:cs typeface="Arial"/>
              </a:defRPr>
            </a:lvl9pPr>
          </a:lstStyle>
          <a:p xmlns:a="http://schemas.openxmlformats.org/drawingml/2006/main">
            <a:pPr>
              <a:defRPr sz="3000" b="1">
                <a:solidFill>
                  <a:srgbClr val="1F4E79"/>
                </a:solidFill>
                <a:latin typeface="Arial"/>
                <a:ea typeface="Arial"/>
                <a:cs typeface="Arial"/>
              </a:defRPr>
            </a:pPr>
            <a:r>
              <a:rPr sz="3000" b="1">
                <a:solidFill>
                  <a:srgbClr val="1F4E79"/>
                </a:solidFill>
                <a:latin typeface="Arial"/>
                <a:ea typeface="Arial"/>
                <a:cs typeface="Arial"/>
              </a:rPr>
              <a:t>Popularidad y calificación tienen poca relación</a:t>
            </a:r>
          </a:p>
        </p:txBody>
      </p:sp>
      <p:sp>
        <p:nvSpPr>
          <p:cNvPr id="2" name="">
            <a:extLst xmlns:a="http://schemas.openxmlformats.org/drawingml/2006/main">
              <a:ext uri="{FF2B5EF4-FFF2-40B4-BE49-F238E27FC236}">
                <a16:creationId xmlns:a16="http://schemas.microsoft.com/office/drawing/2014/main" id="{5F9BC0D7-3E40-4A0C-8179-1FFBCF180D94}"/>
              </a:ext>
            </a:extLst>
          </p:cNvPr>
          <p:cNvSpPr>
            <a:spLocks xmlns:a="http://schemas.openxmlformats.org/drawingml/2006/main" noGrp="1"/>
          </p:cNvSpPr>
          <p:nvPr/>
        </p:nvSpPr>
        <p:spPr>
          <a:xfrm xmlns:a="http://schemas.openxmlformats.org/drawingml/2006/main">
            <a:off x="11382375"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A"/>
                </a:solidFill>
                <a:latin typeface="Arial"/>
                <a:ea typeface="Arial"/>
                <a:cs typeface="Arial"/>
              </a:defRPr>
            </a:defPPr>
            <a:lvl1pPr>
              <a:defRPr sz="1200" b="0">
                <a:solidFill>
                  <a:srgbClr val="52677A"/>
                </a:solidFill>
                <a:latin typeface="Arial"/>
                <a:ea typeface="Arial"/>
                <a:cs typeface="Arial"/>
              </a:defRPr>
            </a:lvl1pPr>
            <a:lvl2pPr>
              <a:defRPr sz="1200" b="0">
                <a:solidFill>
                  <a:srgbClr val="52677A"/>
                </a:solidFill>
                <a:latin typeface="Arial"/>
                <a:ea typeface="Arial"/>
                <a:cs typeface="Arial"/>
              </a:defRPr>
            </a:lvl2pPr>
            <a:lvl3pPr>
              <a:defRPr sz="1200" b="0">
                <a:solidFill>
                  <a:srgbClr val="52677A"/>
                </a:solidFill>
                <a:latin typeface="Arial"/>
                <a:ea typeface="Arial"/>
                <a:cs typeface="Arial"/>
              </a:defRPr>
            </a:lvl3pPr>
            <a:lvl4pPr>
              <a:defRPr sz="1200" b="0">
                <a:solidFill>
                  <a:srgbClr val="52677A"/>
                </a:solidFill>
                <a:latin typeface="Arial"/>
                <a:ea typeface="Arial"/>
                <a:cs typeface="Arial"/>
              </a:defRPr>
            </a:lvl4pPr>
            <a:lvl5pPr>
              <a:defRPr sz="1200" b="0">
                <a:solidFill>
                  <a:srgbClr val="52677A"/>
                </a:solidFill>
                <a:latin typeface="Arial"/>
                <a:ea typeface="Arial"/>
                <a:cs typeface="Arial"/>
              </a:defRPr>
            </a:lvl5pPr>
            <a:lvl6pPr>
              <a:defRPr sz="1200" b="0">
                <a:solidFill>
                  <a:srgbClr val="52677A"/>
                </a:solidFill>
                <a:latin typeface="Arial"/>
                <a:ea typeface="Arial"/>
                <a:cs typeface="Arial"/>
              </a:defRPr>
            </a:lvl6pPr>
            <a:lvl7pPr>
              <a:defRPr sz="1200" b="0">
                <a:solidFill>
                  <a:srgbClr val="52677A"/>
                </a:solidFill>
                <a:latin typeface="Arial"/>
                <a:ea typeface="Arial"/>
                <a:cs typeface="Arial"/>
              </a:defRPr>
            </a:lvl7pPr>
            <a:lvl8pPr>
              <a:defRPr sz="1200" b="0">
                <a:solidFill>
                  <a:srgbClr val="52677A"/>
                </a:solidFill>
                <a:latin typeface="Arial"/>
                <a:ea typeface="Arial"/>
                <a:cs typeface="Arial"/>
              </a:defRPr>
            </a:lvl8pPr>
            <a:lvl9pPr>
              <a:defRPr sz="1200" b="0">
                <a:solidFill>
                  <a:srgbClr val="52677A"/>
                </a:solidFill>
                <a:latin typeface="Arial"/>
                <a:ea typeface="Arial"/>
                <a:cs typeface="Arial"/>
              </a:defRPr>
            </a:lvl9pPr>
          </a:lstStyle>
          <a:p xmlns:a="http://schemas.openxmlformats.org/drawingml/2006/main">
            <a:pPr>
              <a:defRPr sz="1200" b="0">
                <a:solidFill>
                  <a:srgbClr val="52677A"/>
                </a:solidFill>
                <a:latin typeface="Arial"/>
                <a:ea typeface="Arial"/>
                <a:cs typeface="Arial"/>
              </a:defRPr>
            </a:pPr>
            <a:r>
              <a:rPr sz="1200" b="0">
                <a:solidFill>
                  <a:srgbClr val="52677A"/>
                </a:solidFill>
                <a:latin typeface="Arial"/>
                <a:ea typeface="Arial"/>
                <a:cs typeface="Arial"/>
              </a:rPr>
              <a:t>12</a:t>
            </a:r>
          </a:p>
        </p:txBody>
      </p:sp>
      <p:pic>
        <p:nvPicPr>
          <p:cNvPr id="3" name="">
            <a:extLst xmlns:a="http://schemas.openxmlformats.org/drawingml/2006/main">
              <a:ext uri="{FF2B5EF4-FFF2-40B4-BE49-F238E27FC236}">
                <a16:creationId xmlns:a16="http://schemas.microsoft.com/office/drawing/2014/main" id="{C31BF648-A03A-4372-B395-839CCD86F1E7}"/>
              </a:ext>
            </a:extLst>
          </p:cNvPr>
          <p:cNvPicPr>
            <a:picLocks xmlns:a="http://schemas.openxmlformats.org/drawingml/2006/main" noChangeAspect="1"/>
          </p:cNvPicPr>
          <p:nvPr/>
        </p:nvPicPr>
        <p:blipFill>
          <a:blip xmlns:r="http://schemas.openxmlformats.org/officeDocument/2006/relationships" xmlns:a="http://schemas.openxmlformats.org/drawingml/2006/main" r:embed="Rf11a1723d3534142"/>
          <a:stretch xmlns:a="http://schemas.openxmlformats.org/drawingml/2006/main"/>
        </p:blipFill>
        <p:spPr>
          <a:xfrm xmlns:a="http://schemas.openxmlformats.org/drawingml/2006/main">
            <a:off x="973667" y="1285875"/>
            <a:ext cx="10244667" cy="419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EB89468-993E-44E0-9A78-4A74249F2101}"/>
              </a:ext>
            </a:extLst>
          </p:cNvPr>
          <p:cNvSpPr>
            <a:spLocks xmlns:a="http://schemas.openxmlformats.org/drawingml/2006/main" noGrp="1"/>
          </p:cNvSpPr>
          <p:nvPr/>
        </p:nvSpPr>
        <p:spPr>
          <a:xfrm xmlns:a="http://schemas.openxmlformats.org/drawingml/2006/main">
            <a:off x="619125" y="56197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F4E79"/>
                </a:solidFill>
                <a:latin typeface="Arial"/>
                <a:ea typeface="Arial"/>
                <a:cs typeface="Arial"/>
              </a:defRPr>
            </a:defPPr>
            <a:lvl1pPr>
              <a:defRPr sz="2100" b="1">
                <a:solidFill>
                  <a:srgbClr val="1F4E79"/>
                </a:solidFill>
                <a:latin typeface="Arial"/>
                <a:ea typeface="Arial"/>
                <a:cs typeface="Arial"/>
              </a:defRPr>
            </a:lvl1pPr>
            <a:lvl2pPr>
              <a:defRPr sz="2100" b="1">
                <a:solidFill>
                  <a:srgbClr val="1F4E79"/>
                </a:solidFill>
                <a:latin typeface="Arial"/>
                <a:ea typeface="Arial"/>
                <a:cs typeface="Arial"/>
              </a:defRPr>
            </a:lvl2pPr>
            <a:lvl3pPr>
              <a:defRPr sz="2100" b="1">
                <a:solidFill>
                  <a:srgbClr val="1F4E79"/>
                </a:solidFill>
                <a:latin typeface="Arial"/>
                <a:ea typeface="Arial"/>
                <a:cs typeface="Arial"/>
              </a:defRPr>
            </a:lvl3pPr>
            <a:lvl4pPr>
              <a:defRPr sz="2100" b="1">
                <a:solidFill>
                  <a:srgbClr val="1F4E79"/>
                </a:solidFill>
                <a:latin typeface="Arial"/>
                <a:ea typeface="Arial"/>
                <a:cs typeface="Arial"/>
              </a:defRPr>
            </a:lvl4pPr>
            <a:lvl5pPr>
              <a:defRPr sz="2100" b="1">
                <a:solidFill>
                  <a:srgbClr val="1F4E79"/>
                </a:solidFill>
                <a:latin typeface="Arial"/>
                <a:ea typeface="Arial"/>
                <a:cs typeface="Arial"/>
              </a:defRPr>
            </a:lvl5pPr>
            <a:lvl6pPr>
              <a:defRPr sz="2100" b="1">
                <a:solidFill>
                  <a:srgbClr val="1F4E79"/>
                </a:solidFill>
                <a:latin typeface="Arial"/>
                <a:ea typeface="Arial"/>
                <a:cs typeface="Arial"/>
              </a:defRPr>
            </a:lvl6pPr>
            <a:lvl7pPr>
              <a:defRPr sz="2100" b="1">
                <a:solidFill>
                  <a:srgbClr val="1F4E79"/>
                </a:solidFill>
                <a:latin typeface="Arial"/>
                <a:ea typeface="Arial"/>
                <a:cs typeface="Arial"/>
              </a:defRPr>
            </a:lvl7pPr>
            <a:lvl8pPr>
              <a:defRPr sz="2100" b="1">
                <a:solidFill>
                  <a:srgbClr val="1F4E79"/>
                </a:solidFill>
                <a:latin typeface="Arial"/>
                <a:ea typeface="Arial"/>
                <a:cs typeface="Arial"/>
              </a:defRPr>
            </a:lvl8pPr>
            <a:lvl9pPr>
              <a:defRPr sz="2100" b="1">
                <a:solidFill>
                  <a:srgbClr val="1F4E79"/>
                </a:solidFill>
                <a:latin typeface="Arial"/>
                <a:ea typeface="Arial"/>
                <a:cs typeface="Arial"/>
              </a:defRPr>
            </a:lvl9pPr>
          </a:lstStyle>
          <a:p xmlns:a="http://schemas.openxmlformats.org/drawingml/2006/main">
            <a:pPr>
              <a:defRPr sz="2100" b="1">
                <a:solidFill>
                  <a:srgbClr val="1F4E79"/>
                </a:solidFill>
                <a:latin typeface="Arial"/>
                <a:ea typeface="Arial"/>
                <a:cs typeface="Arial"/>
              </a:defRPr>
            </a:pPr>
            <a:r>
              <a:rPr sz="2100" b="1">
                <a:solidFill>
                  <a:srgbClr val="1F4E79"/>
                </a:solidFill>
                <a:latin typeface="Arial"/>
                <a:ea typeface="Arial"/>
                <a:cs typeface="Arial"/>
              </a:rPr>
              <a:t>Pearson: películas 0,092 y series 0,010. Asociación lineal muy débil.</a:t>
            </a:r>
          </a:p>
        </p:txBody>
      </p:sp>
      <p:sp>
        <p:nvSpPr>
          <p:cNvPr id="5" name="">
            <a:extLst xmlns:a="http://schemas.openxmlformats.org/drawingml/2006/main">
              <a:ext uri="{FF2B5EF4-FFF2-40B4-BE49-F238E27FC236}">
                <a16:creationId xmlns:a16="http://schemas.microsoft.com/office/drawing/2014/main" id="{66329B49-8093-41B3-9AB6-03C1F4089AA1}"/>
              </a:ext>
            </a:extLst>
          </p:cNvPr>
          <p:cNvSpPr>
            <a:spLocks xmlns:a="http://schemas.openxmlformats.org/drawingml/2006/main" noGrp="1"/>
          </p:cNvSpPr>
          <p:nvPr/>
        </p:nvSpPr>
        <p:spPr>
          <a:xfrm xmlns:a="http://schemas.openxmlformats.org/drawingml/2006/main">
            <a:off x="619125" y="61436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77A"/>
                </a:solidFill>
                <a:latin typeface="Arial"/>
                <a:ea typeface="Arial"/>
                <a:cs typeface="Arial"/>
              </a:defRPr>
            </a:defPPr>
            <a:lvl1pPr>
              <a:defRPr sz="1725" b="0">
                <a:solidFill>
                  <a:srgbClr val="52677A"/>
                </a:solidFill>
                <a:latin typeface="Arial"/>
                <a:ea typeface="Arial"/>
                <a:cs typeface="Arial"/>
              </a:defRPr>
            </a:lvl1pPr>
            <a:lvl2pPr>
              <a:defRPr sz="1725" b="0">
                <a:solidFill>
                  <a:srgbClr val="52677A"/>
                </a:solidFill>
                <a:latin typeface="Arial"/>
                <a:ea typeface="Arial"/>
                <a:cs typeface="Arial"/>
              </a:defRPr>
            </a:lvl2pPr>
            <a:lvl3pPr>
              <a:defRPr sz="1725" b="0">
                <a:solidFill>
                  <a:srgbClr val="52677A"/>
                </a:solidFill>
                <a:latin typeface="Arial"/>
                <a:ea typeface="Arial"/>
                <a:cs typeface="Arial"/>
              </a:defRPr>
            </a:lvl3pPr>
            <a:lvl4pPr>
              <a:defRPr sz="1725" b="0">
                <a:solidFill>
                  <a:srgbClr val="52677A"/>
                </a:solidFill>
                <a:latin typeface="Arial"/>
                <a:ea typeface="Arial"/>
                <a:cs typeface="Arial"/>
              </a:defRPr>
            </a:lvl4pPr>
            <a:lvl5pPr>
              <a:defRPr sz="1725" b="0">
                <a:solidFill>
                  <a:srgbClr val="52677A"/>
                </a:solidFill>
                <a:latin typeface="Arial"/>
                <a:ea typeface="Arial"/>
                <a:cs typeface="Arial"/>
              </a:defRPr>
            </a:lvl5pPr>
            <a:lvl6pPr>
              <a:defRPr sz="1725" b="0">
                <a:solidFill>
                  <a:srgbClr val="52677A"/>
                </a:solidFill>
                <a:latin typeface="Arial"/>
                <a:ea typeface="Arial"/>
                <a:cs typeface="Arial"/>
              </a:defRPr>
            </a:lvl6pPr>
            <a:lvl7pPr>
              <a:defRPr sz="1725" b="0">
                <a:solidFill>
                  <a:srgbClr val="52677A"/>
                </a:solidFill>
                <a:latin typeface="Arial"/>
                <a:ea typeface="Arial"/>
                <a:cs typeface="Arial"/>
              </a:defRPr>
            </a:lvl7pPr>
            <a:lvl8pPr>
              <a:defRPr sz="1725" b="0">
                <a:solidFill>
                  <a:srgbClr val="52677A"/>
                </a:solidFill>
                <a:latin typeface="Arial"/>
                <a:ea typeface="Arial"/>
                <a:cs typeface="Arial"/>
              </a:defRPr>
            </a:lvl8pPr>
            <a:lvl9pPr>
              <a:defRPr sz="1725" b="0">
                <a:solidFill>
                  <a:srgbClr val="52677A"/>
                </a:solidFill>
                <a:latin typeface="Arial"/>
                <a:ea typeface="Arial"/>
                <a:cs typeface="Arial"/>
              </a:defRPr>
            </a:lvl9pPr>
          </a:lstStyle>
          <a:p xmlns:a="http://schemas.openxmlformats.org/drawingml/2006/main">
            <a:pPr>
              <a:defRPr sz="1725" b="0">
                <a:solidFill>
                  <a:srgbClr val="52677A"/>
                </a:solidFill>
                <a:latin typeface="Arial"/>
                <a:ea typeface="Arial"/>
                <a:cs typeface="Arial"/>
              </a:defRPr>
            </a:pPr>
            <a:r>
              <a:rPr sz="1725" b="0">
                <a:solidFill>
                  <a:srgbClr val="52677A"/>
                </a:solidFill>
                <a:latin typeface="Arial"/>
                <a:ea typeface="Arial"/>
                <a:cs typeface="Arial"/>
              </a:rPr>
              <a:t>Spearman: 0,242 y 0,235. La popularidad alta no basta para predecir una nota alta.</a:t>
            </a:r>
          </a:p>
        </p:txBody>
      </p:sp>
    </p:spTree>
    <p:extLst>
      <p:ext uri="{BB962C8B-B14F-4D97-AF65-F5344CB8AC3E}">
        <p14:creationId xmlns:p14="http://schemas.microsoft.com/office/powerpoint/2010/main" val="207201440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E150D62-0697-4881-BE7D-25CEACF97F3A}"/>
              </a:ext>
            </a:extLst>
          </p:cNvPr>
          <p:cNvSpPr>
            <a:spLocks xmlns:a="http://schemas.openxmlformats.org/drawingml/2006/main" noGrp="1"/>
          </p:cNvSpPr>
          <p:nvPr/>
        </p:nvSpPr>
        <p:spPr>
          <a:xfrm xmlns:a="http://schemas.openxmlformats.org/drawingml/2006/main">
            <a:off x="523875" y="304800"/>
            <a:ext cx="1114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F4E79"/>
                </a:solidFill>
                <a:latin typeface="Arial"/>
                <a:ea typeface="Arial"/>
                <a:cs typeface="Arial"/>
              </a:defRPr>
            </a:defPPr>
            <a:lvl1pPr>
              <a:defRPr sz="3000" b="1">
                <a:solidFill>
                  <a:srgbClr val="1F4E79"/>
                </a:solidFill>
                <a:latin typeface="Arial"/>
                <a:ea typeface="Arial"/>
                <a:cs typeface="Arial"/>
              </a:defRPr>
            </a:lvl1pPr>
            <a:lvl2pPr>
              <a:defRPr sz="3000" b="1">
                <a:solidFill>
                  <a:srgbClr val="1F4E79"/>
                </a:solidFill>
                <a:latin typeface="Arial"/>
                <a:ea typeface="Arial"/>
                <a:cs typeface="Arial"/>
              </a:defRPr>
            </a:lvl2pPr>
            <a:lvl3pPr>
              <a:defRPr sz="3000" b="1">
                <a:solidFill>
                  <a:srgbClr val="1F4E79"/>
                </a:solidFill>
                <a:latin typeface="Arial"/>
                <a:ea typeface="Arial"/>
                <a:cs typeface="Arial"/>
              </a:defRPr>
            </a:lvl3pPr>
            <a:lvl4pPr>
              <a:defRPr sz="3000" b="1">
                <a:solidFill>
                  <a:srgbClr val="1F4E79"/>
                </a:solidFill>
                <a:latin typeface="Arial"/>
                <a:ea typeface="Arial"/>
                <a:cs typeface="Arial"/>
              </a:defRPr>
            </a:lvl4pPr>
            <a:lvl5pPr>
              <a:defRPr sz="3000" b="1">
                <a:solidFill>
                  <a:srgbClr val="1F4E79"/>
                </a:solidFill>
                <a:latin typeface="Arial"/>
                <a:ea typeface="Arial"/>
                <a:cs typeface="Arial"/>
              </a:defRPr>
            </a:lvl5pPr>
            <a:lvl6pPr>
              <a:defRPr sz="3000" b="1">
                <a:solidFill>
                  <a:srgbClr val="1F4E79"/>
                </a:solidFill>
                <a:latin typeface="Arial"/>
                <a:ea typeface="Arial"/>
                <a:cs typeface="Arial"/>
              </a:defRPr>
            </a:lvl6pPr>
            <a:lvl7pPr>
              <a:defRPr sz="3000" b="1">
                <a:solidFill>
                  <a:srgbClr val="1F4E79"/>
                </a:solidFill>
                <a:latin typeface="Arial"/>
                <a:ea typeface="Arial"/>
                <a:cs typeface="Arial"/>
              </a:defRPr>
            </a:lvl7pPr>
            <a:lvl8pPr>
              <a:defRPr sz="3000" b="1">
                <a:solidFill>
                  <a:srgbClr val="1F4E79"/>
                </a:solidFill>
                <a:latin typeface="Arial"/>
                <a:ea typeface="Arial"/>
                <a:cs typeface="Arial"/>
              </a:defRPr>
            </a:lvl8pPr>
            <a:lvl9pPr>
              <a:defRPr sz="3000" b="1">
                <a:solidFill>
                  <a:srgbClr val="1F4E79"/>
                </a:solidFill>
                <a:latin typeface="Arial"/>
                <a:ea typeface="Arial"/>
                <a:cs typeface="Arial"/>
              </a:defRPr>
            </a:lvl9pPr>
          </a:lstStyle>
          <a:p xmlns:a="http://schemas.openxmlformats.org/drawingml/2006/main">
            <a:pPr>
              <a:defRPr sz="3000" b="1">
                <a:solidFill>
                  <a:srgbClr val="1F4E79"/>
                </a:solidFill>
                <a:latin typeface="Arial"/>
                <a:ea typeface="Arial"/>
                <a:cs typeface="Arial"/>
              </a:defRPr>
            </a:pPr>
            <a:r>
              <a:rPr sz="3000" b="1">
                <a:solidFill>
                  <a:srgbClr val="1F4E79"/>
                </a:solidFill>
                <a:latin typeface="Arial"/>
                <a:ea typeface="Arial"/>
                <a:cs typeface="Arial"/>
              </a:rPr>
              <a:t>Fortalezas, límites y mejoras</a:t>
            </a:r>
          </a:p>
        </p:txBody>
      </p:sp>
      <p:sp>
        <p:nvSpPr>
          <p:cNvPr id="2" name="">
            <a:extLst xmlns:a="http://schemas.openxmlformats.org/drawingml/2006/main">
              <a:ext uri="{FF2B5EF4-FFF2-40B4-BE49-F238E27FC236}">
                <a16:creationId xmlns:a16="http://schemas.microsoft.com/office/drawing/2014/main" id="{EF2C61AC-A776-45A1-99D1-071327394BEF}"/>
              </a:ext>
            </a:extLst>
          </p:cNvPr>
          <p:cNvSpPr>
            <a:spLocks xmlns:a="http://schemas.openxmlformats.org/drawingml/2006/main" noGrp="1"/>
          </p:cNvSpPr>
          <p:nvPr/>
        </p:nvSpPr>
        <p:spPr>
          <a:xfrm xmlns:a="http://schemas.openxmlformats.org/drawingml/2006/main">
            <a:off x="11382375"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A"/>
                </a:solidFill>
                <a:latin typeface="Arial"/>
                <a:ea typeface="Arial"/>
                <a:cs typeface="Arial"/>
              </a:defRPr>
            </a:defPPr>
            <a:lvl1pPr>
              <a:defRPr sz="1200" b="0">
                <a:solidFill>
                  <a:srgbClr val="52677A"/>
                </a:solidFill>
                <a:latin typeface="Arial"/>
                <a:ea typeface="Arial"/>
                <a:cs typeface="Arial"/>
              </a:defRPr>
            </a:lvl1pPr>
            <a:lvl2pPr>
              <a:defRPr sz="1200" b="0">
                <a:solidFill>
                  <a:srgbClr val="52677A"/>
                </a:solidFill>
                <a:latin typeface="Arial"/>
                <a:ea typeface="Arial"/>
                <a:cs typeface="Arial"/>
              </a:defRPr>
            </a:lvl2pPr>
            <a:lvl3pPr>
              <a:defRPr sz="1200" b="0">
                <a:solidFill>
                  <a:srgbClr val="52677A"/>
                </a:solidFill>
                <a:latin typeface="Arial"/>
                <a:ea typeface="Arial"/>
                <a:cs typeface="Arial"/>
              </a:defRPr>
            </a:lvl3pPr>
            <a:lvl4pPr>
              <a:defRPr sz="1200" b="0">
                <a:solidFill>
                  <a:srgbClr val="52677A"/>
                </a:solidFill>
                <a:latin typeface="Arial"/>
                <a:ea typeface="Arial"/>
                <a:cs typeface="Arial"/>
              </a:defRPr>
            </a:lvl4pPr>
            <a:lvl5pPr>
              <a:defRPr sz="1200" b="0">
                <a:solidFill>
                  <a:srgbClr val="52677A"/>
                </a:solidFill>
                <a:latin typeface="Arial"/>
                <a:ea typeface="Arial"/>
                <a:cs typeface="Arial"/>
              </a:defRPr>
            </a:lvl5pPr>
            <a:lvl6pPr>
              <a:defRPr sz="1200" b="0">
                <a:solidFill>
                  <a:srgbClr val="52677A"/>
                </a:solidFill>
                <a:latin typeface="Arial"/>
                <a:ea typeface="Arial"/>
                <a:cs typeface="Arial"/>
              </a:defRPr>
            </a:lvl6pPr>
            <a:lvl7pPr>
              <a:defRPr sz="1200" b="0">
                <a:solidFill>
                  <a:srgbClr val="52677A"/>
                </a:solidFill>
                <a:latin typeface="Arial"/>
                <a:ea typeface="Arial"/>
                <a:cs typeface="Arial"/>
              </a:defRPr>
            </a:lvl7pPr>
            <a:lvl8pPr>
              <a:defRPr sz="1200" b="0">
                <a:solidFill>
                  <a:srgbClr val="52677A"/>
                </a:solidFill>
                <a:latin typeface="Arial"/>
                <a:ea typeface="Arial"/>
                <a:cs typeface="Arial"/>
              </a:defRPr>
            </a:lvl8pPr>
            <a:lvl9pPr>
              <a:defRPr sz="1200" b="0">
                <a:solidFill>
                  <a:srgbClr val="52677A"/>
                </a:solidFill>
                <a:latin typeface="Arial"/>
                <a:ea typeface="Arial"/>
                <a:cs typeface="Arial"/>
              </a:defRPr>
            </a:lvl9pPr>
          </a:lstStyle>
          <a:p xmlns:a="http://schemas.openxmlformats.org/drawingml/2006/main">
            <a:pPr>
              <a:defRPr sz="1200" b="0">
                <a:solidFill>
                  <a:srgbClr val="52677A"/>
                </a:solidFill>
                <a:latin typeface="Arial"/>
                <a:ea typeface="Arial"/>
                <a:cs typeface="Arial"/>
              </a:defRPr>
            </a:pPr>
            <a:r>
              <a:rPr sz="1200" b="0">
                <a:solidFill>
                  <a:srgbClr val="52677A"/>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C9AEFAF6-EA2A-48D7-B029-75E69857BD69}"/>
              </a:ext>
            </a:extLst>
          </p:cNvPr>
          <p:cNvSpPr>
            <a:spLocks xmlns:a="http://schemas.openxmlformats.org/drawingml/2006/main" noGrp="1"/>
          </p:cNvSpPr>
          <p:nvPr/>
        </p:nvSpPr>
        <p:spPr>
          <a:xfrm xmlns:a="http://schemas.openxmlformats.org/drawingml/2006/main">
            <a:off x="619125" y="14287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F4E79"/>
                </a:solidFill>
                <a:latin typeface="Arial"/>
                <a:ea typeface="Arial"/>
                <a:cs typeface="Arial"/>
              </a:defRPr>
            </a:defPPr>
            <a:lvl1pPr>
              <a:defRPr sz="2550" b="1">
                <a:solidFill>
                  <a:srgbClr val="1F4E79"/>
                </a:solidFill>
                <a:latin typeface="Arial"/>
                <a:ea typeface="Arial"/>
                <a:cs typeface="Arial"/>
              </a:defRPr>
            </a:lvl1pPr>
            <a:lvl2pPr>
              <a:defRPr sz="2550" b="1">
                <a:solidFill>
                  <a:srgbClr val="1F4E79"/>
                </a:solidFill>
                <a:latin typeface="Arial"/>
                <a:ea typeface="Arial"/>
                <a:cs typeface="Arial"/>
              </a:defRPr>
            </a:lvl2pPr>
            <a:lvl3pPr>
              <a:defRPr sz="2550" b="1">
                <a:solidFill>
                  <a:srgbClr val="1F4E79"/>
                </a:solidFill>
                <a:latin typeface="Arial"/>
                <a:ea typeface="Arial"/>
                <a:cs typeface="Arial"/>
              </a:defRPr>
            </a:lvl3pPr>
            <a:lvl4pPr>
              <a:defRPr sz="2550" b="1">
                <a:solidFill>
                  <a:srgbClr val="1F4E79"/>
                </a:solidFill>
                <a:latin typeface="Arial"/>
                <a:ea typeface="Arial"/>
                <a:cs typeface="Arial"/>
              </a:defRPr>
            </a:lvl4pPr>
            <a:lvl5pPr>
              <a:defRPr sz="2550" b="1">
                <a:solidFill>
                  <a:srgbClr val="1F4E79"/>
                </a:solidFill>
                <a:latin typeface="Arial"/>
                <a:ea typeface="Arial"/>
                <a:cs typeface="Arial"/>
              </a:defRPr>
            </a:lvl5pPr>
            <a:lvl6pPr>
              <a:defRPr sz="2550" b="1">
                <a:solidFill>
                  <a:srgbClr val="1F4E79"/>
                </a:solidFill>
                <a:latin typeface="Arial"/>
                <a:ea typeface="Arial"/>
                <a:cs typeface="Arial"/>
              </a:defRPr>
            </a:lvl6pPr>
            <a:lvl7pPr>
              <a:defRPr sz="2550" b="1">
                <a:solidFill>
                  <a:srgbClr val="1F4E79"/>
                </a:solidFill>
                <a:latin typeface="Arial"/>
                <a:ea typeface="Arial"/>
                <a:cs typeface="Arial"/>
              </a:defRPr>
            </a:lvl7pPr>
            <a:lvl8pPr>
              <a:defRPr sz="2550" b="1">
                <a:solidFill>
                  <a:srgbClr val="1F4E79"/>
                </a:solidFill>
                <a:latin typeface="Arial"/>
                <a:ea typeface="Arial"/>
                <a:cs typeface="Arial"/>
              </a:defRPr>
            </a:lvl8pPr>
            <a:lvl9pPr>
              <a:defRPr sz="2550" b="1">
                <a:solidFill>
                  <a:srgbClr val="1F4E79"/>
                </a:solidFill>
                <a:latin typeface="Arial"/>
                <a:ea typeface="Arial"/>
                <a:cs typeface="Arial"/>
              </a:defRPr>
            </a:lvl9pPr>
          </a:lstStyle>
          <a:p xmlns:a="http://schemas.openxmlformats.org/drawingml/2006/main">
            <a:pPr>
              <a:defRPr sz="2550" b="1">
                <a:solidFill>
                  <a:srgbClr val="1F4E79"/>
                </a:solidFill>
                <a:latin typeface="Arial"/>
                <a:ea typeface="Arial"/>
                <a:cs typeface="Arial"/>
              </a:defRPr>
            </a:pPr>
            <a:r>
              <a:rPr sz="2550" b="1">
                <a:solidFill>
                  <a:srgbClr val="1F4E79"/>
                </a:solidFill>
                <a:latin typeface="Arial"/>
                <a:ea typeface="Arial"/>
                <a:cs typeface="Arial"/>
              </a:rPr>
              <a:t>Fortaleza</a:t>
            </a:r>
          </a:p>
        </p:txBody>
      </p:sp>
      <p:sp>
        <p:nvSpPr>
          <p:cNvPr id="4" name="">
            <a:extLst xmlns:a="http://schemas.openxmlformats.org/drawingml/2006/main">
              <a:ext uri="{FF2B5EF4-FFF2-40B4-BE49-F238E27FC236}">
                <a16:creationId xmlns:a16="http://schemas.microsoft.com/office/drawing/2014/main" id="{6D41CF7C-0C47-4A7E-9B7E-665614691B8A}"/>
              </a:ext>
            </a:extLst>
          </p:cNvPr>
          <p:cNvSpPr>
            <a:spLocks xmlns:a="http://schemas.openxmlformats.org/drawingml/2006/main" noGrp="1"/>
          </p:cNvSpPr>
          <p:nvPr/>
        </p:nvSpPr>
        <p:spPr>
          <a:xfrm xmlns:a="http://schemas.openxmlformats.org/drawingml/2006/main">
            <a:off x="619125" y="20955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6384A"/>
                </a:solidFill>
                <a:latin typeface="Arial"/>
                <a:ea typeface="Arial"/>
                <a:cs typeface="Arial"/>
              </a:defRPr>
            </a:defPPr>
            <a:lvl1pPr>
              <a:defRPr sz="2250" b="0">
                <a:solidFill>
                  <a:srgbClr val="26384A"/>
                </a:solidFill>
                <a:latin typeface="Arial"/>
                <a:ea typeface="Arial"/>
                <a:cs typeface="Arial"/>
              </a:defRPr>
            </a:lvl1pPr>
            <a:lvl2pPr>
              <a:defRPr sz="2250" b="0">
                <a:solidFill>
                  <a:srgbClr val="26384A"/>
                </a:solidFill>
                <a:latin typeface="Arial"/>
                <a:ea typeface="Arial"/>
                <a:cs typeface="Arial"/>
              </a:defRPr>
            </a:lvl2pPr>
            <a:lvl3pPr>
              <a:defRPr sz="2250" b="0">
                <a:solidFill>
                  <a:srgbClr val="26384A"/>
                </a:solidFill>
                <a:latin typeface="Arial"/>
                <a:ea typeface="Arial"/>
                <a:cs typeface="Arial"/>
              </a:defRPr>
            </a:lvl3pPr>
            <a:lvl4pPr>
              <a:defRPr sz="2250" b="0">
                <a:solidFill>
                  <a:srgbClr val="26384A"/>
                </a:solidFill>
                <a:latin typeface="Arial"/>
                <a:ea typeface="Arial"/>
                <a:cs typeface="Arial"/>
              </a:defRPr>
            </a:lvl4pPr>
            <a:lvl5pPr>
              <a:defRPr sz="2250" b="0">
                <a:solidFill>
                  <a:srgbClr val="26384A"/>
                </a:solidFill>
                <a:latin typeface="Arial"/>
                <a:ea typeface="Arial"/>
                <a:cs typeface="Arial"/>
              </a:defRPr>
            </a:lvl5pPr>
            <a:lvl6pPr>
              <a:defRPr sz="2250" b="0">
                <a:solidFill>
                  <a:srgbClr val="26384A"/>
                </a:solidFill>
                <a:latin typeface="Arial"/>
                <a:ea typeface="Arial"/>
                <a:cs typeface="Arial"/>
              </a:defRPr>
            </a:lvl6pPr>
            <a:lvl7pPr>
              <a:defRPr sz="2250" b="0">
                <a:solidFill>
                  <a:srgbClr val="26384A"/>
                </a:solidFill>
                <a:latin typeface="Arial"/>
                <a:ea typeface="Arial"/>
                <a:cs typeface="Arial"/>
              </a:defRPr>
            </a:lvl7pPr>
            <a:lvl8pPr>
              <a:defRPr sz="2250" b="0">
                <a:solidFill>
                  <a:srgbClr val="26384A"/>
                </a:solidFill>
                <a:latin typeface="Arial"/>
                <a:ea typeface="Arial"/>
                <a:cs typeface="Arial"/>
              </a:defRPr>
            </a:lvl8pPr>
            <a:lvl9pPr>
              <a:defRPr sz="2250" b="0">
                <a:solidFill>
                  <a:srgbClr val="26384A"/>
                </a:solidFill>
                <a:latin typeface="Arial"/>
                <a:ea typeface="Arial"/>
                <a:cs typeface="Arial"/>
              </a:defRPr>
            </a:lvl9pPr>
          </a:lstStyle>
          <a:p xmlns:a="http://schemas.openxmlformats.org/drawingml/2006/main">
            <a:pPr>
              <a:defRPr sz="2250" b="0">
                <a:solidFill>
                  <a:srgbClr val="26384A"/>
                </a:solidFill>
                <a:latin typeface="Arial"/>
                <a:ea typeface="Arial"/>
                <a:cs typeface="Arial"/>
              </a:defRPr>
            </a:pPr>
            <a:r>
              <a:rPr sz="2250" b="0">
                <a:solidFill>
                  <a:srgbClr val="26384A"/>
                </a:solidFill>
                <a:latin typeface="Arial"/>
                <a:ea typeface="Arial"/>
                <a:cs typeface="Arial"/>
              </a:rPr>
              <a:t>Catálogo común y cifras contrastadas entre herramientas.</a:t>
            </a:r>
          </a:p>
        </p:txBody>
      </p:sp>
      <p:sp>
        <p:nvSpPr>
          <p:cNvPr id="5" name="">
            <a:extLst xmlns:a="http://schemas.openxmlformats.org/drawingml/2006/main">
              <a:ext uri="{FF2B5EF4-FFF2-40B4-BE49-F238E27FC236}">
                <a16:creationId xmlns:a16="http://schemas.microsoft.com/office/drawing/2014/main" id="{31FC72EB-F302-43AF-855A-1BBC62524A06}"/>
              </a:ext>
            </a:extLst>
          </p:cNvPr>
          <p:cNvSpPr>
            <a:spLocks xmlns:a="http://schemas.openxmlformats.org/drawingml/2006/main" noGrp="1"/>
          </p:cNvSpPr>
          <p:nvPr/>
        </p:nvSpPr>
        <p:spPr>
          <a:xfrm xmlns:a="http://schemas.openxmlformats.org/drawingml/2006/main">
            <a:off x="619125" y="31908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CB721F"/>
                </a:solidFill>
                <a:latin typeface="Arial"/>
                <a:ea typeface="Arial"/>
                <a:cs typeface="Arial"/>
              </a:defRPr>
            </a:defPPr>
            <a:lvl1pPr>
              <a:defRPr sz="2550" b="1">
                <a:solidFill>
                  <a:srgbClr val="CB721F"/>
                </a:solidFill>
                <a:latin typeface="Arial"/>
                <a:ea typeface="Arial"/>
                <a:cs typeface="Arial"/>
              </a:defRPr>
            </a:lvl1pPr>
            <a:lvl2pPr>
              <a:defRPr sz="2550" b="1">
                <a:solidFill>
                  <a:srgbClr val="CB721F"/>
                </a:solidFill>
                <a:latin typeface="Arial"/>
                <a:ea typeface="Arial"/>
                <a:cs typeface="Arial"/>
              </a:defRPr>
            </a:lvl2pPr>
            <a:lvl3pPr>
              <a:defRPr sz="2550" b="1">
                <a:solidFill>
                  <a:srgbClr val="CB721F"/>
                </a:solidFill>
                <a:latin typeface="Arial"/>
                <a:ea typeface="Arial"/>
                <a:cs typeface="Arial"/>
              </a:defRPr>
            </a:lvl3pPr>
            <a:lvl4pPr>
              <a:defRPr sz="2550" b="1">
                <a:solidFill>
                  <a:srgbClr val="CB721F"/>
                </a:solidFill>
                <a:latin typeface="Arial"/>
                <a:ea typeface="Arial"/>
                <a:cs typeface="Arial"/>
              </a:defRPr>
            </a:lvl4pPr>
            <a:lvl5pPr>
              <a:defRPr sz="2550" b="1">
                <a:solidFill>
                  <a:srgbClr val="CB721F"/>
                </a:solidFill>
                <a:latin typeface="Arial"/>
                <a:ea typeface="Arial"/>
                <a:cs typeface="Arial"/>
              </a:defRPr>
            </a:lvl5pPr>
            <a:lvl6pPr>
              <a:defRPr sz="2550" b="1">
                <a:solidFill>
                  <a:srgbClr val="CB721F"/>
                </a:solidFill>
                <a:latin typeface="Arial"/>
                <a:ea typeface="Arial"/>
                <a:cs typeface="Arial"/>
              </a:defRPr>
            </a:lvl6pPr>
            <a:lvl7pPr>
              <a:defRPr sz="2550" b="1">
                <a:solidFill>
                  <a:srgbClr val="CB721F"/>
                </a:solidFill>
                <a:latin typeface="Arial"/>
                <a:ea typeface="Arial"/>
                <a:cs typeface="Arial"/>
              </a:defRPr>
            </a:lvl7pPr>
            <a:lvl8pPr>
              <a:defRPr sz="2550" b="1">
                <a:solidFill>
                  <a:srgbClr val="CB721F"/>
                </a:solidFill>
                <a:latin typeface="Arial"/>
                <a:ea typeface="Arial"/>
                <a:cs typeface="Arial"/>
              </a:defRPr>
            </a:lvl8pPr>
            <a:lvl9pPr>
              <a:defRPr sz="2550" b="1">
                <a:solidFill>
                  <a:srgbClr val="CB721F"/>
                </a:solidFill>
                <a:latin typeface="Arial"/>
                <a:ea typeface="Arial"/>
                <a:cs typeface="Arial"/>
              </a:defRPr>
            </a:lvl9pPr>
          </a:lstStyle>
          <a:p xmlns:a="http://schemas.openxmlformats.org/drawingml/2006/main">
            <a:pPr>
              <a:defRPr sz="2550" b="1">
                <a:solidFill>
                  <a:srgbClr val="CB721F"/>
                </a:solidFill>
                <a:latin typeface="Arial"/>
                <a:ea typeface="Arial"/>
                <a:cs typeface="Arial"/>
              </a:defRPr>
            </a:pPr>
            <a:r>
              <a:rPr sz="2550" b="1">
                <a:solidFill>
                  <a:srgbClr val="CB721F"/>
                </a:solidFill>
                <a:latin typeface="Arial"/>
                <a:ea typeface="Arial"/>
                <a:cs typeface="Arial"/>
              </a:rPr>
              <a:t>Limitación</a:t>
            </a:r>
          </a:p>
        </p:txBody>
      </p:sp>
      <p:sp>
        <p:nvSpPr>
          <p:cNvPr id="6" name="">
            <a:extLst xmlns:a="http://schemas.openxmlformats.org/drawingml/2006/main">
              <a:ext uri="{FF2B5EF4-FFF2-40B4-BE49-F238E27FC236}">
                <a16:creationId xmlns:a16="http://schemas.microsoft.com/office/drawing/2014/main" id="{2D537AB5-E227-4F8F-87F3-3C7F15E213FC}"/>
              </a:ext>
            </a:extLst>
          </p:cNvPr>
          <p:cNvSpPr>
            <a:spLocks xmlns:a="http://schemas.openxmlformats.org/drawingml/2006/main" noGrp="1"/>
          </p:cNvSpPr>
          <p:nvPr/>
        </p:nvSpPr>
        <p:spPr>
          <a:xfrm xmlns:a="http://schemas.openxmlformats.org/drawingml/2006/main">
            <a:off x="619125" y="38576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6384A"/>
                </a:solidFill>
                <a:latin typeface="Arial"/>
                <a:ea typeface="Arial"/>
                <a:cs typeface="Arial"/>
              </a:defRPr>
            </a:defPPr>
            <a:lvl1pPr>
              <a:defRPr sz="2250" b="0">
                <a:solidFill>
                  <a:srgbClr val="26384A"/>
                </a:solidFill>
                <a:latin typeface="Arial"/>
                <a:ea typeface="Arial"/>
                <a:cs typeface="Arial"/>
              </a:defRPr>
            </a:lvl1pPr>
            <a:lvl2pPr>
              <a:defRPr sz="2250" b="0">
                <a:solidFill>
                  <a:srgbClr val="26384A"/>
                </a:solidFill>
                <a:latin typeface="Arial"/>
                <a:ea typeface="Arial"/>
                <a:cs typeface="Arial"/>
              </a:defRPr>
            </a:lvl2pPr>
            <a:lvl3pPr>
              <a:defRPr sz="2250" b="0">
                <a:solidFill>
                  <a:srgbClr val="26384A"/>
                </a:solidFill>
                <a:latin typeface="Arial"/>
                <a:ea typeface="Arial"/>
                <a:cs typeface="Arial"/>
              </a:defRPr>
            </a:lvl3pPr>
            <a:lvl4pPr>
              <a:defRPr sz="2250" b="0">
                <a:solidFill>
                  <a:srgbClr val="26384A"/>
                </a:solidFill>
                <a:latin typeface="Arial"/>
                <a:ea typeface="Arial"/>
                <a:cs typeface="Arial"/>
              </a:defRPr>
            </a:lvl4pPr>
            <a:lvl5pPr>
              <a:defRPr sz="2250" b="0">
                <a:solidFill>
                  <a:srgbClr val="26384A"/>
                </a:solidFill>
                <a:latin typeface="Arial"/>
                <a:ea typeface="Arial"/>
                <a:cs typeface="Arial"/>
              </a:defRPr>
            </a:lvl5pPr>
            <a:lvl6pPr>
              <a:defRPr sz="2250" b="0">
                <a:solidFill>
                  <a:srgbClr val="26384A"/>
                </a:solidFill>
                <a:latin typeface="Arial"/>
                <a:ea typeface="Arial"/>
                <a:cs typeface="Arial"/>
              </a:defRPr>
            </a:lvl6pPr>
            <a:lvl7pPr>
              <a:defRPr sz="2250" b="0">
                <a:solidFill>
                  <a:srgbClr val="26384A"/>
                </a:solidFill>
                <a:latin typeface="Arial"/>
                <a:ea typeface="Arial"/>
                <a:cs typeface="Arial"/>
              </a:defRPr>
            </a:lvl7pPr>
            <a:lvl8pPr>
              <a:defRPr sz="2250" b="0">
                <a:solidFill>
                  <a:srgbClr val="26384A"/>
                </a:solidFill>
                <a:latin typeface="Arial"/>
                <a:ea typeface="Arial"/>
                <a:cs typeface="Arial"/>
              </a:defRPr>
            </a:lvl8pPr>
            <a:lvl9pPr>
              <a:defRPr sz="2250" b="0">
                <a:solidFill>
                  <a:srgbClr val="26384A"/>
                </a:solidFill>
                <a:latin typeface="Arial"/>
                <a:ea typeface="Arial"/>
                <a:cs typeface="Arial"/>
              </a:defRPr>
            </a:lvl9pPr>
          </a:lstStyle>
          <a:p xmlns:a="http://schemas.openxmlformats.org/drawingml/2006/main">
            <a:pPr>
              <a:defRPr sz="2250" b="0">
                <a:solidFill>
                  <a:srgbClr val="26384A"/>
                </a:solidFill>
                <a:latin typeface="Arial"/>
                <a:ea typeface="Arial"/>
                <a:cs typeface="Arial"/>
              </a:defRPr>
            </a:pPr>
            <a:r>
              <a:rPr sz="2250" b="0">
                <a:solidFill>
                  <a:srgbClr val="26384A"/>
                </a:solidFill>
                <a:latin typeface="Arial"/>
                <a:ea typeface="Arial"/>
                <a:cs typeface="Arial"/>
              </a:rPr>
              <a:t>Sin consumo ni clasificación etaria. Finanzas parciales.</a:t>
            </a:r>
          </a:p>
        </p:txBody>
      </p:sp>
      <p:sp>
        <p:nvSpPr>
          <p:cNvPr id="7" name="">
            <a:extLst xmlns:a="http://schemas.openxmlformats.org/drawingml/2006/main">
              <a:ext uri="{FF2B5EF4-FFF2-40B4-BE49-F238E27FC236}">
                <a16:creationId xmlns:a16="http://schemas.microsoft.com/office/drawing/2014/main" id="{545EB469-16D4-4F14-ABC3-DD92B6669793}"/>
              </a:ext>
            </a:extLst>
          </p:cNvPr>
          <p:cNvSpPr>
            <a:spLocks xmlns:a="http://schemas.openxmlformats.org/drawingml/2006/main" noGrp="1"/>
          </p:cNvSpPr>
          <p:nvPr/>
        </p:nvSpPr>
        <p:spPr>
          <a:xfrm xmlns:a="http://schemas.openxmlformats.org/drawingml/2006/main">
            <a:off x="619125" y="49530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F4E79"/>
                </a:solidFill>
                <a:latin typeface="Arial"/>
                <a:ea typeface="Arial"/>
                <a:cs typeface="Arial"/>
              </a:defRPr>
            </a:defPPr>
            <a:lvl1pPr>
              <a:defRPr sz="2550" b="1">
                <a:solidFill>
                  <a:srgbClr val="1F4E79"/>
                </a:solidFill>
                <a:latin typeface="Arial"/>
                <a:ea typeface="Arial"/>
                <a:cs typeface="Arial"/>
              </a:defRPr>
            </a:lvl1pPr>
            <a:lvl2pPr>
              <a:defRPr sz="2550" b="1">
                <a:solidFill>
                  <a:srgbClr val="1F4E79"/>
                </a:solidFill>
                <a:latin typeface="Arial"/>
                <a:ea typeface="Arial"/>
                <a:cs typeface="Arial"/>
              </a:defRPr>
            </a:lvl2pPr>
            <a:lvl3pPr>
              <a:defRPr sz="2550" b="1">
                <a:solidFill>
                  <a:srgbClr val="1F4E79"/>
                </a:solidFill>
                <a:latin typeface="Arial"/>
                <a:ea typeface="Arial"/>
                <a:cs typeface="Arial"/>
              </a:defRPr>
            </a:lvl3pPr>
            <a:lvl4pPr>
              <a:defRPr sz="2550" b="1">
                <a:solidFill>
                  <a:srgbClr val="1F4E79"/>
                </a:solidFill>
                <a:latin typeface="Arial"/>
                <a:ea typeface="Arial"/>
                <a:cs typeface="Arial"/>
              </a:defRPr>
            </a:lvl4pPr>
            <a:lvl5pPr>
              <a:defRPr sz="2550" b="1">
                <a:solidFill>
                  <a:srgbClr val="1F4E79"/>
                </a:solidFill>
                <a:latin typeface="Arial"/>
                <a:ea typeface="Arial"/>
                <a:cs typeface="Arial"/>
              </a:defRPr>
            </a:lvl5pPr>
            <a:lvl6pPr>
              <a:defRPr sz="2550" b="1">
                <a:solidFill>
                  <a:srgbClr val="1F4E79"/>
                </a:solidFill>
                <a:latin typeface="Arial"/>
                <a:ea typeface="Arial"/>
                <a:cs typeface="Arial"/>
              </a:defRPr>
            </a:lvl6pPr>
            <a:lvl7pPr>
              <a:defRPr sz="2550" b="1">
                <a:solidFill>
                  <a:srgbClr val="1F4E79"/>
                </a:solidFill>
                <a:latin typeface="Arial"/>
                <a:ea typeface="Arial"/>
                <a:cs typeface="Arial"/>
              </a:defRPr>
            </a:lvl7pPr>
            <a:lvl8pPr>
              <a:defRPr sz="2550" b="1">
                <a:solidFill>
                  <a:srgbClr val="1F4E79"/>
                </a:solidFill>
                <a:latin typeface="Arial"/>
                <a:ea typeface="Arial"/>
                <a:cs typeface="Arial"/>
              </a:defRPr>
            </a:lvl8pPr>
            <a:lvl9pPr>
              <a:defRPr sz="2550" b="1">
                <a:solidFill>
                  <a:srgbClr val="1F4E79"/>
                </a:solidFill>
                <a:latin typeface="Arial"/>
                <a:ea typeface="Arial"/>
                <a:cs typeface="Arial"/>
              </a:defRPr>
            </a:lvl9pPr>
          </a:lstStyle>
          <a:p xmlns:a="http://schemas.openxmlformats.org/drawingml/2006/main">
            <a:pPr>
              <a:defRPr sz="2550" b="1">
                <a:solidFill>
                  <a:srgbClr val="1F4E79"/>
                </a:solidFill>
                <a:latin typeface="Arial"/>
                <a:ea typeface="Arial"/>
                <a:cs typeface="Arial"/>
              </a:defRPr>
            </a:pPr>
            <a:r>
              <a:rPr sz="2550" b="1">
                <a:solidFill>
                  <a:srgbClr val="1F4E79"/>
                </a:solidFill>
                <a:latin typeface="Arial"/>
                <a:ea typeface="Arial"/>
                <a:cs typeface="Arial"/>
              </a:rPr>
              <a:t>Mejora prioritaria</a:t>
            </a:r>
          </a:p>
        </p:txBody>
      </p:sp>
      <p:sp>
        <p:nvSpPr>
          <p:cNvPr id="8" name="">
            <a:extLst xmlns:a="http://schemas.openxmlformats.org/drawingml/2006/main">
              <a:ext uri="{FF2B5EF4-FFF2-40B4-BE49-F238E27FC236}">
                <a16:creationId xmlns:a16="http://schemas.microsoft.com/office/drawing/2014/main" id="{A7EB7CDD-9AEC-40BC-9B48-2F5A04C0BAD2}"/>
              </a:ext>
            </a:extLst>
          </p:cNvPr>
          <p:cNvSpPr>
            <a:spLocks xmlns:a="http://schemas.openxmlformats.org/drawingml/2006/main" noGrp="1"/>
          </p:cNvSpPr>
          <p:nvPr/>
        </p:nvSpPr>
        <p:spPr>
          <a:xfrm xmlns:a="http://schemas.openxmlformats.org/drawingml/2006/main">
            <a:off x="619125" y="56197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84A"/>
                </a:solidFill>
                <a:latin typeface="Arial"/>
                <a:ea typeface="Arial"/>
                <a:cs typeface="Arial"/>
              </a:defRPr>
            </a:defPPr>
            <a:lvl1pPr>
              <a:defRPr sz="2175" b="0">
                <a:solidFill>
                  <a:srgbClr val="26384A"/>
                </a:solidFill>
                <a:latin typeface="Arial"/>
                <a:ea typeface="Arial"/>
                <a:cs typeface="Arial"/>
              </a:defRPr>
            </a:lvl1pPr>
            <a:lvl2pPr>
              <a:defRPr sz="2175" b="0">
                <a:solidFill>
                  <a:srgbClr val="26384A"/>
                </a:solidFill>
                <a:latin typeface="Arial"/>
                <a:ea typeface="Arial"/>
                <a:cs typeface="Arial"/>
              </a:defRPr>
            </a:lvl2pPr>
            <a:lvl3pPr>
              <a:defRPr sz="2175" b="0">
                <a:solidFill>
                  <a:srgbClr val="26384A"/>
                </a:solidFill>
                <a:latin typeface="Arial"/>
                <a:ea typeface="Arial"/>
                <a:cs typeface="Arial"/>
              </a:defRPr>
            </a:lvl3pPr>
            <a:lvl4pPr>
              <a:defRPr sz="2175" b="0">
                <a:solidFill>
                  <a:srgbClr val="26384A"/>
                </a:solidFill>
                <a:latin typeface="Arial"/>
                <a:ea typeface="Arial"/>
                <a:cs typeface="Arial"/>
              </a:defRPr>
            </a:lvl4pPr>
            <a:lvl5pPr>
              <a:defRPr sz="2175" b="0">
                <a:solidFill>
                  <a:srgbClr val="26384A"/>
                </a:solidFill>
                <a:latin typeface="Arial"/>
                <a:ea typeface="Arial"/>
                <a:cs typeface="Arial"/>
              </a:defRPr>
            </a:lvl5pPr>
            <a:lvl6pPr>
              <a:defRPr sz="2175" b="0">
                <a:solidFill>
                  <a:srgbClr val="26384A"/>
                </a:solidFill>
                <a:latin typeface="Arial"/>
                <a:ea typeface="Arial"/>
                <a:cs typeface="Arial"/>
              </a:defRPr>
            </a:lvl6pPr>
            <a:lvl7pPr>
              <a:defRPr sz="2175" b="0">
                <a:solidFill>
                  <a:srgbClr val="26384A"/>
                </a:solidFill>
                <a:latin typeface="Arial"/>
                <a:ea typeface="Arial"/>
                <a:cs typeface="Arial"/>
              </a:defRPr>
            </a:lvl7pPr>
            <a:lvl8pPr>
              <a:defRPr sz="2175" b="0">
                <a:solidFill>
                  <a:srgbClr val="26384A"/>
                </a:solidFill>
                <a:latin typeface="Arial"/>
                <a:ea typeface="Arial"/>
                <a:cs typeface="Arial"/>
              </a:defRPr>
            </a:lvl8pPr>
            <a:lvl9pPr>
              <a:defRPr sz="2175" b="0">
                <a:solidFill>
                  <a:srgbClr val="26384A"/>
                </a:solidFill>
                <a:latin typeface="Arial"/>
                <a:ea typeface="Arial"/>
                <a:cs typeface="Arial"/>
              </a:defRPr>
            </a:lvl9pPr>
          </a:lstStyle>
          <a:p xmlns:a="http://schemas.openxmlformats.org/drawingml/2006/main">
            <a:pPr>
              <a:defRPr sz="2175" b="0">
                <a:solidFill>
                  <a:srgbClr val="26384A"/>
                </a:solidFill>
                <a:latin typeface="Arial"/>
                <a:ea typeface="Arial"/>
                <a:cs typeface="Arial"/>
              </a:defRPr>
            </a:pPr>
            <a:r>
              <a:rPr sz="2175" b="0">
                <a:solidFill>
                  <a:srgbClr val="26384A"/>
                </a:solidFill>
                <a:latin typeface="Arial"/>
                <a:ea typeface="Arial"/>
                <a:cs typeface="Arial"/>
              </a:rPr>
              <a:t>Incorporar consumo y licencias, y validar datos extremos.</a:t>
            </a:r>
          </a:p>
        </p:txBody>
      </p:sp>
    </p:spTree>
    <p:extLst>
      <p:ext uri="{BB962C8B-B14F-4D97-AF65-F5344CB8AC3E}">
        <p14:creationId xmlns:p14="http://schemas.microsoft.com/office/powerpoint/2010/main" val="13522269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2CCAAA8-04ED-4733-AD0D-73F48ED60CFB}"/>
              </a:ext>
            </a:extLst>
          </p:cNvPr>
          <p:cNvSpPr>
            <a:spLocks xmlns:a="http://schemas.openxmlformats.org/drawingml/2006/main" noGrp="1"/>
          </p:cNvSpPr>
          <p:nvPr/>
        </p:nvSpPr>
        <p:spPr>
          <a:xfrm xmlns:a="http://schemas.openxmlformats.org/drawingml/2006/main">
            <a:off x="523875" y="304800"/>
            <a:ext cx="1114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F4E79"/>
                </a:solidFill>
                <a:latin typeface="Arial"/>
                <a:ea typeface="Arial"/>
                <a:cs typeface="Arial"/>
              </a:defRPr>
            </a:defPPr>
            <a:lvl1pPr>
              <a:defRPr sz="3000" b="1">
                <a:solidFill>
                  <a:srgbClr val="1F4E79"/>
                </a:solidFill>
                <a:latin typeface="Arial"/>
                <a:ea typeface="Arial"/>
                <a:cs typeface="Arial"/>
              </a:defRPr>
            </a:lvl1pPr>
            <a:lvl2pPr>
              <a:defRPr sz="3000" b="1">
                <a:solidFill>
                  <a:srgbClr val="1F4E79"/>
                </a:solidFill>
                <a:latin typeface="Arial"/>
                <a:ea typeface="Arial"/>
                <a:cs typeface="Arial"/>
              </a:defRPr>
            </a:lvl2pPr>
            <a:lvl3pPr>
              <a:defRPr sz="3000" b="1">
                <a:solidFill>
                  <a:srgbClr val="1F4E79"/>
                </a:solidFill>
                <a:latin typeface="Arial"/>
                <a:ea typeface="Arial"/>
                <a:cs typeface="Arial"/>
              </a:defRPr>
            </a:lvl3pPr>
            <a:lvl4pPr>
              <a:defRPr sz="3000" b="1">
                <a:solidFill>
                  <a:srgbClr val="1F4E79"/>
                </a:solidFill>
                <a:latin typeface="Arial"/>
                <a:ea typeface="Arial"/>
                <a:cs typeface="Arial"/>
              </a:defRPr>
            </a:lvl4pPr>
            <a:lvl5pPr>
              <a:defRPr sz="3000" b="1">
                <a:solidFill>
                  <a:srgbClr val="1F4E79"/>
                </a:solidFill>
                <a:latin typeface="Arial"/>
                <a:ea typeface="Arial"/>
                <a:cs typeface="Arial"/>
              </a:defRPr>
            </a:lvl5pPr>
            <a:lvl6pPr>
              <a:defRPr sz="3000" b="1">
                <a:solidFill>
                  <a:srgbClr val="1F4E79"/>
                </a:solidFill>
                <a:latin typeface="Arial"/>
                <a:ea typeface="Arial"/>
                <a:cs typeface="Arial"/>
              </a:defRPr>
            </a:lvl6pPr>
            <a:lvl7pPr>
              <a:defRPr sz="3000" b="1">
                <a:solidFill>
                  <a:srgbClr val="1F4E79"/>
                </a:solidFill>
                <a:latin typeface="Arial"/>
                <a:ea typeface="Arial"/>
                <a:cs typeface="Arial"/>
              </a:defRPr>
            </a:lvl7pPr>
            <a:lvl8pPr>
              <a:defRPr sz="3000" b="1">
                <a:solidFill>
                  <a:srgbClr val="1F4E79"/>
                </a:solidFill>
                <a:latin typeface="Arial"/>
                <a:ea typeface="Arial"/>
                <a:cs typeface="Arial"/>
              </a:defRPr>
            </a:lvl8pPr>
            <a:lvl9pPr>
              <a:defRPr sz="3000" b="1">
                <a:solidFill>
                  <a:srgbClr val="1F4E79"/>
                </a:solidFill>
                <a:latin typeface="Arial"/>
                <a:ea typeface="Arial"/>
                <a:cs typeface="Arial"/>
              </a:defRPr>
            </a:lvl9pPr>
          </a:lstStyle>
          <a:p xmlns:a="http://schemas.openxmlformats.org/drawingml/2006/main">
            <a:pPr>
              <a:defRPr sz="3000" b="1">
                <a:solidFill>
                  <a:srgbClr val="1F4E79"/>
                </a:solidFill>
                <a:latin typeface="Arial"/>
                <a:ea typeface="Arial"/>
                <a:cs typeface="Arial"/>
              </a:defRPr>
            </a:pPr>
            <a:r>
              <a:rPr sz="3000" b="1">
                <a:solidFill>
                  <a:srgbClr val="1F4E79"/>
                </a:solidFill>
                <a:latin typeface="Arial"/>
                <a:ea typeface="Arial"/>
                <a:cs typeface="Arial"/>
              </a:rPr>
              <a:t>GitHub Flow y pruebas verificables</a:t>
            </a:r>
          </a:p>
        </p:txBody>
      </p:sp>
      <p:sp>
        <p:nvSpPr>
          <p:cNvPr id="2" name="">
            <a:extLst xmlns:a="http://schemas.openxmlformats.org/drawingml/2006/main">
              <a:ext uri="{FF2B5EF4-FFF2-40B4-BE49-F238E27FC236}">
                <a16:creationId xmlns:a16="http://schemas.microsoft.com/office/drawing/2014/main" id="{B10B2BF9-F2F3-4AAE-9861-1D7BB0BB648E}"/>
              </a:ext>
            </a:extLst>
          </p:cNvPr>
          <p:cNvSpPr>
            <a:spLocks xmlns:a="http://schemas.openxmlformats.org/drawingml/2006/main" noGrp="1"/>
          </p:cNvSpPr>
          <p:nvPr/>
        </p:nvSpPr>
        <p:spPr>
          <a:xfrm xmlns:a="http://schemas.openxmlformats.org/drawingml/2006/main">
            <a:off x="11382375"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77A"/>
                </a:solidFill>
                <a:latin typeface="Arial"/>
                <a:ea typeface="Arial"/>
                <a:cs typeface="Arial"/>
              </a:defRPr>
            </a:defPPr>
            <a:lvl1pPr>
              <a:defRPr sz="1200" b="0">
                <a:solidFill>
                  <a:srgbClr val="52677A"/>
                </a:solidFill>
                <a:latin typeface="Arial"/>
                <a:ea typeface="Arial"/>
                <a:cs typeface="Arial"/>
              </a:defRPr>
            </a:lvl1pPr>
            <a:lvl2pPr>
              <a:defRPr sz="1200" b="0">
                <a:solidFill>
                  <a:srgbClr val="52677A"/>
                </a:solidFill>
                <a:latin typeface="Arial"/>
                <a:ea typeface="Arial"/>
                <a:cs typeface="Arial"/>
              </a:defRPr>
            </a:lvl2pPr>
            <a:lvl3pPr>
              <a:defRPr sz="1200" b="0">
                <a:solidFill>
                  <a:srgbClr val="52677A"/>
                </a:solidFill>
                <a:latin typeface="Arial"/>
                <a:ea typeface="Arial"/>
                <a:cs typeface="Arial"/>
              </a:defRPr>
            </a:lvl3pPr>
            <a:lvl4pPr>
              <a:defRPr sz="1200" b="0">
                <a:solidFill>
                  <a:srgbClr val="52677A"/>
                </a:solidFill>
                <a:latin typeface="Arial"/>
                <a:ea typeface="Arial"/>
                <a:cs typeface="Arial"/>
              </a:defRPr>
            </a:lvl4pPr>
            <a:lvl5pPr>
              <a:defRPr sz="1200" b="0">
                <a:solidFill>
                  <a:srgbClr val="52677A"/>
                </a:solidFill>
                <a:latin typeface="Arial"/>
                <a:ea typeface="Arial"/>
                <a:cs typeface="Arial"/>
              </a:defRPr>
            </a:lvl5pPr>
            <a:lvl6pPr>
              <a:defRPr sz="1200" b="0">
                <a:solidFill>
                  <a:srgbClr val="52677A"/>
                </a:solidFill>
                <a:latin typeface="Arial"/>
                <a:ea typeface="Arial"/>
                <a:cs typeface="Arial"/>
              </a:defRPr>
            </a:lvl6pPr>
            <a:lvl7pPr>
              <a:defRPr sz="1200" b="0">
                <a:solidFill>
                  <a:srgbClr val="52677A"/>
                </a:solidFill>
                <a:latin typeface="Arial"/>
                <a:ea typeface="Arial"/>
                <a:cs typeface="Arial"/>
              </a:defRPr>
            </a:lvl7pPr>
            <a:lvl8pPr>
              <a:defRPr sz="1200" b="0">
                <a:solidFill>
                  <a:srgbClr val="52677A"/>
                </a:solidFill>
                <a:latin typeface="Arial"/>
                <a:ea typeface="Arial"/>
                <a:cs typeface="Arial"/>
              </a:defRPr>
            </a:lvl8pPr>
            <a:lvl9pPr>
              <a:defRPr sz="1200" b="0">
                <a:solidFill>
                  <a:srgbClr val="52677A"/>
                </a:solidFill>
                <a:latin typeface="Arial"/>
                <a:ea typeface="Arial"/>
                <a:cs typeface="Arial"/>
              </a:defRPr>
            </a:lvl9pPr>
          </a:lstStyle>
          <a:p xmlns:a="http://schemas.openxmlformats.org/drawingml/2006/main">
            <a:pPr>
              <a:defRPr sz="1200" b="0">
                <a:solidFill>
                  <a:srgbClr val="52677A"/>
                </a:solidFill>
                <a:latin typeface="Arial"/>
                <a:ea typeface="Arial"/>
                <a:cs typeface="Arial"/>
              </a:defRPr>
            </a:pPr>
            <a:r>
              <a:rPr sz="1200" b="0">
                <a:solidFill>
                  <a:srgbClr val="52677A"/>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315EDE8A-873B-437B-A8A9-3A2BE7A38609}"/>
              </a:ext>
            </a:extLst>
          </p:cNvPr>
          <p:cNvSpPr>
            <a:spLocks xmlns:a="http://schemas.openxmlformats.org/drawingml/2006/main" noGrp="1"/>
          </p:cNvSpPr>
          <p:nvPr/>
        </p:nvSpPr>
        <p:spPr>
          <a:xfrm xmlns:a="http://schemas.openxmlformats.org/drawingml/2006/main">
            <a:off x="619125" y="15240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F4E79"/>
                </a:solidFill>
                <a:latin typeface="Arial"/>
                <a:ea typeface="Arial"/>
                <a:cs typeface="Arial"/>
              </a:defRPr>
            </a:defPPr>
            <a:lvl1pPr>
              <a:defRPr sz="2475" b="1">
                <a:solidFill>
                  <a:srgbClr val="1F4E79"/>
                </a:solidFill>
                <a:latin typeface="Arial"/>
                <a:ea typeface="Arial"/>
                <a:cs typeface="Arial"/>
              </a:defRPr>
            </a:lvl1pPr>
            <a:lvl2pPr>
              <a:defRPr sz="2475" b="1">
                <a:solidFill>
                  <a:srgbClr val="1F4E79"/>
                </a:solidFill>
                <a:latin typeface="Arial"/>
                <a:ea typeface="Arial"/>
                <a:cs typeface="Arial"/>
              </a:defRPr>
            </a:lvl2pPr>
            <a:lvl3pPr>
              <a:defRPr sz="2475" b="1">
                <a:solidFill>
                  <a:srgbClr val="1F4E79"/>
                </a:solidFill>
                <a:latin typeface="Arial"/>
                <a:ea typeface="Arial"/>
                <a:cs typeface="Arial"/>
              </a:defRPr>
            </a:lvl3pPr>
            <a:lvl4pPr>
              <a:defRPr sz="2475" b="1">
                <a:solidFill>
                  <a:srgbClr val="1F4E79"/>
                </a:solidFill>
                <a:latin typeface="Arial"/>
                <a:ea typeface="Arial"/>
                <a:cs typeface="Arial"/>
              </a:defRPr>
            </a:lvl4pPr>
            <a:lvl5pPr>
              <a:defRPr sz="2475" b="1">
                <a:solidFill>
                  <a:srgbClr val="1F4E79"/>
                </a:solidFill>
                <a:latin typeface="Arial"/>
                <a:ea typeface="Arial"/>
                <a:cs typeface="Arial"/>
              </a:defRPr>
            </a:lvl5pPr>
            <a:lvl6pPr>
              <a:defRPr sz="2475" b="1">
                <a:solidFill>
                  <a:srgbClr val="1F4E79"/>
                </a:solidFill>
                <a:latin typeface="Arial"/>
                <a:ea typeface="Arial"/>
                <a:cs typeface="Arial"/>
              </a:defRPr>
            </a:lvl6pPr>
            <a:lvl7pPr>
              <a:defRPr sz="2475" b="1">
                <a:solidFill>
                  <a:srgbClr val="1F4E79"/>
                </a:solidFill>
                <a:latin typeface="Arial"/>
                <a:ea typeface="Arial"/>
                <a:cs typeface="Arial"/>
              </a:defRPr>
            </a:lvl7pPr>
            <a:lvl8pPr>
              <a:defRPr sz="2475" b="1">
                <a:solidFill>
                  <a:srgbClr val="1F4E79"/>
                </a:solidFill>
                <a:latin typeface="Arial"/>
                <a:ea typeface="Arial"/>
                <a:cs typeface="Arial"/>
              </a:defRPr>
            </a:lvl8pPr>
            <a:lvl9pPr>
              <a:defRPr sz="2475" b="1">
                <a:solidFill>
                  <a:srgbClr val="1F4E79"/>
                </a:solidFill>
                <a:latin typeface="Arial"/>
                <a:ea typeface="Arial"/>
                <a:cs typeface="Arial"/>
              </a:defRPr>
            </a:lvl9pPr>
          </a:lstStyle>
          <a:p xmlns:a="http://schemas.openxmlformats.org/drawingml/2006/main">
            <a:pPr>
              <a:defRPr sz="2475" b="1">
                <a:solidFill>
                  <a:srgbClr val="1F4E79"/>
                </a:solidFill>
                <a:latin typeface="Arial"/>
                <a:ea typeface="Arial"/>
                <a:cs typeface="Arial"/>
              </a:defRPr>
            </a:pPr>
            <a:r>
              <a:rPr sz="2475" b="1">
                <a:solidFill>
                  <a:srgbClr val="1F4E79"/>
                </a:solidFill>
                <a:latin typeface="Arial"/>
                <a:ea typeface="Arial"/>
                <a:cs typeface="Arial"/>
              </a:rPr>
              <a:t>Rama: correccion/kpis-evidencias-defensa</a:t>
            </a:r>
          </a:p>
        </p:txBody>
      </p:sp>
      <p:sp>
        <p:nvSpPr>
          <p:cNvPr id="4" name="">
            <a:extLst xmlns:a="http://schemas.openxmlformats.org/drawingml/2006/main">
              <a:ext uri="{FF2B5EF4-FFF2-40B4-BE49-F238E27FC236}">
                <a16:creationId xmlns:a16="http://schemas.microsoft.com/office/drawing/2014/main" id="{1FC34A05-D819-4B2D-82F5-9DE760F562BA}"/>
              </a:ext>
            </a:extLst>
          </p:cNvPr>
          <p:cNvSpPr>
            <a:spLocks xmlns:a="http://schemas.openxmlformats.org/drawingml/2006/main" noGrp="1"/>
          </p:cNvSpPr>
          <p:nvPr/>
        </p:nvSpPr>
        <p:spPr>
          <a:xfrm xmlns:a="http://schemas.openxmlformats.org/drawingml/2006/main">
            <a:off x="619125" y="2667000"/>
            <a:ext cx="1085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26384A"/>
                </a:solidFill>
                <a:latin typeface="Arial"/>
                <a:ea typeface="Arial"/>
                <a:cs typeface="Arial"/>
              </a:defRPr>
            </a:defPPr>
            <a:lvl1pPr>
              <a:defRPr sz="2475" b="0">
                <a:solidFill>
                  <a:srgbClr val="26384A"/>
                </a:solidFill>
                <a:latin typeface="Arial"/>
                <a:ea typeface="Arial"/>
                <a:cs typeface="Arial"/>
              </a:defRPr>
            </a:lvl1pPr>
            <a:lvl2pPr>
              <a:defRPr sz="2475" b="0">
                <a:solidFill>
                  <a:srgbClr val="26384A"/>
                </a:solidFill>
                <a:latin typeface="Arial"/>
                <a:ea typeface="Arial"/>
                <a:cs typeface="Arial"/>
              </a:defRPr>
            </a:lvl2pPr>
            <a:lvl3pPr>
              <a:defRPr sz="2475" b="0">
                <a:solidFill>
                  <a:srgbClr val="26384A"/>
                </a:solidFill>
                <a:latin typeface="Arial"/>
                <a:ea typeface="Arial"/>
                <a:cs typeface="Arial"/>
              </a:defRPr>
            </a:lvl3pPr>
            <a:lvl4pPr>
              <a:defRPr sz="2475" b="0">
                <a:solidFill>
                  <a:srgbClr val="26384A"/>
                </a:solidFill>
                <a:latin typeface="Arial"/>
                <a:ea typeface="Arial"/>
                <a:cs typeface="Arial"/>
              </a:defRPr>
            </a:lvl4pPr>
            <a:lvl5pPr>
              <a:defRPr sz="2475" b="0">
                <a:solidFill>
                  <a:srgbClr val="26384A"/>
                </a:solidFill>
                <a:latin typeface="Arial"/>
                <a:ea typeface="Arial"/>
                <a:cs typeface="Arial"/>
              </a:defRPr>
            </a:lvl5pPr>
            <a:lvl6pPr>
              <a:defRPr sz="2475" b="0">
                <a:solidFill>
                  <a:srgbClr val="26384A"/>
                </a:solidFill>
                <a:latin typeface="Arial"/>
                <a:ea typeface="Arial"/>
                <a:cs typeface="Arial"/>
              </a:defRPr>
            </a:lvl6pPr>
            <a:lvl7pPr>
              <a:defRPr sz="2475" b="0">
                <a:solidFill>
                  <a:srgbClr val="26384A"/>
                </a:solidFill>
                <a:latin typeface="Arial"/>
                <a:ea typeface="Arial"/>
                <a:cs typeface="Arial"/>
              </a:defRPr>
            </a:lvl7pPr>
            <a:lvl8pPr>
              <a:defRPr sz="2475" b="0">
                <a:solidFill>
                  <a:srgbClr val="26384A"/>
                </a:solidFill>
                <a:latin typeface="Arial"/>
                <a:ea typeface="Arial"/>
                <a:cs typeface="Arial"/>
              </a:defRPr>
            </a:lvl8pPr>
            <a:lvl9pPr>
              <a:defRPr sz="2475" b="0">
                <a:solidFill>
                  <a:srgbClr val="26384A"/>
                </a:solidFill>
                <a:latin typeface="Arial"/>
                <a:ea typeface="Arial"/>
                <a:cs typeface="Arial"/>
              </a:defRPr>
            </a:lvl9pPr>
          </a:lstStyle>
          <a:p xmlns:a="http://schemas.openxmlformats.org/drawingml/2006/main">
            <a:pPr>
              <a:defRPr sz="2475" b="0">
                <a:solidFill>
                  <a:srgbClr val="26384A"/>
                </a:solidFill>
                <a:latin typeface="Arial"/>
                <a:ea typeface="Arial"/>
                <a:cs typeface="Arial"/>
              </a:defRPr>
            </a:pPr>
            <a:r>
              <a:rPr sz="2475" b="0">
                <a:solidFill>
                  <a:srgbClr val="26384A"/>
                </a:solidFill>
                <a:latin typeface="Arial"/>
                <a:ea typeface="Arial"/>
                <a:cs typeface="Arial"/>
              </a:rPr>
              <a:t>14 pruebas automáticas aprobadas</a:t>
            </a:r>
          </a:p>
          <a:p xmlns:a="http://schemas.openxmlformats.org/drawingml/2006/main">
            <a:pPr>
              <a:defRPr sz="2475" b="0">
                <a:solidFill>
                  <a:srgbClr val="26384A"/>
                </a:solidFill>
                <a:latin typeface="Arial"/>
                <a:ea typeface="Arial"/>
                <a:cs typeface="Arial"/>
              </a:defRPr>
            </a:pPr>
            <a:r>
              <a:rPr sz="2475" b="0">
                <a:solidFill>
                  <a:srgbClr val="26384A"/>
                </a:solidFill>
                <a:latin typeface="Arial"/>
                <a:ea typeface="Arial"/>
                <a:cs typeface="Arial"/>
              </a:rPr>
              <a:t>52 consultas DAX correctas</a:t>
            </a:r>
          </a:p>
          <a:p xmlns:a="http://schemas.openxmlformats.org/drawingml/2006/main">
            <a:pPr>
              <a:defRPr sz="2475" b="0">
                <a:solidFill>
                  <a:srgbClr val="26384A"/>
                </a:solidFill>
                <a:latin typeface="Arial"/>
                <a:ea typeface="Arial"/>
                <a:cs typeface="Arial"/>
              </a:defRPr>
            </a:pPr>
            <a:r>
              <a:rPr sz="2475" b="0">
                <a:solidFill>
                  <a:srgbClr val="26384A"/>
                </a:solidFill>
                <a:latin typeface="Arial"/>
                <a:ea typeface="Arial"/>
                <a:cs typeface="Arial"/>
              </a:rPr>
              <a:t>11 indicadores coinciden entre Python y Power BI</a:t>
            </a:r>
          </a:p>
        </p:txBody>
      </p:sp>
      <p:sp>
        <p:nvSpPr>
          <p:cNvPr id="5" name="">
            <a:extLst xmlns:a="http://schemas.openxmlformats.org/drawingml/2006/main">
              <a:ext uri="{FF2B5EF4-FFF2-40B4-BE49-F238E27FC236}">
                <a16:creationId xmlns:a16="http://schemas.microsoft.com/office/drawing/2014/main" id="{EC203252-C9CC-419E-B5E1-006C16E4E126}"/>
              </a:ext>
            </a:extLst>
          </p:cNvPr>
          <p:cNvSpPr>
            <a:spLocks xmlns:a="http://schemas.openxmlformats.org/drawingml/2006/main" noGrp="1"/>
          </p:cNvSpPr>
          <p:nvPr/>
        </p:nvSpPr>
        <p:spPr>
          <a:xfrm xmlns:a="http://schemas.openxmlformats.org/drawingml/2006/main">
            <a:off x="619125" y="50482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CB721F"/>
                </a:solidFill>
                <a:latin typeface="Arial"/>
                <a:ea typeface="Arial"/>
                <a:cs typeface="Arial"/>
              </a:defRPr>
            </a:defPPr>
            <a:lvl1pPr>
              <a:defRPr sz="2175" b="1">
                <a:solidFill>
                  <a:srgbClr val="CB721F"/>
                </a:solidFill>
                <a:latin typeface="Arial"/>
                <a:ea typeface="Arial"/>
                <a:cs typeface="Arial"/>
              </a:defRPr>
            </a:lvl1pPr>
            <a:lvl2pPr>
              <a:defRPr sz="2175" b="1">
                <a:solidFill>
                  <a:srgbClr val="CB721F"/>
                </a:solidFill>
                <a:latin typeface="Arial"/>
                <a:ea typeface="Arial"/>
                <a:cs typeface="Arial"/>
              </a:defRPr>
            </a:lvl2pPr>
            <a:lvl3pPr>
              <a:defRPr sz="2175" b="1">
                <a:solidFill>
                  <a:srgbClr val="CB721F"/>
                </a:solidFill>
                <a:latin typeface="Arial"/>
                <a:ea typeface="Arial"/>
                <a:cs typeface="Arial"/>
              </a:defRPr>
            </a:lvl3pPr>
            <a:lvl4pPr>
              <a:defRPr sz="2175" b="1">
                <a:solidFill>
                  <a:srgbClr val="CB721F"/>
                </a:solidFill>
                <a:latin typeface="Arial"/>
                <a:ea typeface="Arial"/>
                <a:cs typeface="Arial"/>
              </a:defRPr>
            </a:lvl4pPr>
            <a:lvl5pPr>
              <a:defRPr sz="2175" b="1">
                <a:solidFill>
                  <a:srgbClr val="CB721F"/>
                </a:solidFill>
                <a:latin typeface="Arial"/>
                <a:ea typeface="Arial"/>
                <a:cs typeface="Arial"/>
              </a:defRPr>
            </a:lvl5pPr>
            <a:lvl6pPr>
              <a:defRPr sz="2175" b="1">
                <a:solidFill>
                  <a:srgbClr val="CB721F"/>
                </a:solidFill>
                <a:latin typeface="Arial"/>
                <a:ea typeface="Arial"/>
                <a:cs typeface="Arial"/>
              </a:defRPr>
            </a:lvl6pPr>
            <a:lvl7pPr>
              <a:defRPr sz="2175" b="1">
                <a:solidFill>
                  <a:srgbClr val="CB721F"/>
                </a:solidFill>
                <a:latin typeface="Arial"/>
                <a:ea typeface="Arial"/>
                <a:cs typeface="Arial"/>
              </a:defRPr>
            </a:lvl7pPr>
            <a:lvl8pPr>
              <a:defRPr sz="2175" b="1">
                <a:solidFill>
                  <a:srgbClr val="CB721F"/>
                </a:solidFill>
                <a:latin typeface="Arial"/>
                <a:ea typeface="Arial"/>
                <a:cs typeface="Arial"/>
              </a:defRPr>
            </a:lvl8pPr>
            <a:lvl9pPr>
              <a:defRPr sz="2175" b="1">
                <a:solidFill>
                  <a:srgbClr val="CB721F"/>
                </a:solidFill>
                <a:latin typeface="Arial"/>
                <a:ea typeface="Arial"/>
                <a:cs typeface="Arial"/>
              </a:defRPr>
            </a:lvl9pPr>
          </a:lstStyle>
          <a:p xmlns:a="http://schemas.openxmlformats.org/drawingml/2006/main">
            <a:pPr>
              <a:defRPr sz="2175" b="1">
                <a:solidFill>
                  <a:srgbClr val="CB721F"/>
                </a:solidFill>
                <a:latin typeface="Arial"/>
                <a:ea typeface="Arial"/>
                <a:cs typeface="Arial"/>
              </a:defRPr>
            </a:pPr>
            <a:r>
              <a:rPr sz="2175" b="1">
                <a:solidFill>
                  <a:srgbClr val="CB721F"/>
                </a:solidFill>
                <a:latin typeface="Arial"/>
                <a:ea typeface="Arial"/>
                <a:cs typeface="Arial"/>
              </a:rPr>
              <a:t>PR #1 y #2 integradas. La nueva corrección va en otra PR.</a:t>
            </a:r>
          </a:p>
        </p:txBody>
      </p:sp>
      <p:sp>
        <p:nvSpPr>
          <p:cNvPr id="6" name="">
            <a:extLst xmlns:a="http://schemas.openxmlformats.org/drawingml/2006/main">
              <a:ext uri="{FF2B5EF4-FFF2-40B4-BE49-F238E27FC236}">
                <a16:creationId xmlns:a16="http://schemas.microsoft.com/office/drawing/2014/main" id="{31BEE4BD-F9B8-4F50-82CC-226E40A61967}"/>
              </a:ext>
            </a:extLst>
          </p:cNvPr>
          <p:cNvSpPr>
            <a:spLocks xmlns:a="http://schemas.openxmlformats.org/drawingml/2006/main" noGrp="1"/>
          </p:cNvSpPr>
          <p:nvPr/>
        </p:nvSpPr>
        <p:spPr>
          <a:xfrm xmlns:a="http://schemas.openxmlformats.org/drawingml/2006/main">
            <a:off x="619125" y="59531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77A"/>
                </a:solidFill>
                <a:latin typeface="Arial"/>
                <a:ea typeface="Arial"/>
                <a:cs typeface="Arial"/>
              </a:defRPr>
            </a:defPPr>
            <a:lvl1pPr>
              <a:defRPr sz="1875" b="0">
                <a:solidFill>
                  <a:srgbClr val="52677A"/>
                </a:solidFill>
                <a:latin typeface="Arial"/>
                <a:ea typeface="Arial"/>
                <a:cs typeface="Arial"/>
              </a:defRPr>
            </a:lvl1pPr>
            <a:lvl2pPr>
              <a:defRPr sz="1875" b="0">
                <a:solidFill>
                  <a:srgbClr val="52677A"/>
                </a:solidFill>
                <a:latin typeface="Arial"/>
                <a:ea typeface="Arial"/>
                <a:cs typeface="Arial"/>
              </a:defRPr>
            </a:lvl2pPr>
            <a:lvl3pPr>
              <a:defRPr sz="1875" b="0">
                <a:solidFill>
                  <a:srgbClr val="52677A"/>
                </a:solidFill>
                <a:latin typeface="Arial"/>
                <a:ea typeface="Arial"/>
                <a:cs typeface="Arial"/>
              </a:defRPr>
            </a:lvl3pPr>
            <a:lvl4pPr>
              <a:defRPr sz="1875" b="0">
                <a:solidFill>
                  <a:srgbClr val="52677A"/>
                </a:solidFill>
                <a:latin typeface="Arial"/>
                <a:ea typeface="Arial"/>
                <a:cs typeface="Arial"/>
              </a:defRPr>
            </a:lvl4pPr>
            <a:lvl5pPr>
              <a:defRPr sz="1875" b="0">
                <a:solidFill>
                  <a:srgbClr val="52677A"/>
                </a:solidFill>
                <a:latin typeface="Arial"/>
                <a:ea typeface="Arial"/>
                <a:cs typeface="Arial"/>
              </a:defRPr>
            </a:lvl5pPr>
            <a:lvl6pPr>
              <a:defRPr sz="1875" b="0">
                <a:solidFill>
                  <a:srgbClr val="52677A"/>
                </a:solidFill>
                <a:latin typeface="Arial"/>
                <a:ea typeface="Arial"/>
                <a:cs typeface="Arial"/>
              </a:defRPr>
            </a:lvl6pPr>
            <a:lvl7pPr>
              <a:defRPr sz="1875" b="0">
                <a:solidFill>
                  <a:srgbClr val="52677A"/>
                </a:solidFill>
                <a:latin typeface="Arial"/>
                <a:ea typeface="Arial"/>
                <a:cs typeface="Arial"/>
              </a:defRPr>
            </a:lvl7pPr>
            <a:lvl8pPr>
              <a:defRPr sz="1875" b="0">
                <a:solidFill>
                  <a:srgbClr val="52677A"/>
                </a:solidFill>
                <a:latin typeface="Arial"/>
                <a:ea typeface="Arial"/>
                <a:cs typeface="Arial"/>
              </a:defRPr>
            </a:lvl8pPr>
            <a:lvl9pPr>
              <a:defRPr sz="1875" b="0">
                <a:solidFill>
                  <a:srgbClr val="52677A"/>
                </a:solidFill>
                <a:latin typeface="Arial"/>
                <a:ea typeface="Arial"/>
                <a:cs typeface="Arial"/>
              </a:defRPr>
            </a:lvl9pPr>
          </a:lstStyle>
          <a:p xmlns:a="http://schemas.openxmlformats.org/drawingml/2006/main">
            <a:pPr>
              <a:defRPr sz="1875" b="0">
                <a:solidFill>
                  <a:srgbClr val="52677A"/>
                </a:solidFill>
                <a:latin typeface="Arial"/>
                <a:ea typeface="Arial"/>
                <a:cs typeface="Arial"/>
              </a:defRPr>
            </a:pPr>
            <a:r>
              <a:rPr sz="1875" b="0">
                <a:solidFill>
                  <a:srgbClr val="52677A"/>
                </a:solidFill>
                <a:latin typeface="Arial"/>
                <a:ea typeface="Arial"/>
                <a:cs typeface="Arial"/>
              </a:rPr>
              <a:t>PR #3: github.com/vicezepeda/STREAMVIEW-ANALYTICS/pull/3</a:t>
            </a:r>
          </a:p>
        </p:txBody>
      </p:sp>
    </p:spTree>
    <p:extLst>
      <p:ext uri="{BB962C8B-B14F-4D97-AF65-F5344CB8AC3E}">
        <p14:creationId xmlns:p14="http://schemas.microsoft.com/office/powerpoint/2010/main" val="200620784"/>
      </p:ext>
    </p:extLst>
  </p:cSld>
</p:sld>
</file>

<file path=ppt/slides/slide15.xml><?xml version="1.0" encoding="utf-8"?>
<p:sld xmlns:p="http://schemas.openxmlformats.org/presentationml/2006/main">
  <p:cSld>
    <p:bg>
      <p:bgPr>
        <a:solidFill xmlns:a="http://schemas.openxmlformats.org/drawingml/2006/main">
          <a:srgbClr val="102B4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58A763D-3F4C-4237-8181-AD4E1AD0AD80}"/>
              </a:ext>
            </a:extLst>
          </p:cNvPr>
          <p:cNvSpPr>
            <a:spLocks xmlns:a="http://schemas.openxmlformats.org/drawingml/2006/main" noGrp="1"/>
          </p:cNvSpPr>
          <p:nvPr/>
        </p:nvSpPr>
        <p:spPr>
          <a:xfrm xmlns:a="http://schemas.openxmlformats.org/drawingml/2006/main">
            <a:off x="523875" y="304800"/>
            <a:ext cx="1114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FFFFFF"/>
                </a:solidFill>
                <a:latin typeface="Arial"/>
                <a:ea typeface="Arial"/>
                <a:cs typeface="Arial"/>
              </a:defRPr>
            </a:defPPr>
            <a:lvl1pPr>
              <a:defRPr sz="3000" b="1">
                <a:solidFill>
                  <a:srgbClr val="FFFFFF"/>
                </a:solidFill>
                <a:latin typeface="Arial"/>
                <a:ea typeface="Arial"/>
                <a:cs typeface="Arial"/>
              </a:defRPr>
            </a:lvl1pPr>
            <a:lvl2pPr>
              <a:defRPr sz="3000" b="1">
                <a:solidFill>
                  <a:srgbClr val="FFFFFF"/>
                </a:solidFill>
                <a:latin typeface="Arial"/>
                <a:ea typeface="Arial"/>
                <a:cs typeface="Arial"/>
              </a:defRPr>
            </a:lvl2pPr>
            <a:lvl3pPr>
              <a:defRPr sz="3000" b="1">
                <a:solidFill>
                  <a:srgbClr val="FFFFFF"/>
                </a:solidFill>
                <a:latin typeface="Arial"/>
                <a:ea typeface="Arial"/>
                <a:cs typeface="Arial"/>
              </a:defRPr>
            </a:lvl3pPr>
            <a:lvl4pPr>
              <a:defRPr sz="3000" b="1">
                <a:solidFill>
                  <a:srgbClr val="FFFFFF"/>
                </a:solidFill>
                <a:latin typeface="Arial"/>
                <a:ea typeface="Arial"/>
                <a:cs typeface="Arial"/>
              </a:defRPr>
            </a:lvl4pPr>
            <a:lvl5pPr>
              <a:defRPr sz="3000" b="1">
                <a:solidFill>
                  <a:srgbClr val="FFFFFF"/>
                </a:solidFill>
                <a:latin typeface="Arial"/>
                <a:ea typeface="Arial"/>
                <a:cs typeface="Arial"/>
              </a:defRPr>
            </a:lvl5pPr>
            <a:lvl6pPr>
              <a:defRPr sz="3000" b="1">
                <a:solidFill>
                  <a:srgbClr val="FFFFFF"/>
                </a:solidFill>
                <a:latin typeface="Arial"/>
                <a:ea typeface="Arial"/>
                <a:cs typeface="Arial"/>
              </a:defRPr>
            </a:lvl6pPr>
            <a:lvl7pPr>
              <a:defRPr sz="3000" b="1">
                <a:solidFill>
                  <a:srgbClr val="FFFFFF"/>
                </a:solidFill>
                <a:latin typeface="Arial"/>
                <a:ea typeface="Arial"/>
                <a:cs typeface="Arial"/>
              </a:defRPr>
            </a:lvl7pPr>
            <a:lvl8pPr>
              <a:defRPr sz="3000" b="1">
                <a:solidFill>
                  <a:srgbClr val="FFFFFF"/>
                </a:solidFill>
                <a:latin typeface="Arial"/>
                <a:ea typeface="Arial"/>
                <a:cs typeface="Arial"/>
              </a:defRPr>
            </a:lvl8pPr>
            <a:lvl9pPr>
              <a:defRPr sz="3000" b="1">
                <a:solidFill>
                  <a:srgbClr val="FFFFFF"/>
                </a:solidFill>
                <a:latin typeface="Arial"/>
                <a:ea typeface="Arial"/>
                <a:cs typeface="Arial"/>
              </a:defRPr>
            </a:lvl9pPr>
          </a:lstStyle>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Conclusiones para Contenidos y Dirección</a:t>
            </a:r>
          </a:p>
        </p:txBody>
      </p:sp>
      <p:sp>
        <p:nvSpPr>
          <p:cNvPr id="2" name="">
            <a:extLst xmlns:a="http://schemas.openxmlformats.org/drawingml/2006/main">
              <a:ext uri="{FF2B5EF4-FFF2-40B4-BE49-F238E27FC236}">
                <a16:creationId xmlns:a16="http://schemas.microsoft.com/office/drawing/2014/main" id="{CCA3D05E-4C5B-414C-A2AC-862098DAC5BC}"/>
              </a:ext>
            </a:extLst>
          </p:cNvPr>
          <p:cNvSpPr>
            <a:spLocks xmlns:a="http://schemas.openxmlformats.org/drawingml/2006/main" noGrp="1"/>
          </p:cNvSpPr>
          <p:nvPr/>
        </p:nvSpPr>
        <p:spPr>
          <a:xfrm xmlns:a="http://schemas.openxmlformats.org/drawingml/2006/main">
            <a:off x="11382375"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C8DAE8"/>
                </a:solidFill>
                <a:latin typeface="Arial"/>
                <a:ea typeface="Arial"/>
                <a:cs typeface="Arial"/>
              </a:defRPr>
            </a:defPPr>
            <a:lvl1pPr>
              <a:defRPr sz="1200" b="0">
                <a:solidFill>
                  <a:srgbClr val="C8DAE8"/>
                </a:solidFill>
                <a:latin typeface="Arial"/>
                <a:ea typeface="Arial"/>
                <a:cs typeface="Arial"/>
              </a:defRPr>
            </a:lvl1pPr>
            <a:lvl2pPr>
              <a:defRPr sz="1200" b="0">
                <a:solidFill>
                  <a:srgbClr val="C8DAE8"/>
                </a:solidFill>
                <a:latin typeface="Arial"/>
                <a:ea typeface="Arial"/>
                <a:cs typeface="Arial"/>
              </a:defRPr>
            </a:lvl2pPr>
            <a:lvl3pPr>
              <a:defRPr sz="1200" b="0">
                <a:solidFill>
                  <a:srgbClr val="C8DAE8"/>
                </a:solidFill>
                <a:latin typeface="Arial"/>
                <a:ea typeface="Arial"/>
                <a:cs typeface="Arial"/>
              </a:defRPr>
            </a:lvl3pPr>
            <a:lvl4pPr>
              <a:defRPr sz="1200" b="0">
                <a:solidFill>
                  <a:srgbClr val="C8DAE8"/>
                </a:solidFill>
                <a:latin typeface="Arial"/>
                <a:ea typeface="Arial"/>
                <a:cs typeface="Arial"/>
              </a:defRPr>
            </a:lvl4pPr>
            <a:lvl5pPr>
              <a:defRPr sz="1200" b="0">
                <a:solidFill>
                  <a:srgbClr val="C8DAE8"/>
                </a:solidFill>
                <a:latin typeface="Arial"/>
                <a:ea typeface="Arial"/>
                <a:cs typeface="Arial"/>
              </a:defRPr>
            </a:lvl5pPr>
            <a:lvl6pPr>
              <a:defRPr sz="1200" b="0">
                <a:solidFill>
                  <a:srgbClr val="C8DAE8"/>
                </a:solidFill>
                <a:latin typeface="Arial"/>
                <a:ea typeface="Arial"/>
                <a:cs typeface="Arial"/>
              </a:defRPr>
            </a:lvl6pPr>
            <a:lvl7pPr>
              <a:defRPr sz="1200" b="0">
                <a:solidFill>
                  <a:srgbClr val="C8DAE8"/>
                </a:solidFill>
                <a:latin typeface="Arial"/>
                <a:ea typeface="Arial"/>
                <a:cs typeface="Arial"/>
              </a:defRPr>
            </a:lvl7pPr>
            <a:lvl8pPr>
              <a:defRPr sz="1200" b="0">
                <a:solidFill>
                  <a:srgbClr val="C8DAE8"/>
                </a:solidFill>
                <a:latin typeface="Arial"/>
                <a:ea typeface="Arial"/>
                <a:cs typeface="Arial"/>
              </a:defRPr>
            </a:lvl8pPr>
            <a:lvl9pPr>
              <a:defRPr sz="1200" b="0">
                <a:solidFill>
                  <a:srgbClr val="C8DAE8"/>
                </a:solidFill>
                <a:latin typeface="Arial"/>
                <a:ea typeface="Arial"/>
                <a:cs typeface="Arial"/>
              </a:defRPr>
            </a:lvl9pPr>
          </a:lstStyle>
          <a:p xmlns:a="http://schemas.openxmlformats.org/drawingml/2006/main">
            <a:pPr>
              <a:defRPr sz="1200" b="0">
                <a:solidFill>
                  <a:srgbClr val="C8DAE8"/>
                </a:solidFill>
                <a:latin typeface="Arial"/>
                <a:ea typeface="Arial"/>
                <a:cs typeface="Arial"/>
              </a:defRPr>
            </a:pPr>
            <a:r>
              <a:rPr sz="1200" b="0">
                <a:solidFill>
                  <a:srgbClr val="C8DAE8"/>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85F9CC65-2016-4106-B862-CF5026464F28}"/>
              </a:ext>
            </a:extLst>
          </p:cNvPr>
          <p:cNvSpPr>
            <a:spLocks xmlns:a="http://schemas.openxmlformats.org/drawingml/2006/main" noGrp="1"/>
          </p:cNvSpPr>
          <p:nvPr/>
        </p:nvSpPr>
        <p:spPr>
          <a:xfrm xmlns:a="http://schemas.openxmlformats.org/drawingml/2006/main">
            <a:off x="619125" y="1857375"/>
            <a:ext cx="1085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Evaluar candidatos con evidencia comparable</a:t>
            </a:r>
          </a:p>
        </p:txBody>
      </p:sp>
      <p:sp>
        <p:nvSpPr>
          <p:cNvPr id="4" name="">
            <a:extLst xmlns:a="http://schemas.openxmlformats.org/drawingml/2006/main">
              <a:ext uri="{FF2B5EF4-FFF2-40B4-BE49-F238E27FC236}">
                <a16:creationId xmlns:a16="http://schemas.microsoft.com/office/drawing/2014/main" id="{023389CC-DD8B-4BBD-A7D5-CB6DD4CB40D2}"/>
              </a:ext>
            </a:extLst>
          </p:cNvPr>
          <p:cNvSpPr>
            <a:spLocks xmlns:a="http://schemas.openxmlformats.org/drawingml/2006/main" noGrp="1"/>
          </p:cNvSpPr>
          <p:nvPr/>
        </p:nvSpPr>
        <p:spPr>
          <a:xfrm xmlns:a="http://schemas.openxmlformats.org/drawingml/2006/main">
            <a:off x="619125" y="3619500"/>
            <a:ext cx="1085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D7E5F0"/>
                </a:solidFill>
                <a:latin typeface="Arial"/>
                <a:ea typeface="Arial"/>
                <a:cs typeface="Arial"/>
              </a:defRPr>
            </a:defPPr>
            <a:lvl1pPr>
              <a:defRPr sz="2550" b="0">
                <a:solidFill>
                  <a:srgbClr val="D7E5F0"/>
                </a:solidFill>
                <a:latin typeface="Arial"/>
                <a:ea typeface="Arial"/>
                <a:cs typeface="Arial"/>
              </a:defRPr>
            </a:lvl1pPr>
            <a:lvl2pPr>
              <a:defRPr sz="2550" b="0">
                <a:solidFill>
                  <a:srgbClr val="D7E5F0"/>
                </a:solidFill>
                <a:latin typeface="Arial"/>
                <a:ea typeface="Arial"/>
                <a:cs typeface="Arial"/>
              </a:defRPr>
            </a:lvl2pPr>
            <a:lvl3pPr>
              <a:defRPr sz="2550" b="0">
                <a:solidFill>
                  <a:srgbClr val="D7E5F0"/>
                </a:solidFill>
                <a:latin typeface="Arial"/>
                <a:ea typeface="Arial"/>
                <a:cs typeface="Arial"/>
              </a:defRPr>
            </a:lvl3pPr>
            <a:lvl4pPr>
              <a:defRPr sz="2550" b="0">
                <a:solidFill>
                  <a:srgbClr val="D7E5F0"/>
                </a:solidFill>
                <a:latin typeface="Arial"/>
                <a:ea typeface="Arial"/>
                <a:cs typeface="Arial"/>
              </a:defRPr>
            </a:lvl4pPr>
            <a:lvl5pPr>
              <a:defRPr sz="2550" b="0">
                <a:solidFill>
                  <a:srgbClr val="D7E5F0"/>
                </a:solidFill>
                <a:latin typeface="Arial"/>
                <a:ea typeface="Arial"/>
                <a:cs typeface="Arial"/>
              </a:defRPr>
            </a:lvl5pPr>
            <a:lvl6pPr>
              <a:defRPr sz="2550" b="0">
                <a:solidFill>
                  <a:srgbClr val="D7E5F0"/>
                </a:solidFill>
                <a:latin typeface="Arial"/>
                <a:ea typeface="Arial"/>
                <a:cs typeface="Arial"/>
              </a:defRPr>
            </a:lvl6pPr>
            <a:lvl7pPr>
              <a:defRPr sz="2550" b="0">
                <a:solidFill>
                  <a:srgbClr val="D7E5F0"/>
                </a:solidFill>
                <a:latin typeface="Arial"/>
                <a:ea typeface="Arial"/>
                <a:cs typeface="Arial"/>
              </a:defRPr>
            </a:lvl7pPr>
            <a:lvl8pPr>
              <a:defRPr sz="2550" b="0">
                <a:solidFill>
                  <a:srgbClr val="D7E5F0"/>
                </a:solidFill>
                <a:latin typeface="Arial"/>
                <a:ea typeface="Arial"/>
                <a:cs typeface="Arial"/>
              </a:defRPr>
            </a:lvl8pPr>
            <a:lvl9pPr>
              <a:defRPr sz="2550" b="0">
                <a:solidFill>
                  <a:srgbClr val="D7E5F0"/>
                </a:solidFill>
                <a:latin typeface="Arial"/>
                <a:ea typeface="Arial"/>
                <a:cs typeface="Arial"/>
              </a:defRPr>
            </a:lvl9pPr>
          </a:lstStyle>
          <a:p xmlns:a="http://schemas.openxmlformats.org/drawingml/2006/main">
            <a:pPr>
              <a:defRPr sz="2550" b="0">
                <a:solidFill>
                  <a:srgbClr val="D7E5F0"/>
                </a:solidFill>
                <a:latin typeface="Arial"/>
                <a:ea typeface="Arial"/>
                <a:cs typeface="Arial"/>
              </a:defRPr>
            </a:pPr>
            <a:r>
              <a:rPr sz="2550" b="0">
                <a:solidFill>
                  <a:srgbClr val="D7E5F0"/>
                </a:solidFill>
                <a:latin typeface="Arial"/>
                <a:ea typeface="Arial"/>
                <a:cs typeface="Arial"/>
              </a:rPr>
              <a:t>Animation y Documentary</a:t>
            </a:r>
          </a:p>
          <a:p xmlns:a="http://schemas.openxmlformats.org/drawingml/2006/main">
            <a:pPr>
              <a:defRPr sz="2550" b="0">
                <a:solidFill>
                  <a:srgbClr val="D7E5F0"/>
                </a:solidFill>
                <a:latin typeface="Arial"/>
                <a:ea typeface="Arial"/>
                <a:cs typeface="Arial"/>
              </a:defRPr>
            </a:pPr>
            <a:r>
              <a:rPr sz="2550" b="0">
                <a:solidFill>
                  <a:srgbClr val="D7E5F0"/>
                </a:solidFill>
                <a:latin typeface="Arial"/>
                <a:ea typeface="Arial"/>
                <a:cs typeface="Arial"/>
              </a:rPr>
              <a:t>Corea del Sur y Japón</a:t>
            </a:r>
          </a:p>
          <a:p xmlns:a="http://schemas.openxmlformats.org/drawingml/2006/main">
            <a:pPr>
              <a:defRPr sz="2550" b="0">
                <a:solidFill>
                  <a:srgbClr val="D7E5F0"/>
                </a:solidFill>
                <a:latin typeface="Arial"/>
                <a:ea typeface="Arial"/>
                <a:cs typeface="Arial"/>
              </a:defRPr>
            </a:pPr>
            <a:r>
              <a:rPr sz="2550" b="0">
                <a:solidFill>
                  <a:srgbClr val="D7E5F0"/>
                </a:solidFill>
                <a:latin typeface="Arial"/>
                <a:ea typeface="Arial"/>
                <a:cs typeface="Arial"/>
              </a:rPr>
              <a:t>Casos de bajo presupuesto</a:t>
            </a:r>
          </a:p>
        </p:txBody>
      </p:sp>
      <p:sp>
        <p:nvSpPr>
          <p:cNvPr id="5" name="">
            <a:extLst xmlns:a="http://schemas.openxmlformats.org/drawingml/2006/main">
              <a:ext uri="{FF2B5EF4-FFF2-40B4-BE49-F238E27FC236}">
                <a16:creationId xmlns:a16="http://schemas.microsoft.com/office/drawing/2014/main" id="{352B3669-1B7B-416F-BB1E-263D7B7E6B94}"/>
              </a:ext>
            </a:extLst>
          </p:cNvPr>
          <p:cNvSpPr>
            <a:spLocks xmlns:a="http://schemas.openxmlformats.org/drawingml/2006/main" noGrp="1"/>
          </p:cNvSpPr>
          <p:nvPr/>
        </p:nvSpPr>
        <p:spPr>
          <a:xfrm xmlns:a="http://schemas.openxmlformats.org/drawingml/2006/main">
            <a:off x="619125" y="58102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1AF6C"/>
                </a:solidFill>
                <a:latin typeface="Arial"/>
                <a:ea typeface="Arial"/>
                <a:cs typeface="Arial"/>
              </a:defRPr>
            </a:defPPr>
            <a:lvl1pPr>
              <a:defRPr sz="2100" b="1">
                <a:solidFill>
                  <a:srgbClr val="F1AF6C"/>
                </a:solidFill>
                <a:latin typeface="Arial"/>
                <a:ea typeface="Arial"/>
                <a:cs typeface="Arial"/>
              </a:defRPr>
            </a:lvl1pPr>
            <a:lvl2pPr>
              <a:defRPr sz="2100" b="1">
                <a:solidFill>
                  <a:srgbClr val="F1AF6C"/>
                </a:solidFill>
                <a:latin typeface="Arial"/>
                <a:ea typeface="Arial"/>
                <a:cs typeface="Arial"/>
              </a:defRPr>
            </a:lvl2pPr>
            <a:lvl3pPr>
              <a:defRPr sz="2100" b="1">
                <a:solidFill>
                  <a:srgbClr val="F1AF6C"/>
                </a:solidFill>
                <a:latin typeface="Arial"/>
                <a:ea typeface="Arial"/>
                <a:cs typeface="Arial"/>
              </a:defRPr>
            </a:lvl3pPr>
            <a:lvl4pPr>
              <a:defRPr sz="2100" b="1">
                <a:solidFill>
                  <a:srgbClr val="F1AF6C"/>
                </a:solidFill>
                <a:latin typeface="Arial"/>
                <a:ea typeface="Arial"/>
                <a:cs typeface="Arial"/>
              </a:defRPr>
            </a:lvl4pPr>
            <a:lvl5pPr>
              <a:defRPr sz="2100" b="1">
                <a:solidFill>
                  <a:srgbClr val="F1AF6C"/>
                </a:solidFill>
                <a:latin typeface="Arial"/>
                <a:ea typeface="Arial"/>
                <a:cs typeface="Arial"/>
              </a:defRPr>
            </a:lvl5pPr>
            <a:lvl6pPr>
              <a:defRPr sz="2100" b="1">
                <a:solidFill>
                  <a:srgbClr val="F1AF6C"/>
                </a:solidFill>
                <a:latin typeface="Arial"/>
                <a:ea typeface="Arial"/>
                <a:cs typeface="Arial"/>
              </a:defRPr>
            </a:lvl6pPr>
            <a:lvl7pPr>
              <a:defRPr sz="2100" b="1">
                <a:solidFill>
                  <a:srgbClr val="F1AF6C"/>
                </a:solidFill>
                <a:latin typeface="Arial"/>
                <a:ea typeface="Arial"/>
                <a:cs typeface="Arial"/>
              </a:defRPr>
            </a:lvl7pPr>
            <a:lvl8pPr>
              <a:defRPr sz="2100" b="1">
                <a:solidFill>
                  <a:srgbClr val="F1AF6C"/>
                </a:solidFill>
                <a:latin typeface="Arial"/>
                <a:ea typeface="Arial"/>
                <a:cs typeface="Arial"/>
              </a:defRPr>
            </a:lvl8pPr>
            <a:lvl9pPr>
              <a:defRPr sz="2100" b="1">
                <a:solidFill>
                  <a:srgbClr val="F1AF6C"/>
                </a:solidFill>
                <a:latin typeface="Arial"/>
                <a:ea typeface="Arial"/>
                <a:cs typeface="Arial"/>
              </a:defRPr>
            </a:lvl9pPr>
          </a:lstStyle>
          <a:p xmlns:a="http://schemas.openxmlformats.org/drawingml/2006/main">
            <a:pPr>
              <a:defRPr sz="2100" b="1">
                <a:solidFill>
                  <a:srgbClr val="F1AF6C"/>
                </a:solidFill>
                <a:latin typeface="Arial"/>
                <a:ea typeface="Arial"/>
                <a:cs typeface="Arial"/>
              </a:defRPr>
            </a:pPr>
            <a:r>
              <a:rPr sz="2100" b="1">
                <a:solidFill>
                  <a:srgbClr val="F1AF6C"/>
                </a:solidFill>
                <a:latin typeface="Arial"/>
                <a:ea typeface="Arial"/>
                <a:cs typeface="Arial"/>
              </a:rPr>
              <a:t>Antes de invertir: consumo, costos de licencia y validación de datos.</a:t>
            </a:r>
          </a:p>
        </p:txBody>
      </p:sp>
    </p:spTree>
    <p:extLst>
      <p:ext uri="{BB962C8B-B14F-4D97-AF65-F5344CB8AC3E}">
        <p14:creationId xmlns:p14="http://schemas.microsoft.com/office/powerpoint/2010/main" val="1366794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2026-10-16T23:08:50.4640000Z</dcterms:created>
  <dcterms:modified xsi:type="dcterms:W3CDTF">2026-10-16T23:08:50.4650000Z</dcterms:modified>
</coreProperties>
</file>