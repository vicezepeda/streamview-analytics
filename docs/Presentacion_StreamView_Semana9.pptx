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eb878db284e4808" /><Relationship Type="http://schemas.openxmlformats.org/officeDocument/2006/relationships/extended-properties" Target="/docProps/app.xml" Id="R795c57dcd8134b79" /><Relationship Type="http://schemas.openxmlformats.org/officeDocument/2006/relationships/officeDocument" Target="/ppt/presentation.xml" Id="R9c2604e9062d4b14" /></Relationships>
</file>

<file path=ppt/presentation.xml><?xml version="1.0" encoding="utf-8"?>
<p:presentation xmlns:p="http://schemas.openxmlformats.org/presentationml/2006/main">
  <p:sldMasterIdLst>
    <p:sldMasterId xmlns:r="http://schemas.openxmlformats.org/officeDocument/2006/relationships" id="2147483648" r:id="R906365acb4a84a2c"/>
  </p:sldMasterIdLst>
  <p:notesMasterIdLst>
    <p:notesMasterId xmlns:r="http://schemas.openxmlformats.org/officeDocument/2006/relationships" r:id="R39a94a9cd03f434c"/>
  </p:notesMasterIdLst>
  <p:sldIdLst>
    <p:sldId xmlns:r="http://schemas.openxmlformats.org/officeDocument/2006/relationships" id="256" r:id="R6da4f61f41274a7f"/>
    <p:sldId xmlns:r="http://schemas.openxmlformats.org/officeDocument/2006/relationships" id="257" r:id="R996b37224165452e"/>
    <p:sldId xmlns:r="http://schemas.openxmlformats.org/officeDocument/2006/relationships" id="258" r:id="Rcdafd23e415e4a39"/>
    <p:sldId xmlns:r="http://schemas.openxmlformats.org/officeDocument/2006/relationships" id="259" r:id="R958e003d526d4ec9"/>
    <p:sldId xmlns:r="http://schemas.openxmlformats.org/officeDocument/2006/relationships" id="260" r:id="Ra013c5635c3640a6"/>
    <p:sldId xmlns:r="http://schemas.openxmlformats.org/officeDocument/2006/relationships" id="261" r:id="Rbf9c609d3b9044e0"/>
    <p:sldId xmlns:r="http://schemas.openxmlformats.org/officeDocument/2006/relationships" id="262" r:id="R4240c7f6d5f6411a"/>
    <p:sldId xmlns:r="http://schemas.openxmlformats.org/officeDocument/2006/relationships" id="263" r:id="R9c8e7bb6bd36475b"/>
    <p:sldId xmlns:r="http://schemas.openxmlformats.org/officeDocument/2006/relationships" id="264" r:id="R041ec393532e47c7"/>
    <p:sldId xmlns:r="http://schemas.openxmlformats.org/officeDocument/2006/relationships" id="265" r:id="R76464ef22fb340ab"/>
    <p:sldId xmlns:r="http://schemas.openxmlformats.org/officeDocument/2006/relationships" id="266" r:id="R0d3c7211281f4f23"/>
    <p:sldId xmlns:r="http://schemas.openxmlformats.org/officeDocument/2006/relationships" id="267" r:id="R066a195e794147a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9ded76c6b434941" /><Relationship Type="http://schemas.openxmlformats.org/officeDocument/2006/relationships/slideMaster" Target="/ppt/slideMasters/slideMaster1.xml" Id="R906365acb4a84a2c" /><Relationship Type="http://schemas.openxmlformats.org/officeDocument/2006/relationships/notesMaster" Target="/ppt/notesMasters/notesMaster1.xml" Id="R39a94a9cd03f434c" /><Relationship Type="http://schemas.openxmlformats.org/officeDocument/2006/relationships/presProps" Target="/ppt/presProps.xml" Id="Re931f21b643b47ab" /><Relationship Type="http://schemas.openxmlformats.org/officeDocument/2006/relationships/tableStyles" Target="/ppt/tableStyles.xml" Id="R48097ae7cdf949f3" /><Relationship Type="http://schemas.openxmlformats.org/officeDocument/2006/relationships/slide" Target="/ppt/slides/slide1.xml" Id="R6da4f61f41274a7f" /><Relationship Type="http://schemas.openxmlformats.org/officeDocument/2006/relationships/slide" Target="/ppt/slides/slide2.xml" Id="R996b37224165452e" /><Relationship Type="http://schemas.openxmlformats.org/officeDocument/2006/relationships/slide" Target="/ppt/slides/slide3.xml" Id="Rcdafd23e415e4a39" /><Relationship Type="http://schemas.openxmlformats.org/officeDocument/2006/relationships/slide" Target="/ppt/slides/slide4.xml" Id="R958e003d526d4ec9" /><Relationship Type="http://schemas.openxmlformats.org/officeDocument/2006/relationships/slide" Target="/ppt/slides/slide5.xml" Id="Ra013c5635c3640a6" /><Relationship Type="http://schemas.openxmlformats.org/officeDocument/2006/relationships/slide" Target="/ppt/slides/slide6.xml" Id="Rbf9c609d3b9044e0" /><Relationship Type="http://schemas.openxmlformats.org/officeDocument/2006/relationships/slide" Target="/ppt/slides/slide7.xml" Id="R4240c7f6d5f6411a" /><Relationship Type="http://schemas.openxmlformats.org/officeDocument/2006/relationships/slide" Target="/ppt/slides/slide8.xml" Id="R9c8e7bb6bd36475b" /><Relationship Type="http://schemas.openxmlformats.org/officeDocument/2006/relationships/slide" Target="/ppt/slides/slide9.xml" Id="R041ec393532e47c7" /><Relationship Type="http://schemas.openxmlformats.org/officeDocument/2006/relationships/slide" Target="/ppt/slides/slide10.xml" Id="R76464ef22fb340ab" /><Relationship Type="http://schemas.openxmlformats.org/officeDocument/2006/relationships/slide" Target="/ppt/slides/slide11.xml" Id="R0d3c7211281f4f23" /><Relationship Type="http://schemas.openxmlformats.org/officeDocument/2006/relationships/slide" Target="/ppt/slides/slide12.xml" Id="R066a195e794147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13087bbdda41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9eb43e75084744" /><Relationship Type="http://schemas.openxmlformats.org/officeDocument/2006/relationships/notesMaster" Target="/ppt/notesMasters/notesMaster1.xml" Id="R547bf090620b40a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13df84676d4cfa" /><Relationship Type="http://schemas.openxmlformats.org/officeDocument/2006/relationships/notesMaster" Target="/ppt/notesMasters/notesMaster1.xml" Id="Rb137eff1ca7940d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2c2e662d8494acb" /><Relationship Type="http://schemas.openxmlformats.org/officeDocument/2006/relationships/notesMaster" Target="/ppt/notesMasters/notesMaster1.xml" Id="R9dd3c1a5c8a54f55"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915ec18a2c45cd" /><Relationship Type="http://schemas.openxmlformats.org/officeDocument/2006/relationships/notesMaster" Target="/ppt/notesMasters/notesMaster1.xml" Id="R5256b1b27ba34b4e"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105e25788b4b84" /><Relationship Type="http://schemas.openxmlformats.org/officeDocument/2006/relationships/notesMaster" Target="/ppt/notesMasters/notesMaster1.xml" Id="Rdd6ac29987e241d3" /></Relationships>
</file>

<file path=ppt/notesSlides/_rels/notesSlide6.xml.rels>&#65279;<?xml version="1.0" encoding="utf-8"?><Relationships xmlns="http://schemas.openxmlformats.org/package/2006/relationships"><Relationship Type="http://schemas.openxmlformats.org/officeDocument/2006/relationships/slide" Target="/ppt/slides/slide6.xml" Id="Ra3e47087362c4c5b" /><Relationship Type="http://schemas.openxmlformats.org/officeDocument/2006/relationships/notesMaster" Target="/ppt/notesMasters/notesMaster1.xml" Id="R810ee2f456dc4544" /></Relationships>
</file>

<file path=ppt/notesSlides/_rels/notesSlide7.xml.rels>&#65279;<?xml version="1.0" encoding="utf-8"?><Relationships xmlns="http://schemas.openxmlformats.org/package/2006/relationships"><Relationship Type="http://schemas.openxmlformats.org/officeDocument/2006/relationships/slide" Target="/ppt/slides/slide7.xml" Id="R4de34d2a3a7142da" /><Relationship Type="http://schemas.openxmlformats.org/officeDocument/2006/relationships/notesMaster" Target="/ppt/notesMasters/notesMaster1.xml" Id="R09e41b5cf24f44f3" /></Relationships>
</file>

<file path=ppt/notesSlides/_rels/notesSlide8.xml.rels>&#65279;<?xml version="1.0" encoding="utf-8"?><Relationships xmlns="http://schemas.openxmlformats.org/package/2006/relationships"><Relationship Type="http://schemas.openxmlformats.org/officeDocument/2006/relationships/slide" Target="/ppt/slides/slide8.xml" Id="R0e324b22ecc245e3" /><Relationship Type="http://schemas.openxmlformats.org/officeDocument/2006/relationships/notesMaster" Target="/ppt/notesMasters/notesMaster1.xml" Id="R9a09d5d375c840e5" /></Relationships>
</file>

<file path=ppt/notesSlides/_rels/notesSlide9.xml.rels>&#65279;<?xml version="1.0" encoding="utf-8"?><Relationships xmlns="http://schemas.openxmlformats.org/package/2006/relationships"><Relationship Type="http://schemas.openxmlformats.org/officeDocument/2006/relationships/slide" Target="/ppt/slides/slide9.xml" Id="R5a554491fd1c45d6" /><Relationship Type="http://schemas.openxmlformats.org/officeDocument/2006/relationships/notesMaster" Target="/ppt/notesMasters/notesMaster1.xml" Id="R726abb096981488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a6dac1397be440b" /><Relationship Type="http://schemas.openxmlformats.org/officeDocument/2006/relationships/notesMaster" Target="/ppt/notesMasters/notesMaster1.xml" Id="R592b8881939248c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78826e7726b4dbc" /><Relationship Type="http://schemas.openxmlformats.org/officeDocument/2006/relationships/notesMaster" Target="/ppt/notesMasters/notesMaster1.xml" Id="R96f5f5de064340f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1f41ac15b6d49b7" /><Relationship Type="http://schemas.openxmlformats.org/officeDocument/2006/relationships/notesMaster" Target="/ppt/notesMasters/notesMaster1.xml" Id="Rb9710aea240841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30 segundos. El problema es convertir un catálogo amplio en información comparable para decisiones de contenido. Presentaré dos dashboards destinados a audiencias distintas, sus resultados y los límites de los datos.</a:t>
            </a:r>
          </a:p>
          <a:p xmlns:a="http://schemas.openxmlformats.org/drawingml/2006/main">
            <a:r>
              <a:t/>
            </a:r>
          </a:p>
          <a:p xmlns:a="http://schemas.openxmlformats.org/drawingml/2006/main">
            <a:r>
              <a:t>Fuentes: StreamView_Contenidos.pbix y catálogo limpio del proyecto adjunto. Gráficos reproducidos con las mismas variables, filtros y medidas, no capturas directas de Power BI.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45 segundos. Dirección necesita comprender rápidamente la composición del catálogo. Contenidos y Adquisición necesita comparar títulos, valoraciones, participantes y finanzas. Elegí Python por su flexibilidad para preparar datos e integrar D3, y Power BI por su modelo de relaciones, medidas DAX y segmentadores. Ambas aplicaciones usan las mismas fuentes y criterios.</a:t>
            </a:r>
          </a:p>
          <a:p xmlns:a="http://schemas.openxmlformats.org/drawingml/2006/main">
            <a:r>
              <a:t/>
            </a:r>
          </a:p>
          <a:p xmlns:a="http://schemas.openxmlformats.org/drawingml/2006/main">
            <a:r>
              <a:t>Fuentes: StreamView_Contenidos.pbix y catálogo limpio del proyecto adjunto. Gráficos reproducidos con las mismas variables, filtros y medidas, no capturas directas de Power BI.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55 segundos. Dos CSV originales contienen películas y series hasta 2025. Python los combina, normaliza variables y elimina nueve duplicados usando tipo y show_id. El resultado tiene 16.000 películas y 15.991 series. Streamlit lee ese catálogo y envía los géneros filtrados a D3 como JSON. Power BI contiene una instantánea de los mismos datos. Las aplicaciones comparten criterios, pero sus filtros funcionan por separado. El PBIX contiene relaciones entre catálogo, géneros, países, actores y directores.</a:t>
            </a:r>
          </a:p>
          <a:p xmlns:a="http://schemas.openxmlformats.org/drawingml/2006/main">
            <a:r>
              <a:t/>
            </a:r>
          </a:p>
          <a:p xmlns:a="http://schemas.openxmlformats.org/drawingml/2006/main">
            <a:r>
              <a:t>Fuentes: StreamView_Contenidos.pbix y catálogo limpio del proyecto adjunto. Gráficos reproducidos con las mismas variables, filtros y medidas, no capturas directas de Power BI.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60 segundos. La captura corresponde a la aplicación ejecutiva en el navegador. Sus filtros son tipo, años y género. Cada cambio actualiza la tabla usada por los indicadores y gráficos. Las líneas permiten comparar años y las barras facilitan comparar magnitudes entre categorías. Los colores distinguen películas y series. Mostraré el filtro de películas, que devuelve 16.000, y el reinicio, que devuelve 31.991. También hay un mapa e idiomas.</a:t>
            </a:r>
          </a:p>
          <a:p xmlns:a="http://schemas.openxmlformats.org/drawingml/2006/main">
            <a:r>
              <a:t/>
            </a:r>
          </a:p>
          <a:p xmlns:a="http://schemas.openxmlformats.org/drawingml/2006/main">
            <a:r>
              <a:t>Fuentes: StreamView_Contenidos.pbix y catálogo limpio del proyecto adjunto. Gráficos reproducidos con las mismas variables, filtros y medidas, no capturas directas de Power BI.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45 segundos. La vista D3 comparte los filtros de Python. Permite comparar géneros por cantidad de títulos o calificación promedio y consultar valores con el cursor. La librería se incluye localmente con su licencia. Un título se cuenta una sola vez dentro de cada género, aunque puede pertenecer a varios. Durante la demostración cambiaré la medida.</a:t>
            </a:r>
          </a:p>
          <a:p xmlns:a="http://schemas.openxmlformats.org/drawingml/2006/main">
            <a:r>
              <a:t/>
            </a:r>
          </a:p>
          <a:p xmlns:a="http://schemas.openxmlformats.org/drawingml/2006/main">
            <a:r>
              <a:t>Fuentes: StreamView_Contenidos.pbix y catálogo limpio del proyecto adjunto. Gráficos reproducidos con las mismas variables, filtros y medidas, no capturas directas de Power BI.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55 segundos. El PBIX tiene tres páginas: contenidos, países y participantes, y finanzas. Esta dispersión compara popularidad y calificación por tipo. Exige cincuenta votos en películas y treinta en series. Elegí dispersión para explorar relaciones sin afirmar causalidad. El informe también incluye barras por género, treemap, actores y directores. El mapa exige al menos treinta títulos con votos suficientes por país. Los filtros incluyen tipo, años, género, país, idioma y calificación.</a:t>
            </a:r>
          </a:p>
          <a:p xmlns:a="http://schemas.openxmlformats.org/drawingml/2006/main">
            <a:r>
              <a:t/>
            </a:r>
          </a:p>
          <a:p xmlns:a="http://schemas.openxmlformats.org/drawingml/2006/main">
            <a:r>
              <a:t>Fuentes: StreamView_Contenidos.pbix y catálogo limpio del proyecto adjunto. Gráficos reproducidos con las mismas variables, filtros y medidas, no capturas directas de Power BI.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40 segundos. El ranking exige mil votos y utiliza la escala completa de cero a diez. Esto reduce el efecto de calificaciones con pocas observaciones, pero no elimina todos los sesgos. La popularidad y los votos pertenecen a la fuente de datos y no equivalen a reproducciones de StreamView. El ranking ayuda a explorar candidatos y necesita evidencia adicional antes de comprar contenido.</a:t>
            </a:r>
          </a:p>
          <a:p xmlns:a="http://schemas.openxmlformats.org/drawingml/2006/main">
            <a:r>
              <a:t/>
            </a:r>
          </a:p>
          <a:p xmlns:a="http://schemas.openxmlformats.org/drawingml/2006/main">
            <a:r>
              <a:t>Fuentes: StreamView_Contenidos.pbix y catálogo limpio del proyecto adjunto. Gráficos reproducidos con las mismas variables, filtros y medidas, no capturas directas de Power BI.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65 segundos. La muestra utiliza 3.523 películas con presupuesto e ingresos de al menos mil dólares en ambos campos. Ese umbral es un criterio de limpieza del proyecto, no una garantía sobre la fuente. La cobertura es 22,02% sobre las películas. El ROI agregado aproximado es 191,68% y se calcula como ingresos totales menos presupuesto total, dividido por presupuesto total. Se usan los mismos títulos en las dos sumas. No incluye todos los costos y no representa el beneficio de la plataforma.</a:t>
            </a:r>
          </a:p>
          <a:p xmlns:a="http://schemas.openxmlformats.org/drawingml/2006/main">
            <a:r>
              <a:t/>
            </a:r>
          </a:p>
          <a:p xmlns:a="http://schemas.openxmlformats.org/drawingml/2006/main">
            <a:r>
              <a:t>Fuentes: StreamView_Contenidos.pbix y catálogo limpio del proyecto adjunto. Gráficos reproducidos con las mismas variables, filtros y medidas, no capturas directas de Power BI.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50 segundos. Drama tiene 14.769 títulos y Comedy 9.105. Estados Unidos aparece en 10.955 títulos. Esto describe presencia en el catálogo y no demanda. La distribución por año de estreno es casi uniforme, por lo que no afirmo crecimiento real. Recomiendo usar el ranking y los filtros para formar una lista de candidatos, completar los datos financieros y contrastar los títulos con costos de licencia y datos de consumo antes de invertir.</a:t>
            </a:r>
          </a:p>
          <a:p xmlns:a="http://schemas.openxmlformats.org/drawingml/2006/main">
            <a:r>
              <a:t/>
            </a:r>
          </a:p>
          <a:p xmlns:a="http://schemas.openxmlformats.org/drawingml/2006/main">
            <a:r>
              <a:t>Fuentes: StreamView_Contenidos.pbix y catálogo limpio del proyecto adjunto. Gráficos reproducidos con las mismas variables, filtros y medidas, no capturas directas de Power BI.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45 segundos. La rama correccion barra audiencias semana nueve contiene commits de cambios reales. Los primeros cambios separan datos, Python y D3, Power BI y documentación. La rama se publicó y la pull request número uno ya está integrada en main mediante el commit 5596b6d. La revisión final de la entrega usa una rama separada con cambios reales. Esta revisión final añade correcciones reproducibles e instrucciones de entrega. Se conserva el historial original, sin presentar estos commits como avances del semestre.</a:t>
            </a:r>
          </a:p>
          <a:p xmlns:a="http://schemas.openxmlformats.org/drawingml/2006/main">
            <a:r>
              <a:t>Fuente: https://github.com/vicezepeda/STREAMVIEW-ANALYTICS/pull/1</a:t>
            </a:r>
          </a:p>
          <a:p xmlns:a="http://schemas.openxmlformats.org/drawingml/2006/main">
            <a:r>
              <a:t/>
            </a:r>
          </a:p>
          <a:p xmlns:a="http://schemas.openxmlformats.org/drawingml/2006/main">
            <a:r>
              <a:t>Fuentes: StreamView_Contenidos.pbix y catálogo limpio del proyecto adjunto. Gráficos reproducidos con las mismas variables, filtros y medidas, no capturas directas de Power BI.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85 segundos para la demostración. Primero filtraré películas en Python y comprobaré 16.000 títulos. Limpiaré los filtros y cambiaré la medida D3. En Power BI mostraré el ranking y el alcance de las finanzas, siempre que haya comprobado sus visuales antes de exponer. Finalmente mostraré la rama y la pull request. Debo poder explicar la función de Pandas, Streamlit, Plotly y D3 y distinguir año de estreno de incorporación.</a:t>
            </a:r>
          </a:p>
          <a:p xmlns:a="http://schemas.openxmlformats.org/drawingml/2006/main">
            <a:r>
              <a:t/>
            </a:r>
          </a:p>
          <a:p xmlns:a="http://schemas.openxmlformats.org/drawingml/2006/main">
            <a:r>
              <a:t>Fuentes: StreamView_Contenidos.pbix y catálogo limpio del proyecto adjunto. Gráficos reproducidos con las mismas variables, filtros y medidas, no capturas directas de Power BI.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25 segundos. Las dos herramientas responden a dos necesidades con un catálogo común. El análisis ayuda a explorar contenidos, pero las decisiones de inversión necesitan datos de consumo y costos de licencia. No se puede calcular retención o churn con estas fuentes. La revisión visual de los filtros y el mapa de Power BI sigue pendiente y debe completarse antes de la exposición. La primera pull request ya está integrada en main. La revisión final se conserva en una rama separada.</a:t>
            </a:r>
          </a:p>
          <a:p xmlns:a="http://schemas.openxmlformats.org/drawingml/2006/main">
            <a:r>
              <a:t/>
            </a:r>
          </a:p>
          <a:p xmlns:a="http://schemas.openxmlformats.org/drawingml/2006/main">
            <a:r>
              <a:t>Fuentes: StreamView_Contenidos.pbix y catálogo limpio del proyecto adjunto. Gráficos reproducidos con las mismas variables, filtros y medidas, no capturas directas de Power BI.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df5a1b01024eb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00efe2f1eaa483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f8828c386b04b3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778aea6eebb445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fc91abc53e4436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2d0496c3b4e4f6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610B98-CBDD-43FF-A094-74EBBBB47EF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44A9C00-F0D2-481C-B0B6-EF9B6D0BFAC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70A7A8F-43F3-42F7-87D5-D16CF3A8727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6A5FE0B-001F-4604-9CB6-100A84300FC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812B0F3-8EC0-473F-85C3-3D7EAF463AC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F8ADE49-9058-4E0B-9B23-616A8F03C5C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6AC3523-6846-43B5-9529-0DD56387E6A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5EF0D14-7123-4F6B-BE13-0CF1764F60D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2207213-509D-4B03-91B6-EB20BF21C2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A35D51E-E635-4DD3-9D3D-2C99897A258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4a86166edf40e9" /><Relationship Type="http://schemas.openxmlformats.org/officeDocument/2006/relationships/slideLayout" Target="/ppt/slideLayouts/slideLayout1.xml" Id="R1cbe46d7f0d14fcd" /><Relationship Type="http://schemas.openxmlformats.org/officeDocument/2006/relationships/slideLayout" Target="/ppt/slideLayouts/slideLayout2.xml" Id="Ra2eb6480a5d74f8c" /><Relationship Type="http://schemas.openxmlformats.org/officeDocument/2006/relationships/slideLayout" Target="/ppt/slideLayouts/slideLayout3.xml" Id="R7882757a66884a08" /><Relationship Type="http://schemas.openxmlformats.org/officeDocument/2006/relationships/slideLayout" Target="/ppt/slideLayouts/slideLayout4.xml" Id="R3b74db8b4b8545be" /><Relationship Type="http://schemas.openxmlformats.org/officeDocument/2006/relationships/slideLayout" Target="/ppt/slideLayouts/slideLayout5.xml" Id="R05e1f6cf051643d7" /><Relationship Type="http://schemas.openxmlformats.org/officeDocument/2006/relationships/slideLayout" Target="/ppt/slideLayouts/slideLayout6.xml" Id="Re206df05b00c45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be46d7f0d14fcd"/>
    <p:sldLayoutId xmlns:r="http://schemas.openxmlformats.org/officeDocument/2006/relationships" id="2147483650" r:id="Ra2eb6480a5d74f8c"/>
    <p:sldLayoutId xmlns:r="http://schemas.openxmlformats.org/officeDocument/2006/relationships" id="2147483651" r:id="R7882757a66884a08"/>
    <p:sldLayoutId xmlns:r="http://schemas.openxmlformats.org/officeDocument/2006/relationships" id="2147483652" r:id="R3b74db8b4b8545be"/>
    <p:sldLayoutId xmlns:r="http://schemas.openxmlformats.org/officeDocument/2006/relationships" id="2147483653" r:id="R05e1f6cf051643d7"/>
    <p:sldLayoutId xmlns:r="http://schemas.openxmlformats.org/officeDocument/2006/relationships" id="2147483654" r:id="Re206df05b00c45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ad5adeb1191473a" /><Relationship Type="http://schemas.openxmlformats.org/officeDocument/2006/relationships/notesSlide" Target="/ppt/notesSlides/notesSlide1.xml" Id="R0d2fd8e476b448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87f6352882c4a2a" /><Relationship Type="http://schemas.openxmlformats.org/officeDocument/2006/relationships/notesSlide" Target="/ppt/notesSlides/notesSlide2.xml" Id="Ra6e796c9d2b9470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aec28952f4f4c79" /><Relationship Type="http://schemas.openxmlformats.org/officeDocument/2006/relationships/notesSlide" Target="/ppt/notesSlides/notesSlide3.xml" Id="R143dc17cac3542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9b58e0cbe664a39" /><Relationship Type="http://schemas.openxmlformats.org/officeDocument/2006/relationships/image" Target="/ppt/media/image.jpeg" Id="R04c7d930e1904277" /><Relationship Type="http://schemas.openxmlformats.org/officeDocument/2006/relationships/notesSlide" Target="/ppt/notesSlides/notesSlide4.xml" Id="R258ea64d9eab45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81f55c12a50444e" /><Relationship Type="http://schemas.openxmlformats.org/officeDocument/2006/relationships/image" Target="/ppt/media/image2.jpeg" Id="R9d374bb078b04b3e" /><Relationship Type="http://schemas.openxmlformats.org/officeDocument/2006/relationships/notesSlide" Target="/ppt/notesSlides/notesSlide5.xml" Id="R5510cf394b964d4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4b22450c6d94ad7" /><Relationship Type="http://schemas.openxmlformats.org/officeDocument/2006/relationships/chart" Target="/ppt/slides/charts/chart1.xml" Id="R40d8a2580c3e4899" /><Relationship Type="http://schemas.openxmlformats.org/officeDocument/2006/relationships/notesSlide" Target="/ppt/notesSlides/notesSlide6.xml" Id="R03859f5025ea4de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5225d05952843c8" /><Relationship Type="http://schemas.openxmlformats.org/officeDocument/2006/relationships/chart" Target="/ppt/slides/charts/chart2.xml" Id="Rbccf57af61da48f8" /><Relationship Type="http://schemas.openxmlformats.org/officeDocument/2006/relationships/notesSlide" Target="/ppt/notesSlides/notesSlide7.xml" Id="R912242d5d97c453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fabe1a148384f1e" /><Relationship Type="http://schemas.openxmlformats.org/officeDocument/2006/relationships/chart" Target="/ppt/slides/charts/chart3.xml" Id="Reae77c673adc47bb" /><Relationship Type="http://schemas.openxmlformats.org/officeDocument/2006/relationships/notesSlide" Target="/ppt/notesSlides/notesSlide8.xml" Id="R162c9a7a0369480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e1a7d169ff74baa" /><Relationship Type="http://schemas.openxmlformats.org/officeDocument/2006/relationships/notesSlide" Target="/ppt/notesSlides/notesSlide9.xml" Id="R0a905b364054409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5359c965df0425c" /><Relationship Type="http://schemas.openxmlformats.org/officeDocument/2006/relationships/notesSlide" Target="/ppt/notesSlides/notesSlide10.xml" Id="R9d2f129a0d9b49f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515a1a59cac4fd2" /><Relationship Type="http://schemas.openxmlformats.org/officeDocument/2006/relationships/notesSlide" Target="/ppt/notesSlides/notesSlide11.xml" Id="R8a6511fa897c455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3948d56d0cc4844" /><Relationship Type="http://schemas.openxmlformats.org/officeDocument/2006/relationships/notesSlide" Target="/ppt/notesSlides/notesSlide12.xml" Id="Rc3f5b785fb37402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Película</c:v>
          </c:tx>
          <c:spPr>
            <a:solidFill xmlns:a="http://schemas.openxmlformats.org/drawingml/2006/main">
              <a:srgbClr val="1F4E79"/>
            </a:solidFill>
          </c:spPr>
          <c:marker>
            <c:symbol val="circle"/>
            <c:size val="3"/>
            <c:spPr>
              <a:solidFill xmlns:a="http://schemas.openxmlformats.org/drawingml/2006/main">
                <a:srgbClr val="1F4E79"/>
              </a:solidFill>
            </c:spPr>
          </c:marker>
          <c:xVal>
            <c:numRef>
              <c:f>'Chart Data'!$A$2:$A$12186</c:f>
              <c:numCache>
                <c:formatCode>General</c:formatCode>
                <c:ptCount val="12185"/>
                <c:pt idx="0">
                  <c:v>203.893</c:v>
                </c:pt>
                <c:pt idx="1">
                  <c:v>156.242</c:v>
                </c:pt>
                <c:pt idx="2">
                  <c:v>121.191</c:v>
                </c:pt>
                <c:pt idx="3">
                  <c:v>111.762</c:v>
                </c:pt>
                <c:pt idx="4">
                  <c:v>110.044</c:v>
                </c:pt>
                <c:pt idx="5">
                  <c:v>101.551</c:v>
                </c:pt>
                <c:pt idx="6">
                  <c:v>96.385</c:v>
                </c:pt>
                <c:pt idx="7">
                  <c:v>95.255</c:v>
                </c:pt>
                <c:pt idx="8">
                  <c:v>93.281</c:v>
                </c:pt>
                <c:pt idx="9">
                  <c:v>90.23</c:v>
                </c:pt>
                <c:pt idx="10">
                  <c:v>86.361</c:v>
                </c:pt>
                <c:pt idx="11">
                  <c:v>83.097</c:v>
                </c:pt>
                <c:pt idx="12">
                  <c:v>81.8</c:v>
                </c:pt>
                <c:pt idx="13">
                  <c:v>80.326</c:v>
                </c:pt>
                <c:pt idx="14">
                  <c:v>74.238</c:v>
                </c:pt>
                <c:pt idx="15">
                  <c:v>71.837</c:v>
                </c:pt>
                <c:pt idx="16">
                  <c:v>69.048</c:v>
                </c:pt>
                <c:pt idx="17">
                  <c:v>66.968</c:v>
                </c:pt>
                <c:pt idx="18">
                  <c:v>64.865</c:v>
                </c:pt>
                <c:pt idx="19">
                  <c:v>58.865</c:v>
                </c:pt>
                <c:pt idx="20">
                  <c:v>58.518</c:v>
                </c:pt>
                <c:pt idx="21">
                  <c:v>58.422</c:v>
                </c:pt>
                <c:pt idx="22">
                  <c:v>53.64</c:v>
                </c:pt>
                <c:pt idx="23">
                  <c:v>53.249</c:v>
                </c:pt>
                <c:pt idx="24">
                  <c:v>51.888</c:v>
                </c:pt>
                <c:pt idx="25">
                  <c:v>45.984</c:v>
                </c:pt>
                <c:pt idx="26">
                  <c:v>45.668</c:v>
                </c:pt>
                <c:pt idx="27">
                  <c:v>44.783</c:v>
                </c:pt>
                <c:pt idx="28">
                  <c:v>43.812</c:v>
                </c:pt>
                <c:pt idx="29">
                  <c:v>43.037</c:v>
                </c:pt>
                <c:pt idx="30">
                  <c:v>42.597</c:v>
                </c:pt>
                <c:pt idx="31">
                  <c:v>40.669</c:v>
                </c:pt>
                <c:pt idx="32">
                  <c:v>40.66</c:v>
                </c:pt>
                <c:pt idx="33">
                  <c:v>39.509</c:v>
                </c:pt>
                <c:pt idx="34">
                  <c:v>39.321</c:v>
                </c:pt>
                <c:pt idx="35">
                  <c:v>38.772</c:v>
                </c:pt>
                <c:pt idx="36">
                  <c:v>38.694</c:v>
                </c:pt>
                <c:pt idx="37">
                  <c:v>38.125</c:v>
                </c:pt>
                <c:pt idx="38">
                  <c:v>37.971</c:v>
                </c:pt>
                <c:pt idx="39">
                  <c:v>36.185</c:v>
                </c:pt>
                <c:pt idx="40">
                  <c:v>36.147</c:v>
                </c:pt>
                <c:pt idx="41">
                  <c:v>35.816</c:v>
                </c:pt>
                <c:pt idx="42">
                  <c:v>35.711</c:v>
                </c:pt>
                <c:pt idx="43">
                  <c:v>35.555</c:v>
                </c:pt>
                <c:pt idx="44">
                  <c:v>35.09</c:v>
                </c:pt>
                <c:pt idx="45">
                  <c:v>34.886</c:v>
                </c:pt>
                <c:pt idx="46">
                  <c:v>34.685</c:v>
                </c:pt>
                <c:pt idx="47">
                  <c:v>34.409</c:v>
                </c:pt>
                <c:pt idx="48">
                  <c:v>34.009</c:v>
                </c:pt>
                <c:pt idx="49">
                  <c:v>33.522</c:v>
                </c:pt>
                <c:pt idx="50">
                  <c:v>33.361</c:v>
                </c:pt>
                <c:pt idx="51">
                  <c:v>33.064</c:v>
                </c:pt>
                <c:pt idx="52">
                  <c:v>32.983</c:v>
                </c:pt>
                <c:pt idx="53">
                  <c:v>32.716</c:v>
                </c:pt>
                <c:pt idx="54">
                  <c:v>32.264</c:v>
                </c:pt>
                <c:pt idx="55">
                  <c:v>31.503</c:v>
                </c:pt>
                <c:pt idx="56">
                  <c:v>31.444</c:v>
                </c:pt>
                <c:pt idx="57">
                  <c:v>31.434</c:v>
                </c:pt>
                <c:pt idx="58">
                  <c:v>31.427</c:v>
                </c:pt>
                <c:pt idx="59">
                  <c:v>31.339</c:v>
                </c:pt>
                <c:pt idx="60">
                  <c:v>31.191</c:v>
                </c:pt>
                <c:pt idx="61">
                  <c:v>30.765</c:v>
                </c:pt>
                <c:pt idx="62">
                  <c:v>30.708</c:v>
                </c:pt>
                <c:pt idx="63">
                  <c:v>30.524</c:v>
                </c:pt>
                <c:pt idx="64">
                  <c:v>30.261</c:v>
                </c:pt>
                <c:pt idx="65">
                  <c:v>30.201</c:v>
                </c:pt>
                <c:pt idx="66">
                  <c:v>30.006</c:v>
                </c:pt>
                <c:pt idx="67">
                  <c:v>28.494</c:v>
                </c:pt>
                <c:pt idx="68">
                  <c:v>27.899</c:v>
                </c:pt>
                <c:pt idx="69">
                  <c:v>27.886</c:v>
                </c:pt>
                <c:pt idx="70">
                  <c:v>27.112</c:v>
                </c:pt>
                <c:pt idx="71">
                  <c:v>26.482</c:v>
                </c:pt>
                <c:pt idx="72">
                  <c:v>26.461</c:v>
                </c:pt>
                <c:pt idx="73">
                  <c:v>26.168</c:v>
                </c:pt>
                <c:pt idx="74">
                  <c:v>26.106</c:v>
                </c:pt>
                <c:pt idx="75">
                  <c:v>26.027</c:v>
                </c:pt>
                <c:pt idx="76">
                  <c:v>25.936</c:v>
                </c:pt>
                <c:pt idx="77">
                  <c:v>25.397</c:v>
                </c:pt>
                <c:pt idx="78">
                  <c:v>25.329</c:v>
                </c:pt>
                <c:pt idx="79">
                  <c:v>25.307</c:v>
                </c:pt>
                <c:pt idx="80">
                  <c:v>25.138</c:v>
                </c:pt>
                <c:pt idx="81">
                  <c:v>24.953</c:v>
                </c:pt>
                <c:pt idx="82">
                  <c:v>24.919</c:v>
                </c:pt>
                <c:pt idx="83">
                  <c:v>24.78</c:v>
                </c:pt>
                <c:pt idx="84">
                  <c:v>24.747</c:v>
                </c:pt>
                <c:pt idx="85">
                  <c:v>24.522</c:v>
                </c:pt>
                <c:pt idx="86">
                  <c:v>24.48</c:v>
                </c:pt>
                <c:pt idx="87">
                  <c:v>23.782</c:v>
                </c:pt>
                <c:pt idx="88">
                  <c:v>23.613</c:v>
                </c:pt>
                <c:pt idx="89">
                  <c:v>23.388</c:v>
                </c:pt>
                <c:pt idx="90">
                  <c:v>23.351</c:v>
                </c:pt>
                <c:pt idx="91">
                  <c:v>23.306</c:v>
                </c:pt>
                <c:pt idx="92">
                  <c:v>23.229</c:v>
                </c:pt>
                <c:pt idx="93">
                  <c:v>23.196</c:v>
                </c:pt>
                <c:pt idx="94">
                  <c:v>22.547</c:v>
                </c:pt>
                <c:pt idx="95">
                  <c:v>22.547</c:v>
                </c:pt>
                <c:pt idx="96">
                  <c:v>22.502</c:v>
                </c:pt>
                <c:pt idx="97">
                  <c:v>22.109</c:v>
                </c:pt>
                <c:pt idx="98">
                  <c:v>21.966</c:v>
                </c:pt>
                <c:pt idx="99">
                  <c:v>21.922</c:v>
                </c:pt>
                <c:pt idx="100">
                  <c:v>21.884</c:v>
                </c:pt>
                <c:pt idx="101">
                  <c:v>21.627</c:v>
                </c:pt>
                <c:pt idx="102">
                  <c:v>21.501</c:v>
                </c:pt>
                <c:pt idx="103">
                  <c:v>20.986</c:v>
                </c:pt>
                <c:pt idx="104">
                  <c:v>20.878</c:v>
                </c:pt>
                <c:pt idx="105">
                  <c:v>20.832</c:v>
                </c:pt>
                <c:pt idx="106">
                  <c:v>20.803</c:v>
                </c:pt>
                <c:pt idx="107">
                  <c:v>20.789</c:v>
                </c:pt>
                <c:pt idx="108">
                  <c:v>20.742</c:v>
                </c:pt>
                <c:pt idx="109">
                  <c:v>20.734</c:v>
                </c:pt>
                <c:pt idx="110">
                  <c:v>20.458</c:v>
                </c:pt>
                <c:pt idx="111">
                  <c:v>20.362</c:v>
                </c:pt>
                <c:pt idx="112">
                  <c:v>20.344</c:v>
                </c:pt>
                <c:pt idx="113">
                  <c:v>20.266</c:v>
                </c:pt>
                <c:pt idx="114">
                  <c:v>20.139</c:v>
                </c:pt>
                <c:pt idx="115">
                  <c:v>20.059</c:v>
                </c:pt>
                <c:pt idx="116">
                  <c:v>19.744</c:v>
                </c:pt>
                <c:pt idx="117">
                  <c:v>19.651</c:v>
                </c:pt>
                <c:pt idx="118">
                  <c:v>19.636</c:v>
                </c:pt>
                <c:pt idx="119">
                  <c:v>19.59</c:v>
                </c:pt>
                <c:pt idx="120">
                  <c:v>19.481</c:v>
                </c:pt>
                <c:pt idx="121">
                  <c:v>19.335</c:v>
                </c:pt>
                <c:pt idx="122">
                  <c:v>19.058</c:v>
                </c:pt>
                <c:pt idx="123">
                  <c:v>18.956</c:v>
                </c:pt>
                <c:pt idx="124">
                  <c:v>18.785</c:v>
                </c:pt>
                <c:pt idx="125">
                  <c:v>18.607</c:v>
                </c:pt>
                <c:pt idx="126">
                  <c:v>18.537</c:v>
                </c:pt>
                <c:pt idx="127">
                  <c:v>18.532</c:v>
                </c:pt>
                <c:pt idx="128">
                  <c:v>18.477</c:v>
                </c:pt>
                <c:pt idx="129">
                  <c:v>18.457</c:v>
                </c:pt>
                <c:pt idx="130">
                  <c:v>18.373</c:v>
                </c:pt>
                <c:pt idx="131">
                  <c:v>18.295</c:v>
                </c:pt>
                <c:pt idx="132">
                  <c:v>18.275</c:v>
                </c:pt>
                <c:pt idx="133">
                  <c:v>18.214</c:v>
                </c:pt>
                <c:pt idx="134">
                  <c:v>18.183</c:v>
                </c:pt>
                <c:pt idx="135">
                  <c:v>17.98</c:v>
                </c:pt>
                <c:pt idx="136">
                  <c:v>17.915</c:v>
                </c:pt>
                <c:pt idx="137">
                  <c:v>17.776</c:v>
                </c:pt>
                <c:pt idx="138">
                  <c:v>17.755</c:v>
                </c:pt>
                <c:pt idx="139">
                  <c:v>17.519</c:v>
                </c:pt>
                <c:pt idx="140">
                  <c:v>17.425</c:v>
                </c:pt>
                <c:pt idx="141">
                  <c:v>17.075</c:v>
                </c:pt>
                <c:pt idx="142">
                  <c:v>17.041</c:v>
                </c:pt>
                <c:pt idx="143">
                  <c:v>17.033</c:v>
                </c:pt>
                <c:pt idx="144">
                  <c:v>17.009</c:v>
                </c:pt>
                <c:pt idx="145">
                  <c:v>16.887</c:v>
                </c:pt>
                <c:pt idx="146">
                  <c:v>16.847</c:v>
                </c:pt>
                <c:pt idx="147">
                  <c:v>16.839</c:v>
                </c:pt>
                <c:pt idx="148">
                  <c:v>16.805</c:v>
                </c:pt>
                <c:pt idx="149">
                  <c:v>16.793</c:v>
                </c:pt>
                <c:pt idx="150">
                  <c:v>16.793</c:v>
                </c:pt>
                <c:pt idx="151">
                  <c:v>16.78</c:v>
                </c:pt>
                <c:pt idx="152">
                  <c:v>16.656</c:v>
                </c:pt>
                <c:pt idx="153">
                  <c:v>16.643</c:v>
                </c:pt>
                <c:pt idx="154">
                  <c:v>16.596</c:v>
                </c:pt>
                <c:pt idx="155">
                  <c:v>16.473</c:v>
                </c:pt>
                <c:pt idx="156">
                  <c:v>16.473</c:v>
                </c:pt>
                <c:pt idx="157">
                  <c:v>16.464</c:v>
                </c:pt>
                <c:pt idx="158">
                  <c:v>16.458</c:v>
                </c:pt>
                <c:pt idx="159">
                  <c:v>16.422</c:v>
                </c:pt>
                <c:pt idx="160">
                  <c:v>16.401</c:v>
                </c:pt>
                <c:pt idx="161">
                  <c:v>16.249</c:v>
                </c:pt>
                <c:pt idx="162">
                  <c:v>16.175</c:v>
                </c:pt>
                <c:pt idx="163">
                  <c:v>16.103</c:v>
                </c:pt>
                <c:pt idx="164">
                  <c:v>16.093</c:v>
                </c:pt>
                <c:pt idx="165">
                  <c:v>15.981</c:v>
                </c:pt>
                <c:pt idx="166">
                  <c:v>15.916</c:v>
                </c:pt>
                <c:pt idx="167">
                  <c:v>15.861</c:v>
                </c:pt>
                <c:pt idx="168">
                  <c:v>15.765</c:v>
                </c:pt>
                <c:pt idx="169">
                  <c:v>15.688</c:v>
                </c:pt>
                <c:pt idx="170">
                  <c:v>15.68</c:v>
                </c:pt>
                <c:pt idx="171">
                  <c:v>15.658</c:v>
                </c:pt>
                <c:pt idx="172">
                  <c:v>15.649</c:v>
                </c:pt>
                <c:pt idx="173">
                  <c:v>15.564</c:v>
                </c:pt>
                <c:pt idx="174">
                  <c:v>15.48</c:v>
                </c:pt>
                <c:pt idx="175">
                  <c:v>15.353</c:v>
                </c:pt>
                <c:pt idx="176">
                  <c:v>15.339</c:v>
                </c:pt>
                <c:pt idx="177">
                  <c:v>15.29</c:v>
                </c:pt>
                <c:pt idx="178">
                  <c:v>15.235</c:v>
                </c:pt>
                <c:pt idx="179">
                  <c:v>15.211</c:v>
                </c:pt>
                <c:pt idx="180">
                  <c:v>15.209</c:v>
                </c:pt>
                <c:pt idx="181">
                  <c:v>15.193</c:v>
                </c:pt>
                <c:pt idx="182">
                  <c:v>15.156</c:v>
                </c:pt>
                <c:pt idx="183">
                  <c:v>15.012</c:v>
                </c:pt>
                <c:pt idx="184">
                  <c:v>14.973</c:v>
                </c:pt>
                <c:pt idx="185">
                  <c:v>14.936</c:v>
                </c:pt>
                <c:pt idx="186">
                  <c:v>14.813</c:v>
                </c:pt>
                <c:pt idx="187">
                  <c:v>14.784</c:v>
                </c:pt>
                <c:pt idx="188">
                  <c:v>14.694</c:v>
                </c:pt>
                <c:pt idx="189">
                  <c:v>14.676</c:v>
                </c:pt>
                <c:pt idx="190">
                  <c:v>14.671</c:v>
                </c:pt>
                <c:pt idx="191">
                  <c:v>14.632</c:v>
                </c:pt>
                <c:pt idx="192">
                  <c:v>14.574</c:v>
                </c:pt>
                <c:pt idx="193">
                  <c:v>14.298</c:v>
                </c:pt>
                <c:pt idx="194">
                  <c:v>14.249</c:v>
                </c:pt>
                <c:pt idx="195">
                  <c:v>14.187</c:v>
                </c:pt>
                <c:pt idx="196">
                  <c:v>14.182</c:v>
                </c:pt>
                <c:pt idx="197">
                  <c:v>14.137</c:v>
                </c:pt>
                <c:pt idx="198">
                  <c:v>14.108</c:v>
                </c:pt>
                <c:pt idx="199">
                  <c:v>14.074</c:v>
                </c:pt>
                <c:pt idx="200">
                  <c:v>14.038</c:v>
                </c:pt>
                <c:pt idx="201">
                  <c:v>14.005</c:v>
                </c:pt>
                <c:pt idx="202">
                  <c:v>14</c:v>
                </c:pt>
                <c:pt idx="203">
                  <c:v>13.96</c:v>
                </c:pt>
                <c:pt idx="204">
                  <c:v>13.94</c:v>
                </c:pt>
                <c:pt idx="205">
                  <c:v>13.785</c:v>
                </c:pt>
                <c:pt idx="206">
                  <c:v>13.772</c:v>
                </c:pt>
                <c:pt idx="207">
                  <c:v>13.717</c:v>
                </c:pt>
                <c:pt idx="208">
                  <c:v>13.713</c:v>
                </c:pt>
                <c:pt idx="209">
                  <c:v>13.713</c:v>
                </c:pt>
                <c:pt idx="210">
                  <c:v>13.691</c:v>
                </c:pt>
                <c:pt idx="211">
                  <c:v>13.63</c:v>
                </c:pt>
                <c:pt idx="212">
                  <c:v>13.599</c:v>
                </c:pt>
                <c:pt idx="213">
                  <c:v>13.541</c:v>
                </c:pt>
                <c:pt idx="214">
                  <c:v>13.519</c:v>
                </c:pt>
                <c:pt idx="215">
                  <c:v>13.39</c:v>
                </c:pt>
                <c:pt idx="216">
                  <c:v>13.353</c:v>
                </c:pt>
                <c:pt idx="217">
                  <c:v>13.31</c:v>
                </c:pt>
                <c:pt idx="218">
                  <c:v>13.226</c:v>
                </c:pt>
                <c:pt idx="219">
                  <c:v>13.226</c:v>
                </c:pt>
                <c:pt idx="220">
                  <c:v>13.198</c:v>
                </c:pt>
                <c:pt idx="221">
                  <c:v>13.185</c:v>
                </c:pt>
                <c:pt idx="222">
                  <c:v>13.17</c:v>
                </c:pt>
                <c:pt idx="223">
                  <c:v>13.148</c:v>
                </c:pt>
                <c:pt idx="224">
                  <c:v>13.145</c:v>
                </c:pt>
                <c:pt idx="225">
                  <c:v>13.124</c:v>
                </c:pt>
                <c:pt idx="226">
                  <c:v>13.119</c:v>
                </c:pt>
                <c:pt idx="227">
                  <c:v>13.089</c:v>
                </c:pt>
                <c:pt idx="228">
                  <c:v>12.973</c:v>
                </c:pt>
                <c:pt idx="229">
                  <c:v>12.863</c:v>
                </c:pt>
                <c:pt idx="230">
                  <c:v>12.799</c:v>
                </c:pt>
                <c:pt idx="231">
                  <c:v>12.788</c:v>
                </c:pt>
                <c:pt idx="232">
                  <c:v>12.757</c:v>
                </c:pt>
                <c:pt idx="233">
                  <c:v>12.737</c:v>
                </c:pt>
                <c:pt idx="234">
                  <c:v>12.636</c:v>
                </c:pt>
                <c:pt idx="235">
                  <c:v>12.621</c:v>
                </c:pt>
                <c:pt idx="236">
                  <c:v>12.616</c:v>
                </c:pt>
                <c:pt idx="237">
                  <c:v>12.604</c:v>
                </c:pt>
                <c:pt idx="238">
                  <c:v>12.571</c:v>
                </c:pt>
                <c:pt idx="239">
                  <c:v>12.557</c:v>
                </c:pt>
                <c:pt idx="240">
                  <c:v>12.555</c:v>
                </c:pt>
                <c:pt idx="241">
                  <c:v>12.473</c:v>
                </c:pt>
                <c:pt idx="242">
                  <c:v>12.44</c:v>
                </c:pt>
                <c:pt idx="243">
                  <c:v>12.4</c:v>
                </c:pt>
                <c:pt idx="244">
                  <c:v>12.308</c:v>
                </c:pt>
                <c:pt idx="245">
                  <c:v>12.269</c:v>
                </c:pt>
                <c:pt idx="246">
                  <c:v>12.269</c:v>
                </c:pt>
                <c:pt idx="247">
                  <c:v>12.249</c:v>
                </c:pt>
                <c:pt idx="248">
                  <c:v>12.244</c:v>
                </c:pt>
                <c:pt idx="249">
                  <c:v>12.242</c:v>
                </c:pt>
                <c:pt idx="250">
                  <c:v>12.234</c:v>
                </c:pt>
                <c:pt idx="251">
                  <c:v>12.233</c:v>
                </c:pt>
                <c:pt idx="252">
                  <c:v>12.22</c:v>
                </c:pt>
                <c:pt idx="253">
                  <c:v>12.177</c:v>
                </c:pt>
                <c:pt idx="254">
                  <c:v>12.162</c:v>
                </c:pt>
                <c:pt idx="255">
                  <c:v>12.137</c:v>
                </c:pt>
                <c:pt idx="256">
                  <c:v>12.124</c:v>
                </c:pt>
                <c:pt idx="257">
                  <c:v>12.096</c:v>
                </c:pt>
                <c:pt idx="258">
                  <c:v>12.089</c:v>
                </c:pt>
                <c:pt idx="259">
                  <c:v>12.085</c:v>
                </c:pt>
                <c:pt idx="260">
                  <c:v>12.018</c:v>
                </c:pt>
                <c:pt idx="261">
                  <c:v>12.013</c:v>
                </c:pt>
                <c:pt idx="262">
                  <c:v>11.969</c:v>
                </c:pt>
                <c:pt idx="263">
                  <c:v>11.966</c:v>
                </c:pt>
                <c:pt idx="264">
                  <c:v>11.96</c:v>
                </c:pt>
                <c:pt idx="265">
                  <c:v>11.89</c:v>
                </c:pt>
                <c:pt idx="266">
                  <c:v>11.883</c:v>
                </c:pt>
                <c:pt idx="267">
                  <c:v>11.847</c:v>
                </c:pt>
                <c:pt idx="268">
                  <c:v>11.838</c:v>
                </c:pt>
                <c:pt idx="269">
                  <c:v>11.803</c:v>
                </c:pt>
                <c:pt idx="270">
                  <c:v>11.799</c:v>
                </c:pt>
                <c:pt idx="271">
                  <c:v>11.768</c:v>
                </c:pt>
                <c:pt idx="272">
                  <c:v>11.743</c:v>
                </c:pt>
                <c:pt idx="273">
                  <c:v>11.719</c:v>
                </c:pt>
                <c:pt idx="274">
                  <c:v>11.711</c:v>
                </c:pt>
                <c:pt idx="275">
                  <c:v>11.69</c:v>
                </c:pt>
                <c:pt idx="276">
                  <c:v>11.688</c:v>
                </c:pt>
                <c:pt idx="277">
                  <c:v>11.654</c:v>
                </c:pt>
                <c:pt idx="278">
                  <c:v>11.627</c:v>
                </c:pt>
                <c:pt idx="279">
                  <c:v>11.598</c:v>
                </c:pt>
                <c:pt idx="280">
                  <c:v>11.582</c:v>
                </c:pt>
                <c:pt idx="281">
                  <c:v>11.533</c:v>
                </c:pt>
                <c:pt idx="282">
                  <c:v>11.482</c:v>
                </c:pt>
                <c:pt idx="283">
                  <c:v>11.469</c:v>
                </c:pt>
                <c:pt idx="284">
                  <c:v>11.406</c:v>
                </c:pt>
                <c:pt idx="285">
                  <c:v>11.402</c:v>
                </c:pt>
                <c:pt idx="286">
                  <c:v>11.396</c:v>
                </c:pt>
                <c:pt idx="287">
                  <c:v>11.394</c:v>
                </c:pt>
                <c:pt idx="288">
                  <c:v>11.351</c:v>
                </c:pt>
                <c:pt idx="289">
                  <c:v>11.313</c:v>
                </c:pt>
                <c:pt idx="290">
                  <c:v>11.264</c:v>
                </c:pt>
                <c:pt idx="291">
                  <c:v>11.199</c:v>
                </c:pt>
                <c:pt idx="292">
                  <c:v>11.14</c:v>
                </c:pt>
                <c:pt idx="293">
                  <c:v>11.08</c:v>
                </c:pt>
                <c:pt idx="294">
                  <c:v>11.063</c:v>
                </c:pt>
                <c:pt idx="295">
                  <c:v>11.034</c:v>
                </c:pt>
                <c:pt idx="296">
                  <c:v>11.024</c:v>
                </c:pt>
                <c:pt idx="297">
                  <c:v>11.02</c:v>
                </c:pt>
                <c:pt idx="298">
                  <c:v>11.017</c:v>
                </c:pt>
                <c:pt idx="299">
                  <c:v>11.013</c:v>
                </c:pt>
                <c:pt idx="300">
                  <c:v>10.952</c:v>
                </c:pt>
                <c:pt idx="301">
                  <c:v>10.92</c:v>
                </c:pt>
                <c:pt idx="302">
                  <c:v>10.896</c:v>
                </c:pt>
                <c:pt idx="303">
                  <c:v>10.893</c:v>
                </c:pt>
                <c:pt idx="304">
                  <c:v>10.871</c:v>
                </c:pt>
                <c:pt idx="305">
                  <c:v>10.866</c:v>
                </c:pt>
                <c:pt idx="306">
                  <c:v>10.861</c:v>
                </c:pt>
                <c:pt idx="307">
                  <c:v>10.84</c:v>
                </c:pt>
                <c:pt idx="308">
                  <c:v>10.822</c:v>
                </c:pt>
                <c:pt idx="309">
                  <c:v>10.784</c:v>
                </c:pt>
                <c:pt idx="310">
                  <c:v>10.775</c:v>
                </c:pt>
                <c:pt idx="311">
                  <c:v>10.774</c:v>
                </c:pt>
                <c:pt idx="312">
                  <c:v>10.714</c:v>
                </c:pt>
                <c:pt idx="313">
                  <c:v>10.707</c:v>
                </c:pt>
                <c:pt idx="314">
                  <c:v>10.669</c:v>
                </c:pt>
                <c:pt idx="315">
                  <c:v>10.623</c:v>
                </c:pt>
                <c:pt idx="316">
                  <c:v>10.598</c:v>
                </c:pt>
                <c:pt idx="317">
                  <c:v>10.563</c:v>
                </c:pt>
                <c:pt idx="318">
                  <c:v>10.548</c:v>
                </c:pt>
                <c:pt idx="319">
                  <c:v>10.479</c:v>
                </c:pt>
                <c:pt idx="320">
                  <c:v>10.454</c:v>
                </c:pt>
                <c:pt idx="321">
                  <c:v>10.454</c:v>
                </c:pt>
                <c:pt idx="322">
                  <c:v>10.454</c:v>
                </c:pt>
                <c:pt idx="323">
                  <c:v>10.374</c:v>
                </c:pt>
                <c:pt idx="324">
                  <c:v>10.313</c:v>
                </c:pt>
                <c:pt idx="325">
                  <c:v>10.307</c:v>
                </c:pt>
                <c:pt idx="326">
                  <c:v>10.297</c:v>
                </c:pt>
                <c:pt idx="327">
                  <c:v>10.288</c:v>
                </c:pt>
                <c:pt idx="328">
                  <c:v>10.231</c:v>
                </c:pt>
                <c:pt idx="329">
                  <c:v>10.218</c:v>
                </c:pt>
                <c:pt idx="330">
                  <c:v>10.212</c:v>
                </c:pt>
                <c:pt idx="331">
                  <c:v>10.117</c:v>
                </c:pt>
                <c:pt idx="332">
                  <c:v>10.023</c:v>
                </c:pt>
                <c:pt idx="333">
                  <c:v>10.005</c:v>
                </c:pt>
                <c:pt idx="334">
                  <c:v>9.992</c:v>
                </c:pt>
                <c:pt idx="335">
                  <c:v>9.915</c:v>
                </c:pt>
                <c:pt idx="336">
                  <c:v>9.906</c:v>
                </c:pt>
                <c:pt idx="337">
                  <c:v>9.903</c:v>
                </c:pt>
                <c:pt idx="338">
                  <c:v>9.882</c:v>
                </c:pt>
                <c:pt idx="339">
                  <c:v>9.721</c:v>
                </c:pt>
                <c:pt idx="340">
                  <c:v>9.72</c:v>
                </c:pt>
                <c:pt idx="341">
                  <c:v>9.713</c:v>
                </c:pt>
                <c:pt idx="342">
                  <c:v>9.713</c:v>
                </c:pt>
                <c:pt idx="343">
                  <c:v>9.707</c:v>
                </c:pt>
                <c:pt idx="344">
                  <c:v>9.668</c:v>
                </c:pt>
                <c:pt idx="345">
                  <c:v>9.654</c:v>
                </c:pt>
                <c:pt idx="346">
                  <c:v>9.616</c:v>
                </c:pt>
                <c:pt idx="347">
                  <c:v>9.601</c:v>
                </c:pt>
                <c:pt idx="348">
                  <c:v>9.566</c:v>
                </c:pt>
                <c:pt idx="349">
                  <c:v>9.545</c:v>
                </c:pt>
                <c:pt idx="350">
                  <c:v>9.518</c:v>
                </c:pt>
                <c:pt idx="351">
                  <c:v>9.491</c:v>
                </c:pt>
                <c:pt idx="352">
                  <c:v>9.481</c:v>
                </c:pt>
                <c:pt idx="353">
                  <c:v>9.452</c:v>
                </c:pt>
                <c:pt idx="354">
                  <c:v>9.437</c:v>
                </c:pt>
                <c:pt idx="355">
                  <c:v>9.433</c:v>
                </c:pt>
                <c:pt idx="356">
                  <c:v>9.43</c:v>
                </c:pt>
                <c:pt idx="357">
                  <c:v>9.375</c:v>
                </c:pt>
                <c:pt idx="358">
                  <c:v>9.363</c:v>
                </c:pt>
                <c:pt idx="359">
                  <c:v>9.338</c:v>
                </c:pt>
                <c:pt idx="360">
                  <c:v>9.333</c:v>
                </c:pt>
                <c:pt idx="361">
                  <c:v>9.333</c:v>
                </c:pt>
                <c:pt idx="362">
                  <c:v>9.309</c:v>
                </c:pt>
                <c:pt idx="363">
                  <c:v>9.26</c:v>
                </c:pt>
                <c:pt idx="364">
                  <c:v>9.228</c:v>
                </c:pt>
                <c:pt idx="365">
                  <c:v>9.22</c:v>
                </c:pt>
                <c:pt idx="366">
                  <c:v>9.202</c:v>
                </c:pt>
                <c:pt idx="367">
                  <c:v>9.187</c:v>
                </c:pt>
                <c:pt idx="368">
                  <c:v>9.18</c:v>
                </c:pt>
                <c:pt idx="369">
                  <c:v>9.114</c:v>
                </c:pt>
                <c:pt idx="370">
                  <c:v>9.108</c:v>
                </c:pt>
                <c:pt idx="371">
                  <c:v>9.1</c:v>
                </c:pt>
                <c:pt idx="372">
                  <c:v>9.095</c:v>
                </c:pt>
                <c:pt idx="373">
                  <c:v>9.088</c:v>
                </c:pt>
                <c:pt idx="374">
                  <c:v>9.032</c:v>
                </c:pt>
                <c:pt idx="375">
                  <c:v>9.029</c:v>
                </c:pt>
                <c:pt idx="376">
                  <c:v>9.015</c:v>
                </c:pt>
                <c:pt idx="377">
                  <c:v>9.01</c:v>
                </c:pt>
                <c:pt idx="378">
                  <c:v>9.009</c:v>
                </c:pt>
                <c:pt idx="379">
                  <c:v>9</c:v>
                </c:pt>
                <c:pt idx="380">
                  <c:v>8.999</c:v>
                </c:pt>
                <c:pt idx="381">
                  <c:v>8.965</c:v>
                </c:pt>
                <c:pt idx="382">
                  <c:v>8.953</c:v>
                </c:pt>
                <c:pt idx="383">
                  <c:v>8.948</c:v>
                </c:pt>
                <c:pt idx="384">
                  <c:v>8.946</c:v>
                </c:pt>
                <c:pt idx="385">
                  <c:v>8.945</c:v>
                </c:pt>
                <c:pt idx="386">
                  <c:v>8.896</c:v>
                </c:pt>
                <c:pt idx="387">
                  <c:v>8.891</c:v>
                </c:pt>
                <c:pt idx="388">
                  <c:v>8.882</c:v>
                </c:pt>
                <c:pt idx="389">
                  <c:v>8.879</c:v>
                </c:pt>
                <c:pt idx="390">
                  <c:v>8.874</c:v>
                </c:pt>
                <c:pt idx="391">
                  <c:v>8.865</c:v>
                </c:pt>
                <c:pt idx="392">
                  <c:v>8.864</c:v>
                </c:pt>
                <c:pt idx="393">
                  <c:v>8.846</c:v>
                </c:pt>
                <c:pt idx="394">
                  <c:v>8.801</c:v>
                </c:pt>
                <c:pt idx="395">
                  <c:v>8.8</c:v>
                </c:pt>
                <c:pt idx="396">
                  <c:v>8.8</c:v>
                </c:pt>
                <c:pt idx="397">
                  <c:v>8.794</c:v>
                </c:pt>
                <c:pt idx="398">
                  <c:v>8.786</c:v>
                </c:pt>
                <c:pt idx="399">
                  <c:v>8.78</c:v>
                </c:pt>
                <c:pt idx="400">
                  <c:v>8.777</c:v>
                </c:pt>
                <c:pt idx="401">
                  <c:v>8.749</c:v>
                </c:pt>
                <c:pt idx="402">
                  <c:v>8.734</c:v>
                </c:pt>
                <c:pt idx="403">
                  <c:v>8.732</c:v>
                </c:pt>
                <c:pt idx="404">
                  <c:v>8.723</c:v>
                </c:pt>
                <c:pt idx="405">
                  <c:v>8.721</c:v>
                </c:pt>
                <c:pt idx="406">
                  <c:v>8.717</c:v>
                </c:pt>
                <c:pt idx="407">
                  <c:v>8.706</c:v>
                </c:pt>
                <c:pt idx="408">
                  <c:v>8.687</c:v>
                </c:pt>
                <c:pt idx="409">
                  <c:v>8.682</c:v>
                </c:pt>
                <c:pt idx="410">
                  <c:v>8.637</c:v>
                </c:pt>
                <c:pt idx="411">
                  <c:v>8.621</c:v>
                </c:pt>
                <c:pt idx="412">
                  <c:v>8.592</c:v>
                </c:pt>
                <c:pt idx="413">
                  <c:v>8.592</c:v>
                </c:pt>
                <c:pt idx="414">
                  <c:v>8.581</c:v>
                </c:pt>
                <c:pt idx="415">
                  <c:v>8.574</c:v>
                </c:pt>
                <c:pt idx="416">
                  <c:v>8.554</c:v>
                </c:pt>
                <c:pt idx="417">
                  <c:v>8.542</c:v>
                </c:pt>
                <c:pt idx="418">
                  <c:v>8.498</c:v>
                </c:pt>
                <c:pt idx="419">
                  <c:v>8.49</c:v>
                </c:pt>
                <c:pt idx="420">
                  <c:v>8.483</c:v>
                </c:pt>
                <c:pt idx="421">
                  <c:v>8.435</c:v>
                </c:pt>
                <c:pt idx="422">
                  <c:v>8.428</c:v>
                </c:pt>
                <c:pt idx="423">
                  <c:v>8.424</c:v>
                </c:pt>
                <c:pt idx="424">
                  <c:v>8.414</c:v>
                </c:pt>
                <c:pt idx="425">
                  <c:v>8.413</c:v>
                </c:pt>
                <c:pt idx="426">
                  <c:v>8.412</c:v>
                </c:pt>
                <c:pt idx="427">
                  <c:v>8.366</c:v>
                </c:pt>
                <c:pt idx="428">
                  <c:v>8.353</c:v>
                </c:pt>
                <c:pt idx="429">
                  <c:v>8.35</c:v>
                </c:pt>
                <c:pt idx="430">
                  <c:v>8.314</c:v>
                </c:pt>
                <c:pt idx="431">
                  <c:v>8.301</c:v>
                </c:pt>
                <c:pt idx="432">
                  <c:v>8.289</c:v>
                </c:pt>
                <c:pt idx="433">
                  <c:v>8.277</c:v>
                </c:pt>
                <c:pt idx="434">
                  <c:v>8.267</c:v>
                </c:pt>
                <c:pt idx="435">
                  <c:v>8.266</c:v>
                </c:pt>
                <c:pt idx="436">
                  <c:v>8.26</c:v>
                </c:pt>
                <c:pt idx="437">
                  <c:v>8.257</c:v>
                </c:pt>
                <c:pt idx="438">
                  <c:v>8.25</c:v>
                </c:pt>
                <c:pt idx="439">
                  <c:v>8.246</c:v>
                </c:pt>
                <c:pt idx="440">
                  <c:v>8.238</c:v>
                </c:pt>
                <c:pt idx="441">
                  <c:v>8.226</c:v>
                </c:pt>
                <c:pt idx="442">
                  <c:v>8.208</c:v>
                </c:pt>
                <c:pt idx="443">
                  <c:v>8.193</c:v>
                </c:pt>
                <c:pt idx="444">
                  <c:v>8.166</c:v>
                </c:pt>
                <c:pt idx="445">
                  <c:v>8.114</c:v>
                </c:pt>
                <c:pt idx="446">
                  <c:v>8.103</c:v>
                </c:pt>
                <c:pt idx="447">
                  <c:v>8.099</c:v>
                </c:pt>
                <c:pt idx="448">
                  <c:v>8.088</c:v>
                </c:pt>
                <c:pt idx="449">
                  <c:v>8.063</c:v>
                </c:pt>
                <c:pt idx="450">
                  <c:v>8.052</c:v>
                </c:pt>
                <c:pt idx="451">
                  <c:v>8.047</c:v>
                </c:pt>
                <c:pt idx="452">
                  <c:v>8.031</c:v>
                </c:pt>
                <c:pt idx="453">
                  <c:v>8.027</c:v>
                </c:pt>
                <c:pt idx="454">
                  <c:v>8.026</c:v>
                </c:pt>
                <c:pt idx="455">
                  <c:v>8.023</c:v>
                </c:pt>
                <c:pt idx="456">
                  <c:v>8.007</c:v>
                </c:pt>
                <c:pt idx="457">
                  <c:v>7.974</c:v>
                </c:pt>
                <c:pt idx="458">
                  <c:v>7.973</c:v>
                </c:pt>
                <c:pt idx="459">
                  <c:v>7.934</c:v>
                </c:pt>
                <c:pt idx="460">
                  <c:v>7.933</c:v>
                </c:pt>
                <c:pt idx="461">
                  <c:v>7.932</c:v>
                </c:pt>
                <c:pt idx="462">
                  <c:v>7.921</c:v>
                </c:pt>
                <c:pt idx="463">
                  <c:v>7.903</c:v>
                </c:pt>
                <c:pt idx="464">
                  <c:v>7.902</c:v>
                </c:pt>
                <c:pt idx="465">
                  <c:v>7.9</c:v>
                </c:pt>
                <c:pt idx="466">
                  <c:v>7.893</c:v>
                </c:pt>
                <c:pt idx="467">
                  <c:v>7.86</c:v>
                </c:pt>
                <c:pt idx="468">
                  <c:v>7.854</c:v>
                </c:pt>
                <c:pt idx="469">
                  <c:v>7.852</c:v>
                </c:pt>
                <c:pt idx="470">
                  <c:v>7.836</c:v>
                </c:pt>
                <c:pt idx="471">
                  <c:v>7.828</c:v>
                </c:pt>
                <c:pt idx="472">
                  <c:v>7.827</c:v>
                </c:pt>
                <c:pt idx="473">
                  <c:v>7.827</c:v>
                </c:pt>
                <c:pt idx="474">
                  <c:v>7.816</c:v>
                </c:pt>
                <c:pt idx="475">
                  <c:v>7.809</c:v>
                </c:pt>
                <c:pt idx="476">
                  <c:v>7.739</c:v>
                </c:pt>
                <c:pt idx="477">
                  <c:v>7.723</c:v>
                </c:pt>
                <c:pt idx="478">
                  <c:v>7.7</c:v>
                </c:pt>
                <c:pt idx="479">
                  <c:v>7.7</c:v>
                </c:pt>
                <c:pt idx="480">
                  <c:v>7.693</c:v>
                </c:pt>
                <c:pt idx="481">
                  <c:v>7.689</c:v>
                </c:pt>
                <c:pt idx="482">
                  <c:v>7.676</c:v>
                </c:pt>
                <c:pt idx="483">
                  <c:v>7.667</c:v>
                </c:pt>
                <c:pt idx="484">
                  <c:v>7.665</c:v>
                </c:pt>
                <c:pt idx="485">
                  <c:v>7.663</c:v>
                </c:pt>
                <c:pt idx="486">
                  <c:v>7.653</c:v>
                </c:pt>
                <c:pt idx="487">
                  <c:v>7.652</c:v>
                </c:pt>
                <c:pt idx="488">
                  <c:v>7.65</c:v>
                </c:pt>
                <c:pt idx="489">
                  <c:v>7.64</c:v>
                </c:pt>
                <c:pt idx="490">
                  <c:v>7.553</c:v>
                </c:pt>
                <c:pt idx="491">
                  <c:v>7.55</c:v>
                </c:pt>
                <c:pt idx="492">
                  <c:v>7.516</c:v>
                </c:pt>
                <c:pt idx="493">
                  <c:v>7.502</c:v>
                </c:pt>
                <c:pt idx="494">
                  <c:v>7.476</c:v>
                </c:pt>
                <c:pt idx="495">
                  <c:v>7.471</c:v>
                </c:pt>
                <c:pt idx="496">
                  <c:v>7.454</c:v>
                </c:pt>
                <c:pt idx="497">
                  <c:v>7.422</c:v>
                </c:pt>
                <c:pt idx="498">
                  <c:v>7.42</c:v>
                </c:pt>
                <c:pt idx="499">
                  <c:v>7.395</c:v>
                </c:pt>
                <c:pt idx="500">
                  <c:v>7.389</c:v>
                </c:pt>
                <c:pt idx="501">
                  <c:v>7.388</c:v>
                </c:pt>
                <c:pt idx="502">
                  <c:v>7.387</c:v>
                </c:pt>
                <c:pt idx="503">
                  <c:v>7.369</c:v>
                </c:pt>
                <c:pt idx="504">
                  <c:v>7.35</c:v>
                </c:pt>
                <c:pt idx="505">
                  <c:v>7.339</c:v>
                </c:pt>
                <c:pt idx="506">
                  <c:v>7.324</c:v>
                </c:pt>
                <c:pt idx="507">
                  <c:v>7.305</c:v>
                </c:pt>
                <c:pt idx="508">
                  <c:v>7.274</c:v>
                </c:pt>
                <c:pt idx="509">
                  <c:v>7.233</c:v>
                </c:pt>
                <c:pt idx="510">
                  <c:v>7.225</c:v>
                </c:pt>
                <c:pt idx="511">
                  <c:v>7.224</c:v>
                </c:pt>
                <c:pt idx="512">
                  <c:v>7.209</c:v>
                </c:pt>
                <c:pt idx="513">
                  <c:v>7.205</c:v>
                </c:pt>
                <c:pt idx="514">
                  <c:v>7.203</c:v>
                </c:pt>
                <c:pt idx="515">
                  <c:v>7.184</c:v>
                </c:pt>
                <c:pt idx="516">
                  <c:v>7.174</c:v>
                </c:pt>
                <c:pt idx="517">
                  <c:v>7.148</c:v>
                </c:pt>
                <c:pt idx="518">
                  <c:v>7.146</c:v>
                </c:pt>
                <c:pt idx="519">
                  <c:v>7.132</c:v>
                </c:pt>
                <c:pt idx="520">
                  <c:v>7.122</c:v>
                </c:pt>
                <c:pt idx="521">
                  <c:v>7.117</c:v>
                </c:pt>
                <c:pt idx="522">
                  <c:v>7.111</c:v>
                </c:pt>
                <c:pt idx="523">
                  <c:v>7.106</c:v>
                </c:pt>
                <c:pt idx="524">
                  <c:v>7.105</c:v>
                </c:pt>
                <c:pt idx="525">
                  <c:v>7.104</c:v>
                </c:pt>
                <c:pt idx="526">
                  <c:v>7.104</c:v>
                </c:pt>
                <c:pt idx="527">
                  <c:v>7.084</c:v>
                </c:pt>
                <c:pt idx="528">
                  <c:v>7.076</c:v>
                </c:pt>
                <c:pt idx="529">
                  <c:v>7.073</c:v>
                </c:pt>
                <c:pt idx="530">
                  <c:v>7.057</c:v>
                </c:pt>
                <c:pt idx="531">
                  <c:v>7.035</c:v>
                </c:pt>
                <c:pt idx="532">
                  <c:v>7.017</c:v>
                </c:pt>
                <c:pt idx="533">
                  <c:v>7.016</c:v>
                </c:pt>
                <c:pt idx="534">
                  <c:v>6.959</c:v>
                </c:pt>
                <c:pt idx="535">
                  <c:v>6.92</c:v>
                </c:pt>
                <c:pt idx="536">
                  <c:v>6.919</c:v>
                </c:pt>
                <c:pt idx="537">
                  <c:v>6.899</c:v>
                </c:pt>
                <c:pt idx="538">
                  <c:v>6.883</c:v>
                </c:pt>
                <c:pt idx="539">
                  <c:v>6.883</c:v>
                </c:pt>
                <c:pt idx="540">
                  <c:v>6.877</c:v>
                </c:pt>
                <c:pt idx="541">
                  <c:v>6.847</c:v>
                </c:pt>
                <c:pt idx="542">
                  <c:v>6.829</c:v>
                </c:pt>
                <c:pt idx="543">
                  <c:v>6.805</c:v>
                </c:pt>
                <c:pt idx="544">
                  <c:v>6.75</c:v>
                </c:pt>
                <c:pt idx="545">
                  <c:v>6.725</c:v>
                </c:pt>
                <c:pt idx="546">
                  <c:v>6.706</c:v>
                </c:pt>
                <c:pt idx="547">
                  <c:v>6.696</c:v>
                </c:pt>
                <c:pt idx="548">
                  <c:v>6.696</c:v>
                </c:pt>
                <c:pt idx="549">
                  <c:v>6.694</c:v>
                </c:pt>
                <c:pt idx="550">
                  <c:v>6.681</c:v>
                </c:pt>
                <c:pt idx="551">
                  <c:v>6.677</c:v>
                </c:pt>
                <c:pt idx="552">
                  <c:v>6.662</c:v>
                </c:pt>
                <c:pt idx="553">
                  <c:v>6.657</c:v>
                </c:pt>
                <c:pt idx="554">
                  <c:v>6.652</c:v>
                </c:pt>
                <c:pt idx="555">
                  <c:v>6.646</c:v>
                </c:pt>
                <c:pt idx="556">
                  <c:v>6.62</c:v>
                </c:pt>
                <c:pt idx="557">
                  <c:v>6.619</c:v>
                </c:pt>
                <c:pt idx="558">
                  <c:v>6.618</c:v>
                </c:pt>
                <c:pt idx="559">
                  <c:v>6.597</c:v>
                </c:pt>
                <c:pt idx="560">
                  <c:v>6.573</c:v>
                </c:pt>
                <c:pt idx="561">
                  <c:v>6.572</c:v>
                </c:pt>
                <c:pt idx="562">
                  <c:v>6.569</c:v>
                </c:pt>
                <c:pt idx="563">
                  <c:v>6.55</c:v>
                </c:pt>
                <c:pt idx="564">
                  <c:v>6.549</c:v>
                </c:pt>
                <c:pt idx="565">
                  <c:v>6.547</c:v>
                </c:pt>
                <c:pt idx="566">
                  <c:v>6.546</c:v>
                </c:pt>
                <c:pt idx="567">
                  <c:v>6.526</c:v>
                </c:pt>
                <c:pt idx="568">
                  <c:v>6.505</c:v>
                </c:pt>
                <c:pt idx="569">
                  <c:v>6.493</c:v>
                </c:pt>
                <c:pt idx="570">
                  <c:v>6.475</c:v>
                </c:pt>
                <c:pt idx="571">
                  <c:v>6.46</c:v>
                </c:pt>
                <c:pt idx="572">
                  <c:v>6.459</c:v>
                </c:pt>
                <c:pt idx="573">
                  <c:v>6.459</c:v>
                </c:pt>
                <c:pt idx="574">
                  <c:v>6.443</c:v>
                </c:pt>
                <c:pt idx="575">
                  <c:v>6.442</c:v>
                </c:pt>
                <c:pt idx="576">
                  <c:v>6.376</c:v>
                </c:pt>
                <c:pt idx="577">
                  <c:v>6.365</c:v>
                </c:pt>
                <c:pt idx="578">
                  <c:v>6.335</c:v>
                </c:pt>
                <c:pt idx="579">
                  <c:v>6.326</c:v>
                </c:pt>
                <c:pt idx="580">
                  <c:v>6.304</c:v>
                </c:pt>
                <c:pt idx="581">
                  <c:v>6.296</c:v>
                </c:pt>
                <c:pt idx="582">
                  <c:v>6.289</c:v>
                </c:pt>
                <c:pt idx="583">
                  <c:v>6.254</c:v>
                </c:pt>
                <c:pt idx="584">
                  <c:v>6.243</c:v>
                </c:pt>
                <c:pt idx="585">
                  <c:v>6.206</c:v>
                </c:pt>
                <c:pt idx="586">
                  <c:v>6.206</c:v>
                </c:pt>
                <c:pt idx="587">
                  <c:v>6.183</c:v>
                </c:pt>
                <c:pt idx="588">
                  <c:v>6.161</c:v>
                </c:pt>
                <c:pt idx="589">
                  <c:v>6.155</c:v>
                </c:pt>
                <c:pt idx="590">
                  <c:v>6.148</c:v>
                </c:pt>
                <c:pt idx="591">
                  <c:v>6.141</c:v>
                </c:pt>
                <c:pt idx="592">
                  <c:v>6.133</c:v>
                </c:pt>
                <c:pt idx="593">
                  <c:v>6.124</c:v>
                </c:pt>
                <c:pt idx="594">
                  <c:v>6.105</c:v>
                </c:pt>
                <c:pt idx="595">
                  <c:v>6.082</c:v>
                </c:pt>
                <c:pt idx="596">
                  <c:v>6.076</c:v>
                </c:pt>
                <c:pt idx="597">
                  <c:v>6.061</c:v>
                </c:pt>
                <c:pt idx="598">
                  <c:v>6.061</c:v>
                </c:pt>
                <c:pt idx="599">
                  <c:v>6.046</c:v>
                </c:pt>
                <c:pt idx="600">
                  <c:v>6.041</c:v>
                </c:pt>
                <c:pt idx="601">
                  <c:v>6.039</c:v>
                </c:pt>
                <c:pt idx="602">
                  <c:v>6.03</c:v>
                </c:pt>
                <c:pt idx="603">
                  <c:v>6.022</c:v>
                </c:pt>
                <c:pt idx="604">
                  <c:v>6.021</c:v>
                </c:pt>
                <c:pt idx="605">
                  <c:v>6.018</c:v>
                </c:pt>
                <c:pt idx="606">
                  <c:v>6.008</c:v>
                </c:pt>
                <c:pt idx="607">
                  <c:v>6.005</c:v>
                </c:pt>
                <c:pt idx="608">
                  <c:v>6</c:v>
                </c:pt>
                <c:pt idx="609">
                  <c:v>5.996</c:v>
                </c:pt>
                <c:pt idx="610">
                  <c:v>5.992</c:v>
                </c:pt>
                <c:pt idx="611">
                  <c:v>5.986</c:v>
                </c:pt>
                <c:pt idx="612">
                  <c:v>5.979</c:v>
                </c:pt>
                <c:pt idx="613">
                  <c:v>5.967</c:v>
                </c:pt>
                <c:pt idx="614">
                  <c:v>5.951</c:v>
                </c:pt>
                <c:pt idx="615">
                  <c:v>5.933</c:v>
                </c:pt>
                <c:pt idx="616">
                  <c:v>5.909</c:v>
                </c:pt>
                <c:pt idx="617">
                  <c:v>5.906</c:v>
                </c:pt>
                <c:pt idx="618">
                  <c:v>5.898</c:v>
                </c:pt>
                <c:pt idx="619">
                  <c:v>5.892</c:v>
                </c:pt>
                <c:pt idx="620">
                  <c:v>5.864</c:v>
                </c:pt>
                <c:pt idx="621">
                  <c:v>5.841</c:v>
                </c:pt>
                <c:pt idx="622">
                  <c:v>5.802</c:v>
                </c:pt>
                <c:pt idx="623">
                  <c:v>5.8</c:v>
                </c:pt>
                <c:pt idx="624">
                  <c:v>5.788</c:v>
                </c:pt>
                <c:pt idx="625">
                  <c:v>5.785</c:v>
                </c:pt>
                <c:pt idx="626">
                  <c:v>5.781</c:v>
                </c:pt>
                <c:pt idx="627">
                  <c:v>5.76</c:v>
                </c:pt>
                <c:pt idx="628">
                  <c:v>5.756</c:v>
                </c:pt>
                <c:pt idx="629">
                  <c:v>5.749</c:v>
                </c:pt>
                <c:pt idx="630">
                  <c:v>5.731</c:v>
                </c:pt>
                <c:pt idx="631">
                  <c:v>5.726</c:v>
                </c:pt>
                <c:pt idx="632">
                  <c:v>5.688</c:v>
                </c:pt>
                <c:pt idx="633">
                  <c:v>5.686</c:v>
                </c:pt>
                <c:pt idx="634">
                  <c:v>5.67</c:v>
                </c:pt>
                <c:pt idx="635">
                  <c:v>5.654</c:v>
                </c:pt>
                <c:pt idx="636">
                  <c:v>5.638</c:v>
                </c:pt>
                <c:pt idx="637">
                  <c:v>5.621</c:v>
                </c:pt>
                <c:pt idx="638">
                  <c:v>5.612</c:v>
                </c:pt>
                <c:pt idx="639">
                  <c:v>5.606</c:v>
                </c:pt>
                <c:pt idx="640">
                  <c:v>5.604</c:v>
                </c:pt>
                <c:pt idx="641">
                  <c:v>5.594</c:v>
                </c:pt>
                <c:pt idx="642">
                  <c:v>5.577</c:v>
                </c:pt>
                <c:pt idx="643">
                  <c:v>5.574</c:v>
                </c:pt>
                <c:pt idx="644">
                  <c:v>5.52</c:v>
                </c:pt>
                <c:pt idx="645">
                  <c:v>5.516</c:v>
                </c:pt>
                <c:pt idx="646">
                  <c:v>5.509</c:v>
                </c:pt>
                <c:pt idx="647">
                  <c:v>5.496</c:v>
                </c:pt>
                <c:pt idx="648">
                  <c:v>5.482</c:v>
                </c:pt>
                <c:pt idx="649">
                  <c:v>5.45</c:v>
                </c:pt>
                <c:pt idx="650">
                  <c:v>5.42</c:v>
                </c:pt>
                <c:pt idx="651">
                  <c:v>5.418</c:v>
                </c:pt>
                <c:pt idx="652">
                  <c:v>5.415</c:v>
                </c:pt>
                <c:pt idx="653">
                  <c:v>5.408</c:v>
                </c:pt>
                <c:pt idx="654">
                  <c:v>5.406</c:v>
                </c:pt>
                <c:pt idx="655">
                  <c:v>5.4</c:v>
                </c:pt>
                <c:pt idx="656">
                  <c:v>5.381</c:v>
                </c:pt>
                <c:pt idx="657">
                  <c:v>5.356</c:v>
                </c:pt>
                <c:pt idx="658">
                  <c:v>5.354</c:v>
                </c:pt>
                <c:pt idx="659">
                  <c:v>5.353</c:v>
                </c:pt>
                <c:pt idx="660">
                  <c:v>5.353</c:v>
                </c:pt>
                <c:pt idx="661">
                  <c:v>5.351</c:v>
                </c:pt>
                <c:pt idx="662">
                  <c:v>5.346</c:v>
                </c:pt>
                <c:pt idx="663">
                  <c:v>5.34</c:v>
                </c:pt>
                <c:pt idx="664">
                  <c:v>5.322</c:v>
                </c:pt>
                <c:pt idx="665">
                  <c:v>5.319</c:v>
                </c:pt>
                <c:pt idx="666">
                  <c:v>5.289</c:v>
                </c:pt>
                <c:pt idx="667">
                  <c:v>5.289</c:v>
                </c:pt>
                <c:pt idx="668">
                  <c:v>5.273</c:v>
                </c:pt>
                <c:pt idx="669">
                  <c:v>5.263</c:v>
                </c:pt>
                <c:pt idx="670">
                  <c:v>5.244</c:v>
                </c:pt>
                <c:pt idx="671">
                  <c:v>5.244</c:v>
                </c:pt>
                <c:pt idx="672">
                  <c:v>5.238</c:v>
                </c:pt>
                <c:pt idx="673">
                  <c:v>5.233</c:v>
                </c:pt>
                <c:pt idx="674">
                  <c:v>5.232</c:v>
                </c:pt>
                <c:pt idx="675">
                  <c:v>5.199</c:v>
                </c:pt>
                <c:pt idx="676">
                  <c:v>5.197</c:v>
                </c:pt>
                <c:pt idx="677">
                  <c:v>5.197</c:v>
                </c:pt>
                <c:pt idx="678">
                  <c:v>5.181</c:v>
                </c:pt>
                <c:pt idx="679">
                  <c:v>5.172</c:v>
                </c:pt>
                <c:pt idx="680">
                  <c:v>5.167</c:v>
                </c:pt>
                <c:pt idx="681">
                  <c:v>5.166</c:v>
                </c:pt>
                <c:pt idx="682">
                  <c:v>5.159</c:v>
                </c:pt>
                <c:pt idx="683">
                  <c:v>5.127</c:v>
                </c:pt>
                <c:pt idx="684">
                  <c:v>5.123</c:v>
                </c:pt>
                <c:pt idx="685">
                  <c:v>5.122</c:v>
                </c:pt>
                <c:pt idx="686">
                  <c:v>5.122</c:v>
                </c:pt>
                <c:pt idx="687">
                  <c:v>5.119</c:v>
                </c:pt>
                <c:pt idx="688">
                  <c:v>5.1</c:v>
                </c:pt>
                <c:pt idx="689">
                  <c:v>5.066</c:v>
                </c:pt>
                <c:pt idx="690">
                  <c:v>5.045</c:v>
                </c:pt>
                <c:pt idx="691">
                  <c:v>5.04</c:v>
                </c:pt>
                <c:pt idx="692">
                  <c:v>4.985</c:v>
                </c:pt>
                <c:pt idx="693">
                  <c:v>4.97</c:v>
                </c:pt>
                <c:pt idx="694">
                  <c:v>4.961</c:v>
                </c:pt>
                <c:pt idx="695">
                  <c:v>4.953</c:v>
                </c:pt>
                <c:pt idx="696">
                  <c:v>4.941</c:v>
                </c:pt>
                <c:pt idx="697">
                  <c:v>4.94</c:v>
                </c:pt>
                <c:pt idx="698">
                  <c:v>4.932</c:v>
                </c:pt>
                <c:pt idx="699">
                  <c:v>4.93</c:v>
                </c:pt>
                <c:pt idx="700">
                  <c:v>4.925</c:v>
                </c:pt>
                <c:pt idx="701">
                  <c:v>4.91</c:v>
                </c:pt>
                <c:pt idx="702">
                  <c:v>4.9</c:v>
                </c:pt>
                <c:pt idx="703">
                  <c:v>4.894</c:v>
                </c:pt>
                <c:pt idx="704">
                  <c:v>4.876</c:v>
                </c:pt>
                <c:pt idx="705">
                  <c:v>4.866</c:v>
                </c:pt>
                <c:pt idx="706">
                  <c:v>4.848</c:v>
                </c:pt>
                <c:pt idx="707">
                  <c:v>4.837</c:v>
                </c:pt>
                <c:pt idx="708">
                  <c:v>4.812</c:v>
                </c:pt>
                <c:pt idx="709">
                  <c:v>4.808</c:v>
                </c:pt>
                <c:pt idx="710">
                  <c:v>4.749</c:v>
                </c:pt>
                <c:pt idx="711">
                  <c:v>4.729</c:v>
                </c:pt>
                <c:pt idx="712">
                  <c:v>4.719</c:v>
                </c:pt>
                <c:pt idx="713">
                  <c:v>4.711</c:v>
                </c:pt>
                <c:pt idx="714">
                  <c:v>4.708</c:v>
                </c:pt>
                <c:pt idx="715">
                  <c:v>4.701</c:v>
                </c:pt>
                <c:pt idx="716">
                  <c:v>4.7</c:v>
                </c:pt>
                <c:pt idx="717">
                  <c:v>4.69</c:v>
                </c:pt>
                <c:pt idx="718">
                  <c:v>4.676</c:v>
                </c:pt>
                <c:pt idx="719">
                  <c:v>4.675</c:v>
                </c:pt>
                <c:pt idx="720">
                  <c:v>4.642</c:v>
                </c:pt>
                <c:pt idx="721">
                  <c:v>4.629</c:v>
                </c:pt>
                <c:pt idx="722">
                  <c:v>4.617</c:v>
                </c:pt>
                <c:pt idx="723">
                  <c:v>4.602</c:v>
                </c:pt>
                <c:pt idx="724">
                  <c:v>4.598</c:v>
                </c:pt>
                <c:pt idx="725">
                  <c:v>4.596</c:v>
                </c:pt>
                <c:pt idx="726">
                  <c:v>4.585</c:v>
                </c:pt>
                <c:pt idx="727">
                  <c:v>4.584</c:v>
                </c:pt>
                <c:pt idx="728">
                  <c:v>4.564</c:v>
                </c:pt>
                <c:pt idx="729">
                  <c:v>4.562</c:v>
                </c:pt>
                <c:pt idx="730">
                  <c:v>4.553</c:v>
                </c:pt>
                <c:pt idx="731">
                  <c:v>4.55</c:v>
                </c:pt>
                <c:pt idx="732">
                  <c:v>4.513</c:v>
                </c:pt>
                <c:pt idx="733">
                  <c:v>4.502</c:v>
                </c:pt>
                <c:pt idx="734">
                  <c:v>4.496</c:v>
                </c:pt>
                <c:pt idx="735">
                  <c:v>4.409</c:v>
                </c:pt>
                <c:pt idx="736">
                  <c:v>4.388</c:v>
                </c:pt>
                <c:pt idx="737">
                  <c:v>4.388</c:v>
                </c:pt>
                <c:pt idx="738">
                  <c:v>4.387</c:v>
                </c:pt>
                <c:pt idx="739">
                  <c:v>4.385</c:v>
                </c:pt>
                <c:pt idx="740">
                  <c:v>4.378</c:v>
                </c:pt>
                <c:pt idx="741">
                  <c:v>4.371</c:v>
                </c:pt>
                <c:pt idx="742">
                  <c:v>4.365</c:v>
                </c:pt>
                <c:pt idx="743">
                  <c:v>4.36</c:v>
                </c:pt>
                <c:pt idx="744">
                  <c:v>4.341</c:v>
                </c:pt>
                <c:pt idx="745">
                  <c:v>4.339</c:v>
                </c:pt>
                <c:pt idx="746">
                  <c:v>4.328</c:v>
                </c:pt>
                <c:pt idx="747">
                  <c:v>4.28</c:v>
                </c:pt>
                <c:pt idx="748">
                  <c:v>4.259</c:v>
                </c:pt>
                <c:pt idx="749">
                  <c:v>4.243</c:v>
                </c:pt>
                <c:pt idx="750">
                  <c:v>4.236</c:v>
                </c:pt>
                <c:pt idx="751">
                  <c:v>4.23</c:v>
                </c:pt>
                <c:pt idx="752">
                  <c:v>4.216</c:v>
                </c:pt>
                <c:pt idx="753">
                  <c:v>4.211</c:v>
                </c:pt>
                <c:pt idx="754">
                  <c:v>4.207</c:v>
                </c:pt>
                <c:pt idx="755">
                  <c:v>4.203</c:v>
                </c:pt>
                <c:pt idx="756">
                  <c:v>4.192</c:v>
                </c:pt>
                <c:pt idx="757">
                  <c:v>4.182</c:v>
                </c:pt>
                <c:pt idx="758">
                  <c:v>4.177</c:v>
                </c:pt>
                <c:pt idx="759">
                  <c:v>4.176</c:v>
                </c:pt>
                <c:pt idx="760">
                  <c:v>4.176</c:v>
                </c:pt>
                <c:pt idx="761">
                  <c:v>4.163</c:v>
                </c:pt>
                <c:pt idx="762">
                  <c:v>4.15</c:v>
                </c:pt>
                <c:pt idx="763">
                  <c:v>4.045</c:v>
                </c:pt>
                <c:pt idx="764">
                  <c:v>3.969</c:v>
                </c:pt>
                <c:pt idx="765">
                  <c:v>3.94</c:v>
                </c:pt>
                <c:pt idx="766">
                  <c:v>3.931</c:v>
                </c:pt>
                <c:pt idx="767">
                  <c:v>3.92</c:v>
                </c:pt>
                <c:pt idx="768">
                  <c:v>3.906</c:v>
                </c:pt>
                <c:pt idx="769">
                  <c:v>3.899</c:v>
                </c:pt>
                <c:pt idx="770">
                  <c:v>3.878</c:v>
                </c:pt>
                <c:pt idx="771">
                  <c:v>115.252</c:v>
                </c:pt>
                <c:pt idx="772">
                  <c:v>102.748</c:v>
                </c:pt>
                <c:pt idx="773">
                  <c:v>97.948</c:v>
                </c:pt>
                <c:pt idx="774">
                  <c:v>95.291</c:v>
                </c:pt>
                <c:pt idx="775">
                  <c:v>89.456</c:v>
                </c:pt>
                <c:pt idx="776">
                  <c:v>85.5</c:v>
                </c:pt>
                <c:pt idx="777">
                  <c:v>83.313</c:v>
                </c:pt>
                <c:pt idx="778">
                  <c:v>76.373</c:v>
                </c:pt>
                <c:pt idx="779">
                  <c:v>73.536</c:v>
                </c:pt>
                <c:pt idx="780">
                  <c:v>72.092</c:v>
                </c:pt>
                <c:pt idx="781">
                  <c:v>71.647</c:v>
                </c:pt>
                <c:pt idx="782">
                  <c:v>68.597</c:v>
                </c:pt>
                <c:pt idx="783">
                  <c:v>68.45</c:v>
                </c:pt>
                <c:pt idx="784">
                  <c:v>65.007</c:v>
                </c:pt>
                <c:pt idx="785">
                  <c:v>63.143</c:v>
                </c:pt>
                <c:pt idx="786">
                  <c:v>59.677</c:v>
                </c:pt>
                <c:pt idx="787">
                  <c:v>57.87</c:v>
                </c:pt>
                <c:pt idx="788">
                  <c:v>57.399</c:v>
                </c:pt>
                <c:pt idx="789">
                  <c:v>56.226</c:v>
                </c:pt>
                <c:pt idx="790">
                  <c:v>55.374</c:v>
                </c:pt>
                <c:pt idx="791">
                  <c:v>52.249</c:v>
                </c:pt>
                <c:pt idx="792">
                  <c:v>49.854</c:v>
                </c:pt>
                <c:pt idx="793">
                  <c:v>49.214</c:v>
                </c:pt>
                <c:pt idx="794">
                  <c:v>48.108</c:v>
                </c:pt>
                <c:pt idx="795">
                  <c:v>46.449</c:v>
                </c:pt>
                <c:pt idx="796">
                  <c:v>44.387</c:v>
                </c:pt>
                <c:pt idx="797">
                  <c:v>44.345</c:v>
                </c:pt>
                <c:pt idx="798">
                  <c:v>43.127</c:v>
                </c:pt>
                <c:pt idx="799">
                  <c:v>43.032</c:v>
                </c:pt>
                <c:pt idx="800">
                  <c:v>41.497</c:v>
                </c:pt>
                <c:pt idx="801">
                  <c:v>41.366</c:v>
                </c:pt>
                <c:pt idx="802">
                  <c:v>40.803</c:v>
                </c:pt>
                <c:pt idx="803">
                  <c:v>39.811</c:v>
                </c:pt>
                <c:pt idx="804">
                  <c:v>39.282</c:v>
                </c:pt>
                <c:pt idx="805">
                  <c:v>38.243</c:v>
                </c:pt>
                <c:pt idx="806">
                  <c:v>38.231</c:v>
                </c:pt>
                <c:pt idx="807">
                  <c:v>38.158</c:v>
                </c:pt>
                <c:pt idx="808">
                  <c:v>37.976</c:v>
                </c:pt>
                <c:pt idx="809">
                  <c:v>37.727</c:v>
                </c:pt>
                <c:pt idx="810">
                  <c:v>36.572</c:v>
                </c:pt>
                <c:pt idx="811">
                  <c:v>36.13</c:v>
                </c:pt>
                <c:pt idx="812">
                  <c:v>35.297</c:v>
                </c:pt>
                <c:pt idx="813">
                  <c:v>35.218</c:v>
                </c:pt>
                <c:pt idx="814">
                  <c:v>34.708</c:v>
                </c:pt>
                <c:pt idx="815">
                  <c:v>34.432</c:v>
                </c:pt>
                <c:pt idx="816">
                  <c:v>34.316</c:v>
                </c:pt>
                <c:pt idx="817">
                  <c:v>34.306</c:v>
                </c:pt>
                <c:pt idx="818">
                  <c:v>34.144</c:v>
                </c:pt>
                <c:pt idx="819">
                  <c:v>33.576</c:v>
                </c:pt>
                <c:pt idx="820">
                  <c:v>33.362</c:v>
                </c:pt>
                <c:pt idx="821">
                  <c:v>33.112</c:v>
                </c:pt>
                <c:pt idx="822">
                  <c:v>32.891</c:v>
                </c:pt>
                <c:pt idx="823">
                  <c:v>32.042</c:v>
                </c:pt>
                <c:pt idx="824">
                  <c:v>31.413</c:v>
                </c:pt>
                <c:pt idx="825">
                  <c:v>31.409</c:v>
                </c:pt>
                <c:pt idx="826">
                  <c:v>31.223</c:v>
                </c:pt>
                <c:pt idx="827">
                  <c:v>30.598</c:v>
                </c:pt>
                <c:pt idx="828">
                  <c:v>30.589</c:v>
                </c:pt>
                <c:pt idx="829">
                  <c:v>30.12</c:v>
                </c:pt>
                <c:pt idx="830">
                  <c:v>30.117</c:v>
                </c:pt>
                <c:pt idx="831">
                  <c:v>29.699</c:v>
                </c:pt>
                <c:pt idx="832">
                  <c:v>28.844</c:v>
                </c:pt>
                <c:pt idx="833">
                  <c:v>28.754</c:v>
                </c:pt>
                <c:pt idx="834">
                  <c:v>28.707</c:v>
                </c:pt>
                <c:pt idx="835">
                  <c:v>27.684</c:v>
                </c:pt>
                <c:pt idx="836">
                  <c:v>27.466</c:v>
                </c:pt>
                <c:pt idx="837">
                  <c:v>27.267</c:v>
                </c:pt>
                <c:pt idx="838">
                  <c:v>27.209</c:v>
                </c:pt>
                <c:pt idx="839">
                  <c:v>27.009</c:v>
                </c:pt>
                <c:pt idx="840">
                  <c:v>26.554</c:v>
                </c:pt>
                <c:pt idx="841">
                  <c:v>26.26</c:v>
                </c:pt>
                <c:pt idx="842">
                  <c:v>26.248</c:v>
                </c:pt>
                <c:pt idx="843">
                  <c:v>26.087</c:v>
                </c:pt>
                <c:pt idx="844">
                  <c:v>26.037</c:v>
                </c:pt>
                <c:pt idx="845">
                  <c:v>25.834</c:v>
                </c:pt>
                <c:pt idx="846">
                  <c:v>25.762</c:v>
                </c:pt>
                <c:pt idx="847">
                  <c:v>25.719</c:v>
                </c:pt>
                <c:pt idx="848">
                  <c:v>25.536</c:v>
                </c:pt>
                <c:pt idx="849">
                  <c:v>25.503</c:v>
                </c:pt>
                <c:pt idx="850">
                  <c:v>25.052</c:v>
                </c:pt>
                <c:pt idx="851">
                  <c:v>24.89</c:v>
                </c:pt>
                <c:pt idx="852">
                  <c:v>24.556</c:v>
                </c:pt>
                <c:pt idx="853">
                  <c:v>24.518</c:v>
                </c:pt>
                <c:pt idx="854">
                  <c:v>24.493</c:v>
                </c:pt>
                <c:pt idx="855">
                  <c:v>24.276</c:v>
                </c:pt>
                <c:pt idx="856">
                  <c:v>24.165</c:v>
                </c:pt>
                <c:pt idx="857">
                  <c:v>24.135</c:v>
                </c:pt>
                <c:pt idx="858">
                  <c:v>24.085</c:v>
                </c:pt>
                <c:pt idx="859">
                  <c:v>23.982</c:v>
                </c:pt>
                <c:pt idx="860">
                  <c:v>23.923</c:v>
                </c:pt>
                <c:pt idx="861">
                  <c:v>23.569</c:v>
                </c:pt>
                <c:pt idx="862">
                  <c:v>23.529</c:v>
                </c:pt>
                <c:pt idx="863">
                  <c:v>23.325</c:v>
                </c:pt>
                <c:pt idx="864">
                  <c:v>22.802</c:v>
                </c:pt>
                <c:pt idx="865">
                  <c:v>22.793</c:v>
                </c:pt>
                <c:pt idx="866">
                  <c:v>22.706</c:v>
                </c:pt>
                <c:pt idx="867">
                  <c:v>22.469</c:v>
                </c:pt>
                <c:pt idx="868">
                  <c:v>22.234</c:v>
                </c:pt>
                <c:pt idx="869">
                  <c:v>22.186</c:v>
                </c:pt>
                <c:pt idx="870">
                  <c:v>22</c:v>
                </c:pt>
                <c:pt idx="871">
                  <c:v>21.97</c:v>
                </c:pt>
                <c:pt idx="872">
                  <c:v>21.938</c:v>
                </c:pt>
                <c:pt idx="873">
                  <c:v>21.767</c:v>
                </c:pt>
                <c:pt idx="874">
                  <c:v>21.654</c:v>
                </c:pt>
                <c:pt idx="875">
                  <c:v>21.5</c:v>
                </c:pt>
                <c:pt idx="876">
                  <c:v>21.43</c:v>
                </c:pt>
                <c:pt idx="877">
                  <c:v>21.245</c:v>
                </c:pt>
                <c:pt idx="878">
                  <c:v>21.178</c:v>
                </c:pt>
                <c:pt idx="879">
                  <c:v>21.114</c:v>
                </c:pt>
                <c:pt idx="880">
                  <c:v>21.011</c:v>
                </c:pt>
                <c:pt idx="881">
                  <c:v>20.849</c:v>
                </c:pt>
                <c:pt idx="882">
                  <c:v>20.742</c:v>
                </c:pt>
                <c:pt idx="883">
                  <c:v>20.515</c:v>
                </c:pt>
                <c:pt idx="884">
                  <c:v>20.393</c:v>
                </c:pt>
                <c:pt idx="885">
                  <c:v>20.383</c:v>
                </c:pt>
                <c:pt idx="886">
                  <c:v>20.365</c:v>
                </c:pt>
                <c:pt idx="887">
                  <c:v>20.357</c:v>
                </c:pt>
                <c:pt idx="888">
                  <c:v>20.298</c:v>
                </c:pt>
                <c:pt idx="889">
                  <c:v>20.187</c:v>
                </c:pt>
                <c:pt idx="890">
                  <c:v>20.169</c:v>
                </c:pt>
                <c:pt idx="891">
                  <c:v>20.047</c:v>
                </c:pt>
                <c:pt idx="892">
                  <c:v>19.973</c:v>
                </c:pt>
                <c:pt idx="893">
                  <c:v>19.923</c:v>
                </c:pt>
                <c:pt idx="894">
                  <c:v>19.723</c:v>
                </c:pt>
                <c:pt idx="895">
                  <c:v>19.505</c:v>
                </c:pt>
                <c:pt idx="896">
                  <c:v>19.505</c:v>
                </c:pt>
                <c:pt idx="897">
                  <c:v>19.452</c:v>
                </c:pt>
                <c:pt idx="898">
                  <c:v>19.434</c:v>
                </c:pt>
                <c:pt idx="899">
                  <c:v>19.316</c:v>
                </c:pt>
                <c:pt idx="900">
                  <c:v>19.289</c:v>
                </c:pt>
                <c:pt idx="901">
                  <c:v>19.256</c:v>
                </c:pt>
                <c:pt idx="902">
                  <c:v>19.185</c:v>
                </c:pt>
                <c:pt idx="903">
                  <c:v>19.113</c:v>
                </c:pt>
                <c:pt idx="904">
                  <c:v>19.032</c:v>
                </c:pt>
                <c:pt idx="905">
                  <c:v>18.995</c:v>
                </c:pt>
                <c:pt idx="906">
                  <c:v>18.782</c:v>
                </c:pt>
                <c:pt idx="907">
                  <c:v>18.463</c:v>
                </c:pt>
                <c:pt idx="908">
                  <c:v>18.46</c:v>
                </c:pt>
                <c:pt idx="909">
                  <c:v>18.406</c:v>
                </c:pt>
                <c:pt idx="910">
                  <c:v>18.298</c:v>
                </c:pt>
                <c:pt idx="911">
                  <c:v>18.288</c:v>
                </c:pt>
                <c:pt idx="912">
                  <c:v>18.288</c:v>
                </c:pt>
                <c:pt idx="913">
                  <c:v>18.087</c:v>
                </c:pt>
                <c:pt idx="914">
                  <c:v>18.014</c:v>
                </c:pt>
                <c:pt idx="915">
                  <c:v>17.823</c:v>
                </c:pt>
                <c:pt idx="916">
                  <c:v>17.807</c:v>
                </c:pt>
                <c:pt idx="917">
                  <c:v>17.725</c:v>
                </c:pt>
                <c:pt idx="918">
                  <c:v>17.696</c:v>
                </c:pt>
                <c:pt idx="919">
                  <c:v>17.464</c:v>
                </c:pt>
                <c:pt idx="920">
                  <c:v>17.457</c:v>
                </c:pt>
                <c:pt idx="921">
                  <c:v>17.391</c:v>
                </c:pt>
                <c:pt idx="922">
                  <c:v>17.28</c:v>
                </c:pt>
                <c:pt idx="923">
                  <c:v>17.23</c:v>
                </c:pt>
                <c:pt idx="924">
                  <c:v>17.175</c:v>
                </c:pt>
                <c:pt idx="925">
                  <c:v>17.145</c:v>
                </c:pt>
                <c:pt idx="926">
                  <c:v>17.139</c:v>
                </c:pt>
                <c:pt idx="927">
                  <c:v>17.118</c:v>
                </c:pt>
                <c:pt idx="928">
                  <c:v>17.088</c:v>
                </c:pt>
                <c:pt idx="929">
                  <c:v>16.985</c:v>
                </c:pt>
                <c:pt idx="930">
                  <c:v>16.889</c:v>
                </c:pt>
                <c:pt idx="931">
                  <c:v>16.699</c:v>
                </c:pt>
                <c:pt idx="932">
                  <c:v>16.63</c:v>
                </c:pt>
                <c:pt idx="933">
                  <c:v>16.429</c:v>
                </c:pt>
                <c:pt idx="934">
                  <c:v>16.33</c:v>
                </c:pt>
                <c:pt idx="935">
                  <c:v>16.321</c:v>
                </c:pt>
                <c:pt idx="936">
                  <c:v>16.224</c:v>
                </c:pt>
                <c:pt idx="937">
                  <c:v>16.099</c:v>
                </c:pt>
                <c:pt idx="938">
                  <c:v>16.05</c:v>
                </c:pt>
                <c:pt idx="939">
                  <c:v>15.931</c:v>
                </c:pt>
                <c:pt idx="940">
                  <c:v>15.819</c:v>
                </c:pt>
                <c:pt idx="941">
                  <c:v>15.794</c:v>
                </c:pt>
                <c:pt idx="942">
                  <c:v>15.744</c:v>
                </c:pt>
                <c:pt idx="943">
                  <c:v>15.672</c:v>
                </c:pt>
                <c:pt idx="944">
                  <c:v>15.661</c:v>
                </c:pt>
                <c:pt idx="945">
                  <c:v>15.508</c:v>
                </c:pt>
                <c:pt idx="946">
                  <c:v>15.492</c:v>
                </c:pt>
                <c:pt idx="947">
                  <c:v>15.469</c:v>
                </c:pt>
                <c:pt idx="948">
                  <c:v>15.468</c:v>
                </c:pt>
                <c:pt idx="949">
                  <c:v>15.344</c:v>
                </c:pt>
                <c:pt idx="950">
                  <c:v>15.34</c:v>
                </c:pt>
                <c:pt idx="951">
                  <c:v>15.261</c:v>
                </c:pt>
                <c:pt idx="952">
                  <c:v>15.259</c:v>
                </c:pt>
                <c:pt idx="953">
                  <c:v>15.205</c:v>
                </c:pt>
                <c:pt idx="954">
                  <c:v>15.129</c:v>
                </c:pt>
                <c:pt idx="955">
                  <c:v>15.017</c:v>
                </c:pt>
                <c:pt idx="956">
                  <c:v>14.949</c:v>
                </c:pt>
                <c:pt idx="957">
                  <c:v>14.906</c:v>
                </c:pt>
                <c:pt idx="958">
                  <c:v>14.882</c:v>
                </c:pt>
                <c:pt idx="959">
                  <c:v>14.846</c:v>
                </c:pt>
                <c:pt idx="960">
                  <c:v>14.782</c:v>
                </c:pt>
                <c:pt idx="961">
                  <c:v>14.65</c:v>
                </c:pt>
                <c:pt idx="962">
                  <c:v>14.642</c:v>
                </c:pt>
                <c:pt idx="963">
                  <c:v>14.539</c:v>
                </c:pt>
                <c:pt idx="964">
                  <c:v>14.467</c:v>
                </c:pt>
                <c:pt idx="965">
                  <c:v>14.466</c:v>
                </c:pt>
                <c:pt idx="966">
                  <c:v>14.429</c:v>
                </c:pt>
                <c:pt idx="967">
                  <c:v>14.407</c:v>
                </c:pt>
                <c:pt idx="968">
                  <c:v>14.399</c:v>
                </c:pt>
                <c:pt idx="969">
                  <c:v>14.169</c:v>
                </c:pt>
                <c:pt idx="970">
                  <c:v>14.123</c:v>
                </c:pt>
                <c:pt idx="971">
                  <c:v>14.046</c:v>
                </c:pt>
                <c:pt idx="972">
                  <c:v>14.016</c:v>
                </c:pt>
                <c:pt idx="973">
                  <c:v>13.848</c:v>
                </c:pt>
                <c:pt idx="974">
                  <c:v>13.813</c:v>
                </c:pt>
                <c:pt idx="975">
                  <c:v>13.762</c:v>
                </c:pt>
                <c:pt idx="976">
                  <c:v>13.762</c:v>
                </c:pt>
                <c:pt idx="977">
                  <c:v>13.743</c:v>
                </c:pt>
                <c:pt idx="978">
                  <c:v>13.71</c:v>
                </c:pt>
                <c:pt idx="979">
                  <c:v>13.706</c:v>
                </c:pt>
                <c:pt idx="980">
                  <c:v>13.646</c:v>
                </c:pt>
                <c:pt idx="981">
                  <c:v>13.593</c:v>
                </c:pt>
                <c:pt idx="982">
                  <c:v>13.547</c:v>
                </c:pt>
                <c:pt idx="983">
                  <c:v>13.524</c:v>
                </c:pt>
                <c:pt idx="984">
                  <c:v>13.52</c:v>
                </c:pt>
                <c:pt idx="985">
                  <c:v>13.504</c:v>
                </c:pt>
                <c:pt idx="986">
                  <c:v>13.485</c:v>
                </c:pt>
                <c:pt idx="987">
                  <c:v>13.457</c:v>
                </c:pt>
                <c:pt idx="988">
                  <c:v>13.382</c:v>
                </c:pt>
                <c:pt idx="989">
                  <c:v>13.346</c:v>
                </c:pt>
                <c:pt idx="990">
                  <c:v>13.326</c:v>
                </c:pt>
                <c:pt idx="991">
                  <c:v>13.313</c:v>
                </c:pt>
                <c:pt idx="992">
                  <c:v>13.25</c:v>
                </c:pt>
                <c:pt idx="993">
                  <c:v>13.219</c:v>
                </c:pt>
                <c:pt idx="994">
                  <c:v>13.213</c:v>
                </c:pt>
                <c:pt idx="995">
                  <c:v>13.208</c:v>
                </c:pt>
                <c:pt idx="996">
                  <c:v>13.126</c:v>
                </c:pt>
                <c:pt idx="997">
                  <c:v>13.105</c:v>
                </c:pt>
                <c:pt idx="998">
                  <c:v>13.102</c:v>
                </c:pt>
                <c:pt idx="999">
                  <c:v>13.084</c:v>
                </c:pt>
                <c:pt idx="1000">
                  <c:v>13.044</c:v>
                </c:pt>
                <c:pt idx="1001">
                  <c:v>13.01</c:v>
                </c:pt>
                <c:pt idx="1002">
                  <c:v>13.008</c:v>
                </c:pt>
                <c:pt idx="1003">
                  <c:v>12.931</c:v>
                </c:pt>
                <c:pt idx="1004">
                  <c:v>12.91</c:v>
                </c:pt>
                <c:pt idx="1005">
                  <c:v>12.873</c:v>
                </c:pt>
                <c:pt idx="1006">
                  <c:v>12.871</c:v>
                </c:pt>
                <c:pt idx="1007">
                  <c:v>12.815</c:v>
                </c:pt>
                <c:pt idx="1008">
                  <c:v>12.748</c:v>
                </c:pt>
                <c:pt idx="1009">
                  <c:v>12.714</c:v>
                </c:pt>
                <c:pt idx="1010">
                  <c:v>12.683</c:v>
                </c:pt>
                <c:pt idx="1011">
                  <c:v>12.661</c:v>
                </c:pt>
                <c:pt idx="1012">
                  <c:v>12.615</c:v>
                </c:pt>
                <c:pt idx="1013">
                  <c:v>12.606</c:v>
                </c:pt>
                <c:pt idx="1014">
                  <c:v>12.568</c:v>
                </c:pt>
                <c:pt idx="1015">
                  <c:v>12.563</c:v>
                </c:pt>
                <c:pt idx="1016">
                  <c:v>12.514</c:v>
                </c:pt>
                <c:pt idx="1017">
                  <c:v>12.471</c:v>
                </c:pt>
                <c:pt idx="1018">
                  <c:v>12.441</c:v>
                </c:pt>
                <c:pt idx="1019">
                  <c:v>12.329</c:v>
                </c:pt>
                <c:pt idx="1020">
                  <c:v>12.142</c:v>
                </c:pt>
                <c:pt idx="1021">
                  <c:v>12.08</c:v>
                </c:pt>
                <c:pt idx="1022">
                  <c:v>12.047</c:v>
                </c:pt>
                <c:pt idx="1023">
                  <c:v>11.964</c:v>
                </c:pt>
                <c:pt idx="1024">
                  <c:v>11.948</c:v>
                </c:pt>
                <c:pt idx="1025">
                  <c:v>11.93</c:v>
                </c:pt>
                <c:pt idx="1026">
                  <c:v>11.905</c:v>
                </c:pt>
                <c:pt idx="1027">
                  <c:v>11.899</c:v>
                </c:pt>
                <c:pt idx="1028">
                  <c:v>11.875</c:v>
                </c:pt>
                <c:pt idx="1029">
                  <c:v>11.869</c:v>
                </c:pt>
                <c:pt idx="1030">
                  <c:v>11.868</c:v>
                </c:pt>
                <c:pt idx="1031">
                  <c:v>11.847</c:v>
                </c:pt>
                <c:pt idx="1032">
                  <c:v>11.757</c:v>
                </c:pt>
                <c:pt idx="1033">
                  <c:v>11.731</c:v>
                </c:pt>
                <c:pt idx="1034">
                  <c:v>11.724</c:v>
                </c:pt>
                <c:pt idx="1035">
                  <c:v>11.706</c:v>
                </c:pt>
                <c:pt idx="1036">
                  <c:v>11.682</c:v>
                </c:pt>
                <c:pt idx="1037">
                  <c:v>11.597</c:v>
                </c:pt>
                <c:pt idx="1038">
                  <c:v>11.578</c:v>
                </c:pt>
                <c:pt idx="1039">
                  <c:v>11.555</c:v>
                </c:pt>
                <c:pt idx="1040">
                  <c:v>11.5</c:v>
                </c:pt>
                <c:pt idx="1041">
                  <c:v>11.459</c:v>
                </c:pt>
                <c:pt idx="1042">
                  <c:v>11.449</c:v>
                </c:pt>
                <c:pt idx="1043">
                  <c:v>11.397</c:v>
                </c:pt>
                <c:pt idx="1044">
                  <c:v>11.346</c:v>
                </c:pt>
                <c:pt idx="1045">
                  <c:v>11.321</c:v>
                </c:pt>
                <c:pt idx="1046">
                  <c:v>11.296</c:v>
                </c:pt>
                <c:pt idx="1047">
                  <c:v>11.291</c:v>
                </c:pt>
                <c:pt idx="1048">
                  <c:v>11.282</c:v>
                </c:pt>
                <c:pt idx="1049">
                  <c:v>11.267</c:v>
                </c:pt>
                <c:pt idx="1050">
                  <c:v>11.257</c:v>
                </c:pt>
                <c:pt idx="1051">
                  <c:v>11.241</c:v>
                </c:pt>
                <c:pt idx="1052">
                  <c:v>11.217</c:v>
                </c:pt>
                <c:pt idx="1053">
                  <c:v>11.216</c:v>
                </c:pt>
                <c:pt idx="1054">
                  <c:v>11.189</c:v>
                </c:pt>
                <c:pt idx="1055">
                  <c:v>11.181</c:v>
                </c:pt>
                <c:pt idx="1056">
                  <c:v>11.157</c:v>
                </c:pt>
                <c:pt idx="1057">
                  <c:v>11.155</c:v>
                </c:pt>
                <c:pt idx="1058">
                  <c:v>11.129</c:v>
                </c:pt>
                <c:pt idx="1059">
                  <c:v>11.122</c:v>
                </c:pt>
                <c:pt idx="1060">
                  <c:v>11.074</c:v>
                </c:pt>
                <c:pt idx="1061">
                  <c:v>11.071</c:v>
                </c:pt>
                <c:pt idx="1062">
                  <c:v>11.057</c:v>
                </c:pt>
                <c:pt idx="1063">
                  <c:v>11.038</c:v>
                </c:pt>
                <c:pt idx="1064">
                  <c:v>11.034</c:v>
                </c:pt>
                <c:pt idx="1065">
                  <c:v>10.976</c:v>
                </c:pt>
                <c:pt idx="1066">
                  <c:v>10.973</c:v>
                </c:pt>
                <c:pt idx="1067">
                  <c:v>10.966</c:v>
                </c:pt>
                <c:pt idx="1068">
                  <c:v>10.961</c:v>
                </c:pt>
                <c:pt idx="1069">
                  <c:v>10.95</c:v>
                </c:pt>
                <c:pt idx="1070">
                  <c:v>10.928</c:v>
                </c:pt>
                <c:pt idx="1071">
                  <c:v>10.911</c:v>
                </c:pt>
                <c:pt idx="1072">
                  <c:v>10.782</c:v>
                </c:pt>
                <c:pt idx="1073">
                  <c:v>10.765</c:v>
                </c:pt>
                <c:pt idx="1074">
                  <c:v>10.765</c:v>
                </c:pt>
                <c:pt idx="1075">
                  <c:v>10.749</c:v>
                </c:pt>
                <c:pt idx="1076">
                  <c:v>10.694</c:v>
                </c:pt>
                <c:pt idx="1077">
                  <c:v>10.69</c:v>
                </c:pt>
                <c:pt idx="1078">
                  <c:v>10.647</c:v>
                </c:pt>
                <c:pt idx="1079">
                  <c:v>10.616</c:v>
                </c:pt>
                <c:pt idx="1080">
                  <c:v>10.601</c:v>
                </c:pt>
                <c:pt idx="1081">
                  <c:v>10.599</c:v>
                </c:pt>
                <c:pt idx="1082">
                  <c:v>10.579</c:v>
                </c:pt>
                <c:pt idx="1083">
                  <c:v>10.556</c:v>
                </c:pt>
                <c:pt idx="1084">
                  <c:v>10.554</c:v>
                </c:pt>
                <c:pt idx="1085">
                  <c:v>10.519</c:v>
                </c:pt>
                <c:pt idx="1086">
                  <c:v>10.504</c:v>
                </c:pt>
                <c:pt idx="1087">
                  <c:v>10.491</c:v>
                </c:pt>
                <c:pt idx="1088">
                  <c:v>10.461</c:v>
                </c:pt>
                <c:pt idx="1089">
                  <c:v>10.46</c:v>
                </c:pt>
                <c:pt idx="1090">
                  <c:v>10.441</c:v>
                </c:pt>
                <c:pt idx="1091">
                  <c:v>10.419</c:v>
                </c:pt>
                <c:pt idx="1092">
                  <c:v>10.395</c:v>
                </c:pt>
                <c:pt idx="1093">
                  <c:v>10.328</c:v>
                </c:pt>
                <c:pt idx="1094">
                  <c:v>10.291</c:v>
                </c:pt>
                <c:pt idx="1095">
                  <c:v>10.281</c:v>
                </c:pt>
                <c:pt idx="1096">
                  <c:v>10.28</c:v>
                </c:pt>
                <c:pt idx="1097">
                  <c:v>10.253</c:v>
                </c:pt>
                <c:pt idx="1098">
                  <c:v>10.237</c:v>
                </c:pt>
                <c:pt idx="1099">
                  <c:v>10.214</c:v>
                </c:pt>
                <c:pt idx="1100">
                  <c:v>10.205</c:v>
                </c:pt>
                <c:pt idx="1101">
                  <c:v>10.172</c:v>
                </c:pt>
                <c:pt idx="1102">
                  <c:v>10.166</c:v>
                </c:pt>
                <c:pt idx="1103">
                  <c:v>10.165</c:v>
                </c:pt>
                <c:pt idx="1104">
                  <c:v>10.138</c:v>
                </c:pt>
                <c:pt idx="1105">
                  <c:v>10.132</c:v>
                </c:pt>
                <c:pt idx="1106">
                  <c:v>10.125</c:v>
                </c:pt>
                <c:pt idx="1107">
                  <c:v>10.102</c:v>
                </c:pt>
                <c:pt idx="1108">
                  <c:v>10.073</c:v>
                </c:pt>
                <c:pt idx="1109">
                  <c:v>10.06</c:v>
                </c:pt>
                <c:pt idx="1110">
                  <c:v>10.057</c:v>
                </c:pt>
                <c:pt idx="1111">
                  <c:v>10.056</c:v>
                </c:pt>
                <c:pt idx="1112">
                  <c:v>10.046</c:v>
                </c:pt>
                <c:pt idx="1113">
                  <c:v>10.03</c:v>
                </c:pt>
                <c:pt idx="1114">
                  <c:v>10.027</c:v>
                </c:pt>
                <c:pt idx="1115">
                  <c:v>10.017</c:v>
                </c:pt>
                <c:pt idx="1116">
                  <c:v>9.989</c:v>
                </c:pt>
                <c:pt idx="1117">
                  <c:v>9.975</c:v>
                </c:pt>
                <c:pt idx="1118">
                  <c:v>9.907</c:v>
                </c:pt>
                <c:pt idx="1119">
                  <c:v>9.864</c:v>
                </c:pt>
                <c:pt idx="1120">
                  <c:v>9.777</c:v>
                </c:pt>
                <c:pt idx="1121">
                  <c:v>9.749</c:v>
                </c:pt>
                <c:pt idx="1122">
                  <c:v>9.734</c:v>
                </c:pt>
                <c:pt idx="1123">
                  <c:v>9.726</c:v>
                </c:pt>
                <c:pt idx="1124">
                  <c:v>9.692</c:v>
                </c:pt>
                <c:pt idx="1125">
                  <c:v>9.69</c:v>
                </c:pt>
                <c:pt idx="1126">
                  <c:v>9.664</c:v>
                </c:pt>
                <c:pt idx="1127">
                  <c:v>9.658</c:v>
                </c:pt>
                <c:pt idx="1128">
                  <c:v>9.645</c:v>
                </c:pt>
                <c:pt idx="1129">
                  <c:v>9.634</c:v>
                </c:pt>
                <c:pt idx="1130">
                  <c:v>9.622</c:v>
                </c:pt>
                <c:pt idx="1131">
                  <c:v>9.591</c:v>
                </c:pt>
                <c:pt idx="1132">
                  <c:v>9.584</c:v>
                </c:pt>
                <c:pt idx="1133">
                  <c:v>9.574</c:v>
                </c:pt>
                <c:pt idx="1134">
                  <c:v>9.563</c:v>
                </c:pt>
                <c:pt idx="1135">
                  <c:v>9.553</c:v>
                </c:pt>
                <c:pt idx="1136">
                  <c:v>9.553</c:v>
                </c:pt>
                <c:pt idx="1137">
                  <c:v>9.533</c:v>
                </c:pt>
                <c:pt idx="1138">
                  <c:v>9.524</c:v>
                </c:pt>
                <c:pt idx="1139">
                  <c:v>9.521</c:v>
                </c:pt>
                <c:pt idx="1140">
                  <c:v>9.502</c:v>
                </c:pt>
                <c:pt idx="1141">
                  <c:v>9.486</c:v>
                </c:pt>
                <c:pt idx="1142">
                  <c:v>9.475</c:v>
                </c:pt>
                <c:pt idx="1143">
                  <c:v>9.473</c:v>
                </c:pt>
                <c:pt idx="1144">
                  <c:v>9.463</c:v>
                </c:pt>
                <c:pt idx="1145">
                  <c:v>9.417</c:v>
                </c:pt>
                <c:pt idx="1146">
                  <c:v>9.399</c:v>
                </c:pt>
                <c:pt idx="1147">
                  <c:v>9.397</c:v>
                </c:pt>
                <c:pt idx="1148">
                  <c:v>9.39</c:v>
                </c:pt>
                <c:pt idx="1149">
                  <c:v>9.377</c:v>
                </c:pt>
                <c:pt idx="1150">
                  <c:v>9.329</c:v>
                </c:pt>
                <c:pt idx="1151">
                  <c:v>9.323</c:v>
                </c:pt>
                <c:pt idx="1152">
                  <c:v>9.286</c:v>
                </c:pt>
                <c:pt idx="1153">
                  <c:v>9.281</c:v>
                </c:pt>
                <c:pt idx="1154">
                  <c:v>9.276</c:v>
                </c:pt>
                <c:pt idx="1155">
                  <c:v>9.275</c:v>
                </c:pt>
                <c:pt idx="1156">
                  <c:v>9.265</c:v>
                </c:pt>
                <c:pt idx="1157">
                  <c:v>9.246</c:v>
                </c:pt>
                <c:pt idx="1158">
                  <c:v>9.237</c:v>
                </c:pt>
                <c:pt idx="1159">
                  <c:v>9.222</c:v>
                </c:pt>
                <c:pt idx="1160">
                  <c:v>9.21</c:v>
                </c:pt>
                <c:pt idx="1161">
                  <c:v>9.205</c:v>
                </c:pt>
                <c:pt idx="1162">
                  <c:v>9.149</c:v>
                </c:pt>
                <c:pt idx="1163">
                  <c:v>9.116</c:v>
                </c:pt>
                <c:pt idx="1164">
                  <c:v>9.094</c:v>
                </c:pt>
                <c:pt idx="1165">
                  <c:v>9.093</c:v>
                </c:pt>
                <c:pt idx="1166">
                  <c:v>9.086</c:v>
                </c:pt>
                <c:pt idx="1167">
                  <c:v>9.079</c:v>
                </c:pt>
                <c:pt idx="1168">
                  <c:v>9.018</c:v>
                </c:pt>
                <c:pt idx="1169">
                  <c:v>8.981</c:v>
                </c:pt>
                <c:pt idx="1170">
                  <c:v>8.973</c:v>
                </c:pt>
                <c:pt idx="1171">
                  <c:v>8.97</c:v>
                </c:pt>
                <c:pt idx="1172">
                  <c:v>8.962</c:v>
                </c:pt>
                <c:pt idx="1173">
                  <c:v>8.957</c:v>
                </c:pt>
                <c:pt idx="1174">
                  <c:v>8.949</c:v>
                </c:pt>
                <c:pt idx="1175">
                  <c:v>8.901</c:v>
                </c:pt>
                <c:pt idx="1176">
                  <c:v>8.9</c:v>
                </c:pt>
                <c:pt idx="1177">
                  <c:v>8.868</c:v>
                </c:pt>
                <c:pt idx="1178">
                  <c:v>8.859</c:v>
                </c:pt>
                <c:pt idx="1179">
                  <c:v>8.848</c:v>
                </c:pt>
                <c:pt idx="1180">
                  <c:v>8.848</c:v>
                </c:pt>
                <c:pt idx="1181">
                  <c:v>8.846</c:v>
                </c:pt>
                <c:pt idx="1182">
                  <c:v>8.831</c:v>
                </c:pt>
                <c:pt idx="1183">
                  <c:v>8.828</c:v>
                </c:pt>
                <c:pt idx="1184">
                  <c:v>8.821</c:v>
                </c:pt>
                <c:pt idx="1185">
                  <c:v>8.818</c:v>
                </c:pt>
                <c:pt idx="1186">
                  <c:v>8.814</c:v>
                </c:pt>
                <c:pt idx="1187">
                  <c:v>8.798</c:v>
                </c:pt>
                <c:pt idx="1188">
                  <c:v>8.785</c:v>
                </c:pt>
                <c:pt idx="1189">
                  <c:v>8.775</c:v>
                </c:pt>
                <c:pt idx="1190">
                  <c:v>8.769</c:v>
                </c:pt>
                <c:pt idx="1191">
                  <c:v>8.767</c:v>
                </c:pt>
                <c:pt idx="1192">
                  <c:v>8.75</c:v>
                </c:pt>
                <c:pt idx="1193">
                  <c:v>8.742</c:v>
                </c:pt>
                <c:pt idx="1194">
                  <c:v>8.729</c:v>
                </c:pt>
                <c:pt idx="1195">
                  <c:v>8.721</c:v>
                </c:pt>
                <c:pt idx="1196">
                  <c:v>8.713</c:v>
                </c:pt>
                <c:pt idx="1197">
                  <c:v>8.707</c:v>
                </c:pt>
                <c:pt idx="1198">
                  <c:v>8.695</c:v>
                </c:pt>
                <c:pt idx="1199">
                  <c:v>8.673</c:v>
                </c:pt>
                <c:pt idx="1200">
                  <c:v>8.646</c:v>
                </c:pt>
                <c:pt idx="1201">
                  <c:v>8.641</c:v>
                </c:pt>
                <c:pt idx="1202">
                  <c:v>8.628</c:v>
                </c:pt>
                <c:pt idx="1203">
                  <c:v>8.621</c:v>
                </c:pt>
                <c:pt idx="1204">
                  <c:v>8.595</c:v>
                </c:pt>
                <c:pt idx="1205">
                  <c:v>8.595</c:v>
                </c:pt>
                <c:pt idx="1206">
                  <c:v>8.57</c:v>
                </c:pt>
                <c:pt idx="1207">
                  <c:v>8.564</c:v>
                </c:pt>
                <c:pt idx="1208">
                  <c:v>8.548</c:v>
                </c:pt>
                <c:pt idx="1209">
                  <c:v>8.548</c:v>
                </c:pt>
                <c:pt idx="1210">
                  <c:v>8.535</c:v>
                </c:pt>
                <c:pt idx="1211">
                  <c:v>8.531</c:v>
                </c:pt>
                <c:pt idx="1212">
                  <c:v>8.523</c:v>
                </c:pt>
                <c:pt idx="1213">
                  <c:v>8.511</c:v>
                </c:pt>
                <c:pt idx="1214">
                  <c:v>8.499</c:v>
                </c:pt>
                <c:pt idx="1215">
                  <c:v>8.494</c:v>
                </c:pt>
                <c:pt idx="1216">
                  <c:v>8.477</c:v>
                </c:pt>
                <c:pt idx="1217">
                  <c:v>8.475</c:v>
                </c:pt>
                <c:pt idx="1218">
                  <c:v>8.469</c:v>
                </c:pt>
                <c:pt idx="1219">
                  <c:v>8.469</c:v>
                </c:pt>
                <c:pt idx="1220">
                  <c:v>8.446</c:v>
                </c:pt>
                <c:pt idx="1221">
                  <c:v>8.434</c:v>
                </c:pt>
                <c:pt idx="1222">
                  <c:v>8.433</c:v>
                </c:pt>
                <c:pt idx="1223">
                  <c:v>8.426</c:v>
                </c:pt>
                <c:pt idx="1224">
                  <c:v>8.412</c:v>
                </c:pt>
                <c:pt idx="1225">
                  <c:v>8.412</c:v>
                </c:pt>
                <c:pt idx="1226">
                  <c:v>8.394</c:v>
                </c:pt>
                <c:pt idx="1227">
                  <c:v>8.367</c:v>
                </c:pt>
                <c:pt idx="1228">
                  <c:v>8.361</c:v>
                </c:pt>
                <c:pt idx="1229">
                  <c:v>8.317</c:v>
                </c:pt>
                <c:pt idx="1230">
                  <c:v>8.314</c:v>
                </c:pt>
                <c:pt idx="1231">
                  <c:v>8.295</c:v>
                </c:pt>
                <c:pt idx="1232">
                  <c:v>8.281</c:v>
                </c:pt>
                <c:pt idx="1233">
                  <c:v>8.28</c:v>
                </c:pt>
                <c:pt idx="1234">
                  <c:v>8.278</c:v>
                </c:pt>
                <c:pt idx="1235">
                  <c:v>8.272</c:v>
                </c:pt>
                <c:pt idx="1236">
                  <c:v>8.245</c:v>
                </c:pt>
                <c:pt idx="1237">
                  <c:v>8.23</c:v>
                </c:pt>
                <c:pt idx="1238">
                  <c:v>8.217</c:v>
                </c:pt>
                <c:pt idx="1239">
                  <c:v>8.173</c:v>
                </c:pt>
                <c:pt idx="1240">
                  <c:v>8.149</c:v>
                </c:pt>
                <c:pt idx="1241">
                  <c:v>8.147</c:v>
                </c:pt>
                <c:pt idx="1242">
                  <c:v>8.142</c:v>
                </c:pt>
                <c:pt idx="1243">
                  <c:v>8.098</c:v>
                </c:pt>
                <c:pt idx="1244">
                  <c:v>8.091</c:v>
                </c:pt>
                <c:pt idx="1245">
                  <c:v>8.081</c:v>
                </c:pt>
                <c:pt idx="1246">
                  <c:v>8.07</c:v>
                </c:pt>
                <c:pt idx="1247">
                  <c:v>8.041</c:v>
                </c:pt>
                <c:pt idx="1248">
                  <c:v>8.029</c:v>
                </c:pt>
                <c:pt idx="1249">
                  <c:v>8.006</c:v>
                </c:pt>
                <c:pt idx="1250">
                  <c:v>8.005</c:v>
                </c:pt>
                <c:pt idx="1251">
                  <c:v>7.986</c:v>
                </c:pt>
                <c:pt idx="1252">
                  <c:v>7.96</c:v>
                </c:pt>
                <c:pt idx="1253">
                  <c:v>7.958</c:v>
                </c:pt>
                <c:pt idx="1254">
                  <c:v>7.95</c:v>
                </c:pt>
                <c:pt idx="1255">
                  <c:v>7.923</c:v>
                </c:pt>
                <c:pt idx="1256">
                  <c:v>7.901</c:v>
                </c:pt>
                <c:pt idx="1257">
                  <c:v>7.875</c:v>
                </c:pt>
                <c:pt idx="1258">
                  <c:v>7.865</c:v>
                </c:pt>
                <c:pt idx="1259">
                  <c:v>7.859</c:v>
                </c:pt>
                <c:pt idx="1260">
                  <c:v>7.857</c:v>
                </c:pt>
                <c:pt idx="1261">
                  <c:v>7.846</c:v>
                </c:pt>
                <c:pt idx="1262">
                  <c:v>7.836</c:v>
                </c:pt>
                <c:pt idx="1263">
                  <c:v>7.824</c:v>
                </c:pt>
                <c:pt idx="1264">
                  <c:v>7.823</c:v>
                </c:pt>
                <c:pt idx="1265">
                  <c:v>7.82</c:v>
                </c:pt>
                <c:pt idx="1266">
                  <c:v>7.814</c:v>
                </c:pt>
                <c:pt idx="1267">
                  <c:v>7.807</c:v>
                </c:pt>
                <c:pt idx="1268">
                  <c:v>7.805</c:v>
                </c:pt>
                <c:pt idx="1269">
                  <c:v>7.803</c:v>
                </c:pt>
                <c:pt idx="1270">
                  <c:v>7.797</c:v>
                </c:pt>
                <c:pt idx="1271">
                  <c:v>7.794</c:v>
                </c:pt>
                <c:pt idx="1272">
                  <c:v>7.728</c:v>
                </c:pt>
                <c:pt idx="1273">
                  <c:v>7.728</c:v>
                </c:pt>
                <c:pt idx="1274">
                  <c:v>7.715</c:v>
                </c:pt>
                <c:pt idx="1275">
                  <c:v>7.714</c:v>
                </c:pt>
                <c:pt idx="1276">
                  <c:v>7.69</c:v>
                </c:pt>
                <c:pt idx="1277">
                  <c:v>7.685</c:v>
                </c:pt>
                <c:pt idx="1278">
                  <c:v>7.671</c:v>
                </c:pt>
                <c:pt idx="1279">
                  <c:v>7.645</c:v>
                </c:pt>
                <c:pt idx="1280">
                  <c:v>7.641</c:v>
                </c:pt>
                <c:pt idx="1281">
                  <c:v>7.638</c:v>
                </c:pt>
                <c:pt idx="1282">
                  <c:v>7.634</c:v>
                </c:pt>
                <c:pt idx="1283">
                  <c:v>7.632</c:v>
                </c:pt>
                <c:pt idx="1284">
                  <c:v>7.63</c:v>
                </c:pt>
                <c:pt idx="1285">
                  <c:v>7.629</c:v>
                </c:pt>
                <c:pt idx="1286">
                  <c:v>7.622</c:v>
                </c:pt>
                <c:pt idx="1287">
                  <c:v>7.614</c:v>
                </c:pt>
                <c:pt idx="1288">
                  <c:v>7.603</c:v>
                </c:pt>
                <c:pt idx="1289">
                  <c:v>7.598</c:v>
                </c:pt>
                <c:pt idx="1290">
                  <c:v>7.598</c:v>
                </c:pt>
                <c:pt idx="1291">
                  <c:v>7.594</c:v>
                </c:pt>
                <c:pt idx="1292">
                  <c:v>7.567</c:v>
                </c:pt>
                <c:pt idx="1293">
                  <c:v>7.556</c:v>
                </c:pt>
                <c:pt idx="1294">
                  <c:v>7.545</c:v>
                </c:pt>
                <c:pt idx="1295">
                  <c:v>7.543</c:v>
                </c:pt>
                <c:pt idx="1296">
                  <c:v>7.523</c:v>
                </c:pt>
                <c:pt idx="1297">
                  <c:v>7.519</c:v>
                </c:pt>
                <c:pt idx="1298">
                  <c:v>7.491</c:v>
                </c:pt>
                <c:pt idx="1299">
                  <c:v>7.486</c:v>
                </c:pt>
                <c:pt idx="1300">
                  <c:v>7.483</c:v>
                </c:pt>
                <c:pt idx="1301">
                  <c:v>7.482</c:v>
                </c:pt>
                <c:pt idx="1302">
                  <c:v>7.462</c:v>
                </c:pt>
                <c:pt idx="1303">
                  <c:v>7.455</c:v>
                </c:pt>
                <c:pt idx="1304">
                  <c:v>7.441</c:v>
                </c:pt>
                <c:pt idx="1305">
                  <c:v>7.415</c:v>
                </c:pt>
                <c:pt idx="1306">
                  <c:v>7.413</c:v>
                </c:pt>
                <c:pt idx="1307">
                  <c:v>7.398</c:v>
                </c:pt>
                <c:pt idx="1308">
                  <c:v>7.394</c:v>
                </c:pt>
                <c:pt idx="1309">
                  <c:v>7.394</c:v>
                </c:pt>
                <c:pt idx="1310">
                  <c:v>7.387</c:v>
                </c:pt>
                <c:pt idx="1311">
                  <c:v>7.38</c:v>
                </c:pt>
                <c:pt idx="1312">
                  <c:v>7.379</c:v>
                </c:pt>
                <c:pt idx="1313">
                  <c:v>7.373</c:v>
                </c:pt>
                <c:pt idx="1314">
                  <c:v>7.365</c:v>
                </c:pt>
                <c:pt idx="1315">
                  <c:v>7.339</c:v>
                </c:pt>
                <c:pt idx="1316">
                  <c:v>7.32</c:v>
                </c:pt>
                <c:pt idx="1317">
                  <c:v>7.319</c:v>
                </c:pt>
                <c:pt idx="1318">
                  <c:v>7.311</c:v>
                </c:pt>
                <c:pt idx="1319">
                  <c:v>7.295</c:v>
                </c:pt>
                <c:pt idx="1320">
                  <c:v>7.283</c:v>
                </c:pt>
                <c:pt idx="1321">
                  <c:v>7.28</c:v>
                </c:pt>
                <c:pt idx="1322">
                  <c:v>7.275</c:v>
                </c:pt>
                <c:pt idx="1323">
                  <c:v>7.241</c:v>
                </c:pt>
                <c:pt idx="1324">
                  <c:v>7.221</c:v>
                </c:pt>
                <c:pt idx="1325">
                  <c:v>7.209</c:v>
                </c:pt>
                <c:pt idx="1326">
                  <c:v>7.199</c:v>
                </c:pt>
                <c:pt idx="1327">
                  <c:v>7.195</c:v>
                </c:pt>
                <c:pt idx="1328">
                  <c:v>7.169</c:v>
                </c:pt>
                <c:pt idx="1329">
                  <c:v>7.168</c:v>
                </c:pt>
                <c:pt idx="1330">
                  <c:v>7.159</c:v>
                </c:pt>
                <c:pt idx="1331">
                  <c:v>7.147</c:v>
                </c:pt>
                <c:pt idx="1332">
                  <c:v>7.144</c:v>
                </c:pt>
                <c:pt idx="1333">
                  <c:v>7.137</c:v>
                </c:pt>
                <c:pt idx="1334">
                  <c:v>7.136</c:v>
                </c:pt>
                <c:pt idx="1335">
                  <c:v>7.11</c:v>
                </c:pt>
                <c:pt idx="1336">
                  <c:v>7.108</c:v>
                </c:pt>
                <c:pt idx="1337">
                  <c:v>7.102</c:v>
                </c:pt>
                <c:pt idx="1338">
                  <c:v>7.101</c:v>
                </c:pt>
                <c:pt idx="1339">
                  <c:v>7.098</c:v>
                </c:pt>
                <c:pt idx="1340">
                  <c:v>7.089</c:v>
                </c:pt>
                <c:pt idx="1341">
                  <c:v>7.077</c:v>
                </c:pt>
                <c:pt idx="1342">
                  <c:v>7.067</c:v>
                </c:pt>
                <c:pt idx="1343">
                  <c:v>7.055</c:v>
                </c:pt>
                <c:pt idx="1344">
                  <c:v>7.048</c:v>
                </c:pt>
                <c:pt idx="1345">
                  <c:v>7.046</c:v>
                </c:pt>
                <c:pt idx="1346">
                  <c:v>7.043</c:v>
                </c:pt>
                <c:pt idx="1347">
                  <c:v>7.021</c:v>
                </c:pt>
                <c:pt idx="1348">
                  <c:v>7.014</c:v>
                </c:pt>
                <c:pt idx="1349">
                  <c:v>7.012</c:v>
                </c:pt>
                <c:pt idx="1350">
                  <c:v>7.006</c:v>
                </c:pt>
                <c:pt idx="1351">
                  <c:v>6.981</c:v>
                </c:pt>
                <c:pt idx="1352">
                  <c:v>6.972</c:v>
                </c:pt>
                <c:pt idx="1353">
                  <c:v>6.964</c:v>
                </c:pt>
                <c:pt idx="1354">
                  <c:v>6.917</c:v>
                </c:pt>
                <c:pt idx="1355">
                  <c:v>6.914</c:v>
                </c:pt>
                <c:pt idx="1356">
                  <c:v>6.914</c:v>
                </c:pt>
                <c:pt idx="1357">
                  <c:v>6.908</c:v>
                </c:pt>
                <c:pt idx="1358">
                  <c:v>6.882</c:v>
                </c:pt>
                <c:pt idx="1359">
                  <c:v>6.876</c:v>
                </c:pt>
                <c:pt idx="1360">
                  <c:v>6.87</c:v>
                </c:pt>
                <c:pt idx="1361">
                  <c:v>6.863</c:v>
                </c:pt>
                <c:pt idx="1362">
                  <c:v>6.859</c:v>
                </c:pt>
                <c:pt idx="1363">
                  <c:v>6.859</c:v>
                </c:pt>
                <c:pt idx="1364">
                  <c:v>6.858</c:v>
                </c:pt>
                <c:pt idx="1365">
                  <c:v>6.851</c:v>
                </c:pt>
                <c:pt idx="1366">
                  <c:v>6.822</c:v>
                </c:pt>
                <c:pt idx="1367">
                  <c:v>6.821</c:v>
                </c:pt>
                <c:pt idx="1368">
                  <c:v>6.81</c:v>
                </c:pt>
                <c:pt idx="1369">
                  <c:v>6.805</c:v>
                </c:pt>
                <c:pt idx="1370">
                  <c:v>6.802</c:v>
                </c:pt>
                <c:pt idx="1371">
                  <c:v>6.785</c:v>
                </c:pt>
                <c:pt idx="1372">
                  <c:v>6.77</c:v>
                </c:pt>
                <c:pt idx="1373">
                  <c:v>6.766</c:v>
                </c:pt>
                <c:pt idx="1374">
                  <c:v>6.766</c:v>
                </c:pt>
                <c:pt idx="1375">
                  <c:v>6.721</c:v>
                </c:pt>
                <c:pt idx="1376">
                  <c:v>6.696</c:v>
                </c:pt>
                <c:pt idx="1377">
                  <c:v>6.685</c:v>
                </c:pt>
                <c:pt idx="1378">
                  <c:v>6.679</c:v>
                </c:pt>
                <c:pt idx="1379">
                  <c:v>6.667</c:v>
                </c:pt>
                <c:pt idx="1380">
                  <c:v>6.649</c:v>
                </c:pt>
                <c:pt idx="1381">
                  <c:v>6.605</c:v>
                </c:pt>
                <c:pt idx="1382">
                  <c:v>6.577</c:v>
                </c:pt>
                <c:pt idx="1383">
                  <c:v>6.576</c:v>
                </c:pt>
                <c:pt idx="1384">
                  <c:v>6.567</c:v>
                </c:pt>
                <c:pt idx="1385">
                  <c:v>6.557</c:v>
                </c:pt>
                <c:pt idx="1386">
                  <c:v>6.539</c:v>
                </c:pt>
                <c:pt idx="1387">
                  <c:v>6.514</c:v>
                </c:pt>
                <c:pt idx="1388">
                  <c:v>6.514</c:v>
                </c:pt>
                <c:pt idx="1389">
                  <c:v>6.51</c:v>
                </c:pt>
                <c:pt idx="1390">
                  <c:v>6.504</c:v>
                </c:pt>
                <c:pt idx="1391">
                  <c:v>6.483</c:v>
                </c:pt>
                <c:pt idx="1392">
                  <c:v>6.471</c:v>
                </c:pt>
                <c:pt idx="1393">
                  <c:v>6.445</c:v>
                </c:pt>
                <c:pt idx="1394">
                  <c:v>6.441</c:v>
                </c:pt>
                <c:pt idx="1395">
                  <c:v>6.434</c:v>
                </c:pt>
                <c:pt idx="1396">
                  <c:v>6.421</c:v>
                </c:pt>
                <c:pt idx="1397">
                  <c:v>6.404</c:v>
                </c:pt>
                <c:pt idx="1398">
                  <c:v>6.403</c:v>
                </c:pt>
                <c:pt idx="1399">
                  <c:v>6.396</c:v>
                </c:pt>
                <c:pt idx="1400">
                  <c:v>6.395</c:v>
                </c:pt>
                <c:pt idx="1401">
                  <c:v>6.395</c:v>
                </c:pt>
                <c:pt idx="1402">
                  <c:v>6.385</c:v>
                </c:pt>
                <c:pt idx="1403">
                  <c:v>6.377</c:v>
                </c:pt>
                <c:pt idx="1404">
                  <c:v>6.371</c:v>
                </c:pt>
                <c:pt idx="1405">
                  <c:v>6.34</c:v>
                </c:pt>
                <c:pt idx="1406">
                  <c:v>6.324</c:v>
                </c:pt>
                <c:pt idx="1407">
                  <c:v>6.301</c:v>
                </c:pt>
                <c:pt idx="1408">
                  <c:v>6.299</c:v>
                </c:pt>
                <c:pt idx="1409">
                  <c:v>6.296</c:v>
                </c:pt>
                <c:pt idx="1410">
                  <c:v>6.259</c:v>
                </c:pt>
                <c:pt idx="1411">
                  <c:v>6.25</c:v>
                </c:pt>
                <c:pt idx="1412">
                  <c:v>6.232</c:v>
                </c:pt>
                <c:pt idx="1413">
                  <c:v>6.23</c:v>
                </c:pt>
                <c:pt idx="1414">
                  <c:v>6.227</c:v>
                </c:pt>
                <c:pt idx="1415">
                  <c:v>6.183</c:v>
                </c:pt>
                <c:pt idx="1416">
                  <c:v>6.18</c:v>
                </c:pt>
                <c:pt idx="1417">
                  <c:v>6.17</c:v>
                </c:pt>
                <c:pt idx="1418">
                  <c:v>6.162</c:v>
                </c:pt>
                <c:pt idx="1419">
                  <c:v>6.115</c:v>
                </c:pt>
                <c:pt idx="1420">
                  <c:v>6.111</c:v>
                </c:pt>
                <c:pt idx="1421">
                  <c:v>6.111</c:v>
                </c:pt>
                <c:pt idx="1422">
                  <c:v>6.11</c:v>
                </c:pt>
                <c:pt idx="1423">
                  <c:v>6.102</c:v>
                </c:pt>
                <c:pt idx="1424">
                  <c:v>6.1</c:v>
                </c:pt>
                <c:pt idx="1425">
                  <c:v>6.095</c:v>
                </c:pt>
                <c:pt idx="1426">
                  <c:v>6.09</c:v>
                </c:pt>
                <c:pt idx="1427">
                  <c:v>6.084</c:v>
                </c:pt>
                <c:pt idx="1428">
                  <c:v>6.074</c:v>
                </c:pt>
                <c:pt idx="1429">
                  <c:v>6.061</c:v>
                </c:pt>
                <c:pt idx="1430">
                  <c:v>6.06</c:v>
                </c:pt>
                <c:pt idx="1431">
                  <c:v>6.06</c:v>
                </c:pt>
                <c:pt idx="1432">
                  <c:v>6.053</c:v>
                </c:pt>
                <c:pt idx="1433">
                  <c:v>6.047</c:v>
                </c:pt>
                <c:pt idx="1434">
                  <c:v>6.033</c:v>
                </c:pt>
                <c:pt idx="1435">
                  <c:v>6.026</c:v>
                </c:pt>
                <c:pt idx="1436">
                  <c:v>6.025</c:v>
                </c:pt>
                <c:pt idx="1437">
                  <c:v>6.015</c:v>
                </c:pt>
                <c:pt idx="1438">
                  <c:v>5.999</c:v>
                </c:pt>
                <c:pt idx="1439">
                  <c:v>5.996</c:v>
                </c:pt>
                <c:pt idx="1440">
                  <c:v>5.982</c:v>
                </c:pt>
                <c:pt idx="1441">
                  <c:v>5.982</c:v>
                </c:pt>
                <c:pt idx="1442">
                  <c:v>5.971</c:v>
                </c:pt>
                <c:pt idx="1443">
                  <c:v>5.97</c:v>
                </c:pt>
                <c:pt idx="1444">
                  <c:v>5.96</c:v>
                </c:pt>
                <c:pt idx="1445">
                  <c:v>5.956</c:v>
                </c:pt>
                <c:pt idx="1446">
                  <c:v>5.938</c:v>
                </c:pt>
                <c:pt idx="1447">
                  <c:v>5.938</c:v>
                </c:pt>
                <c:pt idx="1448">
                  <c:v>5.935</c:v>
                </c:pt>
                <c:pt idx="1449">
                  <c:v>5.922</c:v>
                </c:pt>
                <c:pt idx="1450">
                  <c:v>5.912</c:v>
                </c:pt>
                <c:pt idx="1451">
                  <c:v>5.912</c:v>
                </c:pt>
                <c:pt idx="1452">
                  <c:v>5.909</c:v>
                </c:pt>
                <c:pt idx="1453">
                  <c:v>5.899</c:v>
                </c:pt>
                <c:pt idx="1454">
                  <c:v>5.896</c:v>
                </c:pt>
                <c:pt idx="1455">
                  <c:v>5.879</c:v>
                </c:pt>
                <c:pt idx="1456">
                  <c:v>5.865</c:v>
                </c:pt>
                <c:pt idx="1457">
                  <c:v>5.854</c:v>
                </c:pt>
                <c:pt idx="1458">
                  <c:v>5.849</c:v>
                </c:pt>
                <c:pt idx="1459">
                  <c:v>5.84</c:v>
                </c:pt>
                <c:pt idx="1460">
                  <c:v>5.839</c:v>
                </c:pt>
                <c:pt idx="1461">
                  <c:v>5.833</c:v>
                </c:pt>
                <c:pt idx="1462">
                  <c:v>5.823</c:v>
                </c:pt>
                <c:pt idx="1463">
                  <c:v>5.815</c:v>
                </c:pt>
                <c:pt idx="1464">
                  <c:v>5.812</c:v>
                </c:pt>
                <c:pt idx="1465">
                  <c:v>5.804</c:v>
                </c:pt>
                <c:pt idx="1466">
                  <c:v>5.799</c:v>
                </c:pt>
                <c:pt idx="1467">
                  <c:v>5.793</c:v>
                </c:pt>
                <c:pt idx="1468">
                  <c:v>5.793</c:v>
                </c:pt>
                <c:pt idx="1469">
                  <c:v>5.785</c:v>
                </c:pt>
                <c:pt idx="1470">
                  <c:v>5.762</c:v>
                </c:pt>
                <c:pt idx="1471">
                  <c:v>5.753</c:v>
                </c:pt>
                <c:pt idx="1472">
                  <c:v>5.734</c:v>
                </c:pt>
                <c:pt idx="1473">
                  <c:v>5.731</c:v>
                </c:pt>
                <c:pt idx="1474">
                  <c:v>5.727</c:v>
                </c:pt>
                <c:pt idx="1475">
                  <c:v>5.716</c:v>
                </c:pt>
                <c:pt idx="1476">
                  <c:v>5.712</c:v>
                </c:pt>
                <c:pt idx="1477">
                  <c:v>5.702</c:v>
                </c:pt>
                <c:pt idx="1478">
                  <c:v>5.698</c:v>
                </c:pt>
                <c:pt idx="1479">
                  <c:v>5.691</c:v>
                </c:pt>
                <c:pt idx="1480">
                  <c:v>5.69</c:v>
                </c:pt>
                <c:pt idx="1481">
                  <c:v>5.69</c:v>
                </c:pt>
                <c:pt idx="1482">
                  <c:v>5.682</c:v>
                </c:pt>
                <c:pt idx="1483">
                  <c:v>5.678</c:v>
                </c:pt>
                <c:pt idx="1484">
                  <c:v>5.676</c:v>
                </c:pt>
                <c:pt idx="1485">
                  <c:v>5.66</c:v>
                </c:pt>
                <c:pt idx="1486">
                  <c:v>5.651</c:v>
                </c:pt>
                <c:pt idx="1487">
                  <c:v>5.643</c:v>
                </c:pt>
                <c:pt idx="1488">
                  <c:v>5.64</c:v>
                </c:pt>
                <c:pt idx="1489">
                  <c:v>5.638</c:v>
                </c:pt>
                <c:pt idx="1490">
                  <c:v>5.632</c:v>
                </c:pt>
                <c:pt idx="1491">
                  <c:v>5.622</c:v>
                </c:pt>
                <c:pt idx="1492">
                  <c:v>5.609</c:v>
                </c:pt>
                <c:pt idx="1493">
                  <c:v>5.604</c:v>
                </c:pt>
                <c:pt idx="1494">
                  <c:v>5.58</c:v>
                </c:pt>
                <c:pt idx="1495">
                  <c:v>5.569</c:v>
                </c:pt>
                <c:pt idx="1496">
                  <c:v>5.564</c:v>
                </c:pt>
                <c:pt idx="1497">
                  <c:v>5.56</c:v>
                </c:pt>
                <c:pt idx="1498">
                  <c:v>5.555</c:v>
                </c:pt>
                <c:pt idx="1499">
                  <c:v>5.554</c:v>
                </c:pt>
                <c:pt idx="1500">
                  <c:v>5.553</c:v>
                </c:pt>
                <c:pt idx="1501">
                  <c:v>5.514</c:v>
                </c:pt>
                <c:pt idx="1502">
                  <c:v>5.504</c:v>
                </c:pt>
                <c:pt idx="1503">
                  <c:v>5.496</c:v>
                </c:pt>
                <c:pt idx="1504">
                  <c:v>5.489</c:v>
                </c:pt>
                <c:pt idx="1505">
                  <c:v>5.483</c:v>
                </c:pt>
                <c:pt idx="1506">
                  <c:v>5.473</c:v>
                </c:pt>
                <c:pt idx="1507">
                  <c:v>5.469</c:v>
                </c:pt>
                <c:pt idx="1508">
                  <c:v>5.468</c:v>
                </c:pt>
                <c:pt idx="1509">
                  <c:v>5.466</c:v>
                </c:pt>
                <c:pt idx="1510">
                  <c:v>5.437</c:v>
                </c:pt>
                <c:pt idx="1511">
                  <c:v>5.436</c:v>
                </c:pt>
                <c:pt idx="1512">
                  <c:v>5.42</c:v>
                </c:pt>
                <c:pt idx="1513">
                  <c:v>5.414</c:v>
                </c:pt>
                <c:pt idx="1514">
                  <c:v>5.389</c:v>
                </c:pt>
                <c:pt idx="1515">
                  <c:v>5.386</c:v>
                </c:pt>
                <c:pt idx="1516">
                  <c:v>5.381</c:v>
                </c:pt>
                <c:pt idx="1517">
                  <c:v>5.361</c:v>
                </c:pt>
                <c:pt idx="1518">
                  <c:v>5.356</c:v>
                </c:pt>
                <c:pt idx="1519">
                  <c:v>5.351</c:v>
                </c:pt>
                <c:pt idx="1520">
                  <c:v>5.34</c:v>
                </c:pt>
                <c:pt idx="1521">
                  <c:v>5.33</c:v>
                </c:pt>
                <c:pt idx="1522">
                  <c:v>5.329</c:v>
                </c:pt>
                <c:pt idx="1523">
                  <c:v>5.328</c:v>
                </c:pt>
                <c:pt idx="1524">
                  <c:v>5.322</c:v>
                </c:pt>
                <c:pt idx="1525">
                  <c:v>5.316</c:v>
                </c:pt>
                <c:pt idx="1526">
                  <c:v>5.306</c:v>
                </c:pt>
                <c:pt idx="1527">
                  <c:v>5.306</c:v>
                </c:pt>
                <c:pt idx="1528">
                  <c:v>5.301</c:v>
                </c:pt>
                <c:pt idx="1529">
                  <c:v>5.293</c:v>
                </c:pt>
                <c:pt idx="1530">
                  <c:v>5.276</c:v>
                </c:pt>
                <c:pt idx="1531">
                  <c:v>5.247</c:v>
                </c:pt>
                <c:pt idx="1532">
                  <c:v>5.246</c:v>
                </c:pt>
                <c:pt idx="1533">
                  <c:v>5.24</c:v>
                </c:pt>
                <c:pt idx="1534">
                  <c:v>5.224</c:v>
                </c:pt>
                <c:pt idx="1535">
                  <c:v>5.215</c:v>
                </c:pt>
                <c:pt idx="1536">
                  <c:v>5.212</c:v>
                </c:pt>
                <c:pt idx="1537">
                  <c:v>5.199</c:v>
                </c:pt>
                <c:pt idx="1538">
                  <c:v>5.198</c:v>
                </c:pt>
                <c:pt idx="1539">
                  <c:v>5.193</c:v>
                </c:pt>
                <c:pt idx="1540">
                  <c:v>5.19</c:v>
                </c:pt>
                <c:pt idx="1541">
                  <c:v>5.187</c:v>
                </c:pt>
                <c:pt idx="1542">
                  <c:v>5.184</c:v>
                </c:pt>
                <c:pt idx="1543">
                  <c:v>5.177</c:v>
                </c:pt>
                <c:pt idx="1544">
                  <c:v>5.17</c:v>
                </c:pt>
                <c:pt idx="1545">
                  <c:v>5.133</c:v>
                </c:pt>
                <c:pt idx="1546">
                  <c:v>5.127</c:v>
                </c:pt>
                <c:pt idx="1547">
                  <c:v>5.115</c:v>
                </c:pt>
                <c:pt idx="1548">
                  <c:v>5.087</c:v>
                </c:pt>
                <c:pt idx="1549">
                  <c:v>5.07</c:v>
                </c:pt>
                <c:pt idx="1550">
                  <c:v>5.049</c:v>
                </c:pt>
                <c:pt idx="1551">
                  <c:v>5.036</c:v>
                </c:pt>
                <c:pt idx="1552">
                  <c:v>5.033</c:v>
                </c:pt>
                <c:pt idx="1553">
                  <c:v>5.032</c:v>
                </c:pt>
                <c:pt idx="1554">
                  <c:v>5.023</c:v>
                </c:pt>
                <c:pt idx="1555">
                  <c:v>4.997</c:v>
                </c:pt>
                <c:pt idx="1556">
                  <c:v>4.982</c:v>
                </c:pt>
                <c:pt idx="1557">
                  <c:v>4.978</c:v>
                </c:pt>
                <c:pt idx="1558">
                  <c:v>4.976</c:v>
                </c:pt>
                <c:pt idx="1559">
                  <c:v>4.974</c:v>
                </c:pt>
                <c:pt idx="1560">
                  <c:v>4.967</c:v>
                </c:pt>
                <c:pt idx="1561">
                  <c:v>4.929</c:v>
                </c:pt>
                <c:pt idx="1562">
                  <c:v>4.927</c:v>
                </c:pt>
                <c:pt idx="1563">
                  <c:v>4.914</c:v>
                </c:pt>
                <c:pt idx="1564">
                  <c:v>4.896</c:v>
                </c:pt>
                <c:pt idx="1565">
                  <c:v>4.893</c:v>
                </c:pt>
                <c:pt idx="1566">
                  <c:v>4.893</c:v>
                </c:pt>
                <c:pt idx="1567">
                  <c:v>4.877</c:v>
                </c:pt>
                <c:pt idx="1568">
                  <c:v>4.869</c:v>
                </c:pt>
                <c:pt idx="1569">
                  <c:v>4.865</c:v>
                </c:pt>
                <c:pt idx="1570">
                  <c:v>4.86</c:v>
                </c:pt>
                <c:pt idx="1571">
                  <c:v>4.829</c:v>
                </c:pt>
                <c:pt idx="1572">
                  <c:v>4.806</c:v>
                </c:pt>
                <c:pt idx="1573">
                  <c:v>4.804</c:v>
                </c:pt>
                <c:pt idx="1574">
                  <c:v>4.798</c:v>
                </c:pt>
                <c:pt idx="1575">
                  <c:v>4.798</c:v>
                </c:pt>
                <c:pt idx="1576">
                  <c:v>4.773</c:v>
                </c:pt>
                <c:pt idx="1577">
                  <c:v>4.737</c:v>
                </c:pt>
                <c:pt idx="1578">
                  <c:v>4.731</c:v>
                </c:pt>
                <c:pt idx="1579">
                  <c:v>4.729</c:v>
                </c:pt>
                <c:pt idx="1580">
                  <c:v>4.723</c:v>
                </c:pt>
                <c:pt idx="1581">
                  <c:v>4.707</c:v>
                </c:pt>
                <c:pt idx="1582">
                  <c:v>4.696</c:v>
                </c:pt>
                <c:pt idx="1583">
                  <c:v>4.691</c:v>
                </c:pt>
                <c:pt idx="1584">
                  <c:v>4.651</c:v>
                </c:pt>
                <c:pt idx="1585">
                  <c:v>4.64</c:v>
                </c:pt>
                <c:pt idx="1586">
                  <c:v>4.622</c:v>
                </c:pt>
                <c:pt idx="1587">
                  <c:v>4.595</c:v>
                </c:pt>
                <c:pt idx="1588">
                  <c:v>4.571</c:v>
                </c:pt>
                <c:pt idx="1589">
                  <c:v>4.569</c:v>
                </c:pt>
                <c:pt idx="1590">
                  <c:v>4.56</c:v>
                </c:pt>
                <c:pt idx="1591">
                  <c:v>4.543</c:v>
                </c:pt>
                <c:pt idx="1592">
                  <c:v>4.541</c:v>
                </c:pt>
                <c:pt idx="1593">
                  <c:v>4.531</c:v>
                </c:pt>
                <c:pt idx="1594">
                  <c:v>4.523</c:v>
                </c:pt>
                <c:pt idx="1595">
                  <c:v>4.516</c:v>
                </c:pt>
                <c:pt idx="1596">
                  <c:v>4.507</c:v>
                </c:pt>
                <c:pt idx="1597">
                  <c:v>4.493</c:v>
                </c:pt>
                <c:pt idx="1598">
                  <c:v>4.481</c:v>
                </c:pt>
                <c:pt idx="1599">
                  <c:v>4.43</c:v>
                </c:pt>
                <c:pt idx="1600">
                  <c:v>4.383</c:v>
                </c:pt>
                <c:pt idx="1601">
                  <c:v>4.382</c:v>
                </c:pt>
                <c:pt idx="1602">
                  <c:v>186.111</c:v>
                </c:pt>
                <c:pt idx="1603">
                  <c:v>97.238</c:v>
                </c:pt>
                <c:pt idx="1604">
                  <c:v>88.877</c:v>
                </c:pt>
                <c:pt idx="1605">
                  <c:v>81.518</c:v>
                </c:pt>
                <c:pt idx="1606">
                  <c:v>80.563</c:v>
                </c:pt>
                <c:pt idx="1607">
                  <c:v>77.777</c:v>
                </c:pt>
                <c:pt idx="1608">
                  <c:v>72.208</c:v>
                </c:pt>
                <c:pt idx="1609">
                  <c:v>71.769</c:v>
                </c:pt>
                <c:pt idx="1610">
                  <c:v>67.249</c:v>
                </c:pt>
                <c:pt idx="1611">
                  <c:v>64.922</c:v>
                </c:pt>
                <c:pt idx="1612">
                  <c:v>63.959</c:v>
                </c:pt>
                <c:pt idx="1613">
                  <c:v>62.5</c:v>
                </c:pt>
                <c:pt idx="1614">
                  <c:v>60.467</c:v>
                </c:pt>
                <c:pt idx="1615">
                  <c:v>57.939</c:v>
                </c:pt>
                <c:pt idx="1616">
                  <c:v>56.751</c:v>
                </c:pt>
                <c:pt idx="1617">
                  <c:v>56.113</c:v>
                </c:pt>
                <c:pt idx="1618">
                  <c:v>54.546</c:v>
                </c:pt>
                <c:pt idx="1619">
                  <c:v>53.47</c:v>
                </c:pt>
                <c:pt idx="1620">
                  <c:v>53.05</c:v>
                </c:pt>
                <c:pt idx="1621">
                  <c:v>52.73</c:v>
                </c:pt>
                <c:pt idx="1622">
                  <c:v>52.467</c:v>
                </c:pt>
                <c:pt idx="1623">
                  <c:v>50.831</c:v>
                </c:pt>
                <c:pt idx="1624">
                  <c:v>48.601</c:v>
                </c:pt>
                <c:pt idx="1625">
                  <c:v>48.549</c:v>
                </c:pt>
                <c:pt idx="1626">
                  <c:v>47.939</c:v>
                </c:pt>
                <c:pt idx="1627">
                  <c:v>47.596</c:v>
                </c:pt>
                <c:pt idx="1628">
                  <c:v>46.991</c:v>
                </c:pt>
                <c:pt idx="1629">
                  <c:v>46.947</c:v>
                </c:pt>
                <c:pt idx="1630">
                  <c:v>46.737</c:v>
                </c:pt>
                <c:pt idx="1631">
                  <c:v>46.287</c:v>
                </c:pt>
                <c:pt idx="1632">
                  <c:v>46.151</c:v>
                </c:pt>
                <c:pt idx="1633">
                  <c:v>45.673</c:v>
                </c:pt>
                <c:pt idx="1634">
                  <c:v>45.325</c:v>
                </c:pt>
                <c:pt idx="1635">
                  <c:v>44.783</c:v>
                </c:pt>
                <c:pt idx="1636">
                  <c:v>44.495</c:v>
                </c:pt>
                <c:pt idx="1637">
                  <c:v>44.294</c:v>
                </c:pt>
                <c:pt idx="1638">
                  <c:v>43.481</c:v>
                </c:pt>
                <c:pt idx="1639">
                  <c:v>43.383</c:v>
                </c:pt>
                <c:pt idx="1640">
                  <c:v>43.293</c:v>
                </c:pt>
                <c:pt idx="1641">
                  <c:v>41.569</c:v>
                </c:pt>
                <c:pt idx="1642">
                  <c:v>41.329</c:v>
                </c:pt>
                <c:pt idx="1643">
                  <c:v>41.134</c:v>
                </c:pt>
                <c:pt idx="1644">
                  <c:v>40.973</c:v>
                </c:pt>
                <c:pt idx="1645">
                  <c:v>39.406</c:v>
                </c:pt>
                <c:pt idx="1646">
                  <c:v>39.044</c:v>
                </c:pt>
                <c:pt idx="1647">
                  <c:v>38.182</c:v>
                </c:pt>
                <c:pt idx="1648">
                  <c:v>37.529</c:v>
                </c:pt>
                <c:pt idx="1649">
                  <c:v>36.278</c:v>
                </c:pt>
                <c:pt idx="1650">
                  <c:v>36.167</c:v>
                </c:pt>
                <c:pt idx="1651">
                  <c:v>35.708</c:v>
                </c:pt>
                <c:pt idx="1652">
                  <c:v>34.436</c:v>
                </c:pt>
                <c:pt idx="1653">
                  <c:v>34.412</c:v>
                </c:pt>
                <c:pt idx="1654">
                  <c:v>32.768</c:v>
                </c:pt>
                <c:pt idx="1655">
                  <c:v>31.871</c:v>
                </c:pt>
                <c:pt idx="1656">
                  <c:v>31.741</c:v>
                </c:pt>
                <c:pt idx="1657">
                  <c:v>31.393</c:v>
                </c:pt>
                <c:pt idx="1658">
                  <c:v>31.357</c:v>
                </c:pt>
                <c:pt idx="1659">
                  <c:v>31.148</c:v>
                </c:pt>
                <c:pt idx="1660">
                  <c:v>30.928</c:v>
                </c:pt>
                <c:pt idx="1661">
                  <c:v>30.584</c:v>
                </c:pt>
                <c:pt idx="1662">
                  <c:v>30.231</c:v>
                </c:pt>
                <c:pt idx="1663">
                  <c:v>29.88</c:v>
                </c:pt>
                <c:pt idx="1664">
                  <c:v>29.499</c:v>
                </c:pt>
                <c:pt idx="1665">
                  <c:v>29.489</c:v>
                </c:pt>
                <c:pt idx="1666">
                  <c:v>29.303</c:v>
                </c:pt>
                <c:pt idx="1667">
                  <c:v>29.058</c:v>
                </c:pt>
                <c:pt idx="1668">
                  <c:v>29.028</c:v>
                </c:pt>
                <c:pt idx="1669">
                  <c:v>28.987</c:v>
                </c:pt>
                <c:pt idx="1670">
                  <c:v>28.608</c:v>
                </c:pt>
                <c:pt idx="1671">
                  <c:v>28.089</c:v>
                </c:pt>
                <c:pt idx="1672">
                  <c:v>27.859</c:v>
                </c:pt>
                <c:pt idx="1673">
                  <c:v>27.716</c:v>
                </c:pt>
                <c:pt idx="1674">
                  <c:v>27.3</c:v>
                </c:pt>
                <c:pt idx="1675">
                  <c:v>26.921</c:v>
                </c:pt>
                <c:pt idx="1676">
                  <c:v>26.873</c:v>
                </c:pt>
                <c:pt idx="1677">
                  <c:v>26.841</c:v>
                </c:pt>
                <c:pt idx="1678">
                  <c:v>26.703</c:v>
                </c:pt>
                <c:pt idx="1679">
                  <c:v>26.684</c:v>
                </c:pt>
                <c:pt idx="1680">
                  <c:v>26.274</c:v>
                </c:pt>
                <c:pt idx="1681">
                  <c:v>26.259</c:v>
                </c:pt>
                <c:pt idx="1682">
                  <c:v>26.192</c:v>
                </c:pt>
                <c:pt idx="1683">
                  <c:v>25.95</c:v>
                </c:pt>
                <c:pt idx="1684">
                  <c:v>25.933</c:v>
                </c:pt>
                <c:pt idx="1685">
                  <c:v>25.87</c:v>
                </c:pt>
                <c:pt idx="1686">
                  <c:v>25.704</c:v>
                </c:pt>
                <c:pt idx="1687">
                  <c:v>25.039</c:v>
                </c:pt>
                <c:pt idx="1688">
                  <c:v>24.751</c:v>
                </c:pt>
                <c:pt idx="1689">
                  <c:v>24.707</c:v>
                </c:pt>
                <c:pt idx="1690">
                  <c:v>24.514</c:v>
                </c:pt>
                <c:pt idx="1691">
                  <c:v>24.3</c:v>
                </c:pt>
                <c:pt idx="1692">
                  <c:v>23.735</c:v>
                </c:pt>
                <c:pt idx="1693">
                  <c:v>23.489</c:v>
                </c:pt>
                <c:pt idx="1694">
                  <c:v>23.197</c:v>
                </c:pt>
                <c:pt idx="1695">
                  <c:v>23.013</c:v>
                </c:pt>
                <c:pt idx="1696">
                  <c:v>22.748</c:v>
                </c:pt>
                <c:pt idx="1697">
                  <c:v>22.322</c:v>
                </c:pt>
                <c:pt idx="1698">
                  <c:v>22.273</c:v>
                </c:pt>
                <c:pt idx="1699">
                  <c:v>22.153</c:v>
                </c:pt>
                <c:pt idx="1700">
                  <c:v>22.067</c:v>
                </c:pt>
                <c:pt idx="1701">
                  <c:v>22.063</c:v>
                </c:pt>
                <c:pt idx="1702">
                  <c:v>22.009</c:v>
                </c:pt>
                <c:pt idx="1703">
                  <c:v>21.987</c:v>
                </c:pt>
                <c:pt idx="1704">
                  <c:v>21.968</c:v>
                </c:pt>
                <c:pt idx="1705">
                  <c:v>21.719</c:v>
                </c:pt>
                <c:pt idx="1706">
                  <c:v>21.541</c:v>
                </c:pt>
                <c:pt idx="1707">
                  <c:v>21.497</c:v>
                </c:pt>
                <c:pt idx="1708">
                  <c:v>21.453</c:v>
                </c:pt>
                <c:pt idx="1709">
                  <c:v>21.244</c:v>
                </c:pt>
                <c:pt idx="1710">
                  <c:v>21.164</c:v>
                </c:pt>
                <c:pt idx="1711">
                  <c:v>21.005</c:v>
                </c:pt>
                <c:pt idx="1712">
                  <c:v>20.822</c:v>
                </c:pt>
                <c:pt idx="1713">
                  <c:v>20.733</c:v>
                </c:pt>
                <c:pt idx="1714">
                  <c:v>20.579</c:v>
                </c:pt>
                <c:pt idx="1715">
                  <c:v>20.331</c:v>
                </c:pt>
                <c:pt idx="1716">
                  <c:v>19.686</c:v>
                </c:pt>
                <c:pt idx="1717">
                  <c:v>19.645</c:v>
                </c:pt>
                <c:pt idx="1718">
                  <c:v>19.64</c:v>
                </c:pt>
                <c:pt idx="1719">
                  <c:v>19.607</c:v>
                </c:pt>
                <c:pt idx="1720">
                  <c:v>19.586</c:v>
                </c:pt>
                <c:pt idx="1721">
                  <c:v>19.554</c:v>
                </c:pt>
                <c:pt idx="1722">
                  <c:v>19.519</c:v>
                </c:pt>
                <c:pt idx="1723">
                  <c:v>19.463</c:v>
                </c:pt>
                <c:pt idx="1724">
                  <c:v>19.333</c:v>
                </c:pt>
                <c:pt idx="1725">
                  <c:v>19.269</c:v>
                </c:pt>
                <c:pt idx="1726">
                  <c:v>19.22</c:v>
                </c:pt>
                <c:pt idx="1727">
                  <c:v>19.166</c:v>
                </c:pt>
                <c:pt idx="1728">
                  <c:v>19</c:v>
                </c:pt>
                <c:pt idx="1729">
                  <c:v>18.779</c:v>
                </c:pt>
                <c:pt idx="1730">
                  <c:v>18.675</c:v>
                </c:pt>
                <c:pt idx="1731">
                  <c:v>18.628</c:v>
                </c:pt>
                <c:pt idx="1732">
                  <c:v>18.576</c:v>
                </c:pt>
                <c:pt idx="1733">
                  <c:v>18.546</c:v>
                </c:pt>
                <c:pt idx="1734">
                  <c:v>18.297</c:v>
                </c:pt>
                <c:pt idx="1735">
                  <c:v>18.292</c:v>
                </c:pt>
                <c:pt idx="1736">
                  <c:v>18.281</c:v>
                </c:pt>
                <c:pt idx="1737">
                  <c:v>18.08</c:v>
                </c:pt>
                <c:pt idx="1738">
                  <c:v>18.065</c:v>
                </c:pt>
                <c:pt idx="1739">
                  <c:v>17.976</c:v>
                </c:pt>
                <c:pt idx="1740">
                  <c:v>17.943</c:v>
                </c:pt>
                <c:pt idx="1741">
                  <c:v>17.905</c:v>
                </c:pt>
                <c:pt idx="1742">
                  <c:v>17.898</c:v>
                </c:pt>
                <c:pt idx="1743">
                  <c:v>17.852</c:v>
                </c:pt>
                <c:pt idx="1744">
                  <c:v>17.842</c:v>
                </c:pt>
                <c:pt idx="1745">
                  <c:v>17.818</c:v>
                </c:pt>
                <c:pt idx="1746">
                  <c:v>17.609</c:v>
                </c:pt>
                <c:pt idx="1747">
                  <c:v>17.601</c:v>
                </c:pt>
                <c:pt idx="1748">
                  <c:v>17.513</c:v>
                </c:pt>
                <c:pt idx="1749">
                  <c:v>17.463</c:v>
                </c:pt>
                <c:pt idx="1750">
                  <c:v>17.397</c:v>
                </c:pt>
                <c:pt idx="1751">
                  <c:v>17.318</c:v>
                </c:pt>
                <c:pt idx="1752">
                  <c:v>17.3</c:v>
                </c:pt>
                <c:pt idx="1753">
                  <c:v>17.2</c:v>
                </c:pt>
                <c:pt idx="1754">
                  <c:v>17.139</c:v>
                </c:pt>
                <c:pt idx="1755">
                  <c:v>17.073</c:v>
                </c:pt>
                <c:pt idx="1756">
                  <c:v>17.071</c:v>
                </c:pt>
                <c:pt idx="1757">
                  <c:v>17.015</c:v>
                </c:pt>
                <c:pt idx="1758">
                  <c:v>16.837</c:v>
                </c:pt>
                <c:pt idx="1759">
                  <c:v>16.751</c:v>
                </c:pt>
                <c:pt idx="1760">
                  <c:v>16.703</c:v>
                </c:pt>
                <c:pt idx="1761">
                  <c:v>16.611</c:v>
                </c:pt>
                <c:pt idx="1762">
                  <c:v>16.407</c:v>
                </c:pt>
                <c:pt idx="1763">
                  <c:v>16.258</c:v>
                </c:pt>
                <c:pt idx="1764">
                  <c:v>16.228</c:v>
                </c:pt>
                <c:pt idx="1765">
                  <c:v>16.147</c:v>
                </c:pt>
                <c:pt idx="1766">
                  <c:v>16.121</c:v>
                </c:pt>
                <c:pt idx="1767">
                  <c:v>16.11</c:v>
                </c:pt>
                <c:pt idx="1768">
                  <c:v>16.039</c:v>
                </c:pt>
                <c:pt idx="1769">
                  <c:v>16.004</c:v>
                </c:pt>
                <c:pt idx="1770">
                  <c:v>15.939</c:v>
                </c:pt>
                <c:pt idx="1771">
                  <c:v>15.834</c:v>
                </c:pt>
                <c:pt idx="1772">
                  <c:v>15.629</c:v>
                </c:pt>
                <c:pt idx="1773">
                  <c:v>15.565</c:v>
                </c:pt>
                <c:pt idx="1774">
                  <c:v>15.54</c:v>
                </c:pt>
                <c:pt idx="1775">
                  <c:v>15.481</c:v>
                </c:pt>
                <c:pt idx="1776">
                  <c:v>15.47</c:v>
                </c:pt>
                <c:pt idx="1777">
                  <c:v>15.45</c:v>
                </c:pt>
                <c:pt idx="1778">
                  <c:v>15.443</c:v>
                </c:pt>
                <c:pt idx="1779">
                  <c:v>15.438</c:v>
                </c:pt>
                <c:pt idx="1780">
                  <c:v>15.376</c:v>
                </c:pt>
                <c:pt idx="1781">
                  <c:v>15.363</c:v>
                </c:pt>
                <c:pt idx="1782">
                  <c:v>15.232</c:v>
                </c:pt>
                <c:pt idx="1783">
                  <c:v>15.184</c:v>
                </c:pt>
                <c:pt idx="1784">
                  <c:v>15.137</c:v>
                </c:pt>
                <c:pt idx="1785">
                  <c:v>15.118</c:v>
                </c:pt>
                <c:pt idx="1786">
                  <c:v>15.089</c:v>
                </c:pt>
                <c:pt idx="1787">
                  <c:v>15.048</c:v>
                </c:pt>
                <c:pt idx="1788">
                  <c:v>15.042</c:v>
                </c:pt>
                <c:pt idx="1789">
                  <c:v>15.032</c:v>
                </c:pt>
                <c:pt idx="1790">
                  <c:v>15.009</c:v>
                </c:pt>
                <c:pt idx="1791">
                  <c:v>14.952</c:v>
                </c:pt>
                <c:pt idx="1792">
                  <c:v>14.895</c:v>
                </c:pt>
                <c:pt idx="1793">
                  <c:v>14.782</c:v>
                </c:pt>
                <c:pt idx="1794">
                  <c:v>14.748</c:v>
                </c:pt>
                <c:pt idx="1795">
                  <c:v>14.734</c:v>
                </c:pt>
                <c:pt idx="1796">
                  <c:v>14.587</c:v>
                </c:pt>
                <c:pt idx="1797">
                  <c:v>14.552</c:v>
                </c:pt>
                <c:pt idx="1798">
                  <c:v>14.55</c:v>
                </c:pt>
                <c:pt idx="1799">
                  <c:v>14.544</c:v>
                </c:pt>
                <c:pt idx="1800">
                  <c:v>14.533</c:v>
                </c:pt>
                <c:pt idx="1801">
                  <c:v>14.505</c:v>
                </c:pt>
                <c:pt idx="1802">
                  <c:v>14.504</c:v>
                </c:pt>
                <c:pt idx="1803">
                  <c:v>14.492</c:v>
                </c:pt>
                <c:pt idx="1804">
                  <c:v>14.489</c:v>
                </c:pt>
                <c:pt idx="1805">
                  <c:v>14.486</c:v>
                </c:pt>
                <c:pt idx="1806">
                  <c:v>14.419</c:v>
                </c:pt>
                <c:pt idx="1807">
                  <c:v>14.419</c:v>
                </c:pt>
                <c:pt idx="1808">
                  <c:v>14.416</c:v>
                </c:pt>
                <c:pt idx="1809">
                  <c:v>14.381</c:v>
                </c:pt>
                <c:pt idx="1810">
                  <c:v>14.309</c:v>
                </c:pt>
                <c:pt idx="1811">
                  <c:v>14.287</c:v>
                </c:pt>
                <c:pt idx="1812">
                  <c:v>14.272</c:v>
                </c:pt>
                <c:pt idx="1813">
                  <c:v>14.231</c:v>
                </c:pt>
                <c:pt idx="1814">
                  <c:v>14.204</c:v>
                </c:pt>
                <c:pt idx="1815">
                  <c:v>14.19</c:v>
                </c:pt>
                <c:pt idx="1816">
                  <c:v>14.17</c:v>
                </c:pt>
                <c:pt idx="1817">
                  <c:v>14.102</c:v>
                </c:pt>
                <c:pt idx="1818">
                  <c:v>14.068</c:v>
                </c:pt>
                <c:pt idx="1819">
                  <c:v>14.067</c:v>
                </c:pt>
                <c:pt idx="1820">
                  <c:v>14.065</c:v>
                </c:pt>
                <c:pt idx="1821">
                  <c:v>14.041</c:v>
                </c:pt>
                <c:pt idx="1822">
                  <c:v>14.023</c:v>
                </c:pt>
                <c:pt idx="1823">
                  <c:v>14.001</c:v>
                </c:pt>
                <c:pt idx="1824">
                  <c:v>13.987</c:v>
                </c:pt>
                <c:pt idx="1825">
                  <c:v>13.956</c:v>
                </c:pt>
                <c:pt idx="1826">
                  <c:v>13.93</c:v>
                </c:pt>
                <c:pt idx="1827">
                  <c:v>13.916</c:v>
                </c:pt>
                <c:pt idx="1828">
                  <c:v>13.912</c:v>
                </c:pt>
                <c:pt idx="1829">
                  <c:v>13.901</c:v>
                </c:pt>
                <c:pt idx="1830">
                  <c:v>13.888</c:v>
                </c:pt>
                <c:pt idx="1831">
                  <c:v>13.878</c:v>
                </c:pt>
                <c:pt idx="1832">
                  <c:v>13.867</c:v>
                </c:pt>
                <c:pt idx="1833">
                  <c:v>13.836</c:v>
                </c:pt>
                <c:pt idx="1834">
                  <c:v>13.794</c:v>
                </c:pt>
                <c:pt idx="1835">
                  <c:v>13.791</c:v>
                </c:pt>
                <c:pt idx="1836">
                  <c:v>13.787</c:v>
                </c:pt>
                <c:pt idx="1837">
                  <c:v>13.755</c:v>
                </c:pt>
                <c:pt idx="1838">
                  <c:v>13.748</c:v>
                </c:pt>
                <c:pt idx="1839">
                  <c:v>13.725</c:v>
                </c:pt>
                <c:pt idx="1840">
                  <c:v>13.717</c:v>
                </c:pt>
                <c:pt idx="1841">
                  <c:v>13.691</c:v>
                </c:pt>
                <c:pt idx="1842">
                  <c:v>13.653</c:v>
                </c:pt>
                <c:pt idx="1843">
                  <c:v>13.643</c:v>
                </c:pt>
                <c:pt idx="1844">
                  <c:v>13.627</c:v>
                </c:pt>
                <c:pt idx="1845">
                  <c:v>13.489</c:v>
                </c:pt>
                <c:pt idx="1846">
                  <c:v>13.484</c:v>
                </c:pt>
                <c:pt idx="1847">
                  <c:v>13.484</c:v>
                </c:pt>
                <c:pt idx="1848">
                  <c:v>13.477</c:v>
                </c:pt>
                <c:pt idx="1849">
                  <c:v>13.445</c:v>
                </c:pt>
                <c:pt idx="1850">
                  <c:v>13.413</c:v>
                </c:pt>
                <c:pt idx="1851">
                  <c:v>13.295</c:v>
                </c:pt>
                <c:pt idx="1852">
                  <c:v>13.227</c:v>
                </c:pt>
                <c:pt idx="1853">
                  <c:v>13.219</c:v>
                </c:pt>
                <c:pt idx="1854">
                  <c:v>13.167</c:v>
                </c:pt>
                <c:pt idx="1855">
                  <c:v>13.111</c:v>
                </c:pt>
                <c:pt idx="1856">
                  <c:v>13.059</c:v>
                </c:pt>
                <c:pt idx="1857">
                  <c:v>13.029</c:v>
                </c:pt>
                <c:pt idx="1858">
                  <c:v>13.013</c:v>
                </c:pt>
                <c:pt idx="1859">
                  <c:v>12.973</c:v>
                </c:pt>
                <c:pt idx="1860">
                  <c:v>12.969</c:v>
                </c:pt>
                <c:pt idx="1861">
                  <c:v>12.911</c:v>
                </c:pt>
                <c:pt idx="1862">
                  <c:v>12.895</c:v>
                </c:pt>
                <c:pt idx="1863">
                  <c:v>12.889</c:v>
                </c:pt>
                <c:pt idx="1864">
                  <c:v>12.889</c:v>
                </c:pt>
                <c:pt idx="1865">
                  <c:v>12.855</c:v>
                </c:pt>
                <c:pt idx="1866">
                  <c:v>12.846</c:v>
                </c:pt>
                <c:pt idx="1867">
                  <c:v>12.836</c:v>
                </c:pt>
                <c:pt idx="1868">
                  <c:v>12.801</c:v>
                </c:pt>
                <c:pt idx="1869">
                  <c:v>12.723</c:v>
                </c:pt>
                <c:pt idx="1870">
                  <c:v>12.717</c:v>
                </c:pt>
                <c:pt idx="1871">
                  <c:v>12.674</c:v>
                </c:pt>
                <c:pt idx="1872">
                  <c:v>12.672</c:v>
                </c:pt>
                <c:pt idx="1873">
                  <c:v>12.659</c:v>
                </c:pt>
                <c:pt idx="1874">
                  <c:v>12.653</c:v>
                </c:pt>
                <c:pt idx="1875">
                  <c:v>12.598</c:v>
                </c:pt>
                <c:pt idx="1876">
                  <c:v>12.583</c:v>
                </c:pt>
                <c:pt idx="1877">
                  <c:v>12.559</c:v>
                </c:pt>
                <c:pt idx="1878">
                  <c:v>12.543</c:v>
                </c:pt>
                <c:pt idx="1879">
                  <c:v>12.536</c:v>
                </c:pt>
                <c:pt idx="1880">
                  <c:v>12.5</c:v>
                </c:pt>
                <c:pt idx="1881">
                  <c:v>12.473</c:v>
                </c:pt>
                <c:pt idx="1882">
                  <c:v>12.456</c:v>
                </c:pt>
                <c:pt idx="1883">
                  <c:v>12.434</c:v>
                </c:pt>
                <c:pt idx="1884">
                  <c:v>12.334</c:v>
                </c:pt>
                <c:pt idx="1885">
                  <c:v>12.318</c:v>
                </c:pt>
                <c:pt idx="1886">
                  <c:v>12.285</c:v>
                </c:pt>
                <c:pt idx="1887">
                  <c:v>12.236</c:v>
                </c:pt>
                <c:pt idx="1888">
                  <c:v>12.216</c:v>
                </c:pt>
                <c:pt idx="1889">
                  <c:v>12.187</c:v>
                </c:pt>
                <c:pt idx="1890">
                  <c:v>12.09</c:v>
                </c:pt>
                <c:pt idx="1891">
                  <c:v>12.074</c:v>
                </c:pt>
                <c:pt idx="1892">
                  <c:v>12.065</c:v>
                </c:pt>
                <c:pt idx="1893">
                  <c:v>12.043</c:v>
                </c:pt>
                <c:pt idx="1894">
                  <c:v>12.026</c:v>
                </c:pt>
                <c:pt idx="1895">
                  <c:v>11.945</c:v>
                </c:pt>
                <c:pt idx="1896">
                  <c:v>11.91</c:v>
                </c:pt>
                <c:pt idx="1897">
                  <c:v>11.893</c:v>
                </c:pt>
                <c:pt idx="1898">
                  <c:v>11.863</c:v>
                </c:pt>
                <c:pt idx="1899">
                  <c:v>11.794</c:v>
                </c:pt>
                <c:pt idx="1900">
                  <c:v>11.772</c:v>
                </c:pt>
                <c:pt idx="1901">
                  <c:v>11.732</c:v>
                </c:pt>
                <c:pt idx="1902">
                  <c:v>11.71</c:v>
                </c:pt>
                <c:pt idx="1903">
                  <c:v>11.698</c:v>
                </c:pt>
                <c:pt idx="1904">
                  <c:v>11.672</c:v>
                </c:pt>
                <c:pt idx="1905">
                  <c:v>11.66</c:v>
                </c:pt>
                <c:pt idx="1906">
                  <c:v>11.65</c:v>
                </c:pt>
                <c:pt idx="1907">
                  <c:v>11.648</c:v>
                </c:pt>
                <c:pt idx="1908">
                  <c:v>11.622</c:v>
                </c:pt>
                <c:pt idx="1909">
                  <c:v>11.622</c:v>
                </c:pt>
                <c:pt idx="1910">
                  <c:v>11.595</c:v>
                </c:pt>
                <c:pt idx="1911">
                  <c:v>11.573</c:v>
                </c:pt>
                <c:pt idx="1912">
                  <c:v>11.572</c:v>
                </c:pt>
                <c:pt idx="1913">
                  <c:v>11.571</c:v>
                </c:pt>
                <c:pt idx="1914">
                  <c:v>11.551</c:v>
                </c:pt>
                <c:pt idx="1915">
                  <c:v>11.551</c:v>
                </c:pt>
                <c:pt idx="1916">
                  <c:v>11.535</c:v>
                </c:pt>
                <c:pt idx="1917">
                  <c:v>11.507</c:v>
                </c:pt>
                <c:pt idx="1918">
                  <c:v>11.505</c:v>
                </c:pt>
                <c:pt idx="1919">
                  <c:v>11.471</c:v>
                </c:pt>
                <c:pt idx="1920">
                  <c:v>11.463</c:v>
                </c:pt>
                <c:pt idx="1921">
                  <c:v>11.458</c:v>
                </c:pt>
                <c:pt idx="1922">
                  <c:v>11.45</c:v>
                </c:pt>
                <c:pt idx="1923">
                  <c:v>11.42</c:v>
                </c:pt>
                <c:pt idx="1924">
                  <c:v>11.411</c:v>
                </c:pt>
                <c:pt idx="1925">
                  <c:v>11.407</c:v>
                </c:pt>
                <c:pt idx="1926">
                  <c:v>11.376</c:v>
                </c:pt>
                <c:pt idx="1927">
                  <c:v>11.374</c:v>
                </c:pt>
                <c:pt idx="1928">
                  <c:v>11.371</c:v>
                </c:pt>
                <c:pt idx="1929">
                  <c:v>11.346</c:v>
                </c:pt>
                <c:pt idx="1930">
                  <c:v>11.289</c:v>
                </c:pt>
                <c:pt idx="1931">
                  <c:v>11.286</c:v>
                </c:pt>
                <c:pt idx="1932">
                  <c:v>11.284</c:v>
                </c:pt>
                <c:pt idx="1933">
                  <c:v>11.234</c:v>
                </c:pt>
                <c:pt idx="1934">
                  <c:v>11.22</c:v>
                </c:pt>
                <c:pt idx="1935">
                  <c:v>11.214</c:v>
                </c:pt>
                <c:pt idx="1936">
                  <c:v>11.204</c:v>
                </c:pt>
                <c:pt idx="1937">
                  <c:v>11.195</c:v>
                </c:pt>
                <c:pt idx="1938">
                  <c:v>11.187</c:v>
                </c:pt>
                <c:pt idx="1939">
                  <c:v>11.181</c:v>
                </c:pt>
                <c:pt idx="1940">
                  <c:v>11.152</c:v>
                </c:pt>
                <c:pt idx="1941">
                  <c:v>11.083</c:v>
                </c:pt>
                <c:pt idx="1942">
                  <c:v>11.024</c:v>
                </c:pt>
                <c:pt idx="1943">
                  <c:v>11.021</c:v>
                </c:pt>
                <c:pt idx="1944">
                  <c:v>11.013</c:v>
                </c:pt>
                <c:pt idx="1945">
                  <c:v>10.999</c:v>
                </c:pt>
                <c:pt idx="1946">
                  <c:v>10.972</c:v>
                </c:pt>
                <c:pt idx="1947">
                  <c:v>10.849</c:v>
                </c:pt>
                <c:pt idx="1948">
                  <c:v>10.844</c:v>
                </c:pt>
                <c:pt idx="1949">
                  <c:v>10.826</c:v>
                </c:pt>
                <c:pt idx="1950">
                  <c:v>10.806</c:v>
                </c:pt>
                <c:pt idx="1951">
                  <c:v>10.776</c:v>
                </c:pt>
                <c:pt idx="1952">
                  <c:v>10.754</c:v>
                </c:pt>
                <c:pt idx="1953">
                  <c:v>10.754</c:v>
                </c:pt>
                <c:pt idx="1954">
                  <c:v>10.718</c:v>
                </c:pt>
                <c:pt idx="1955">
                  <c:v>10.714</c:v>
                </c:pt>
                <c:pt idx="1956">
                  <c:v>10.688</c:v>
                </c:pt>
                <c:pt idx="1957">
                  <c:v>10.682</c:v>
                </c:pt>
                <c:pt idx="1958">
                  <c:v>10.669</c:v>
                </c:pt>
                <c:pt idx="1959">
                  <c:v>10.647</c:v>
                </c:pt>
                <c:pt idx="1960">
                  <c:v>10.627</c:v>
                </c:pt>
                <c:pt idx="1961">
                  <c:v>10.538</c:v>
                </c:pt>
                <c:pt idx="1962">
                  <c:v>10.52</c:v>
                </c:pt>
                <c:pt idx="1963">
                  <c:v>10.505</c:v>
                </c:pt>
                <c:pt idx="1964">
                  <c:v>10.491</c:v>
                </c:pt>
                <c:pt idx="1965">
                  <c:v>10.487</c:v>
                </c:pt>
                <c:pt idx="1966">
                  <c:v>10.485</c:v>
                </c:pt>
                <c:pt idx="1967">
                  <c:v>10.435</c:v>
                </c:pt>
                <c:pt idx="1968">
                  <c:v>10.433</c:v>
                </c:pt>
                <c:pt idx="1969">
                  <c:v>10.41</c:v>
                </c:pt>
                <c:pt idx="1970">
                  <c:v>10.391</c:v>
                </c:pt>
                <c:pt idx="1971">
                  <c:v>10.379</c:v>
                </c:pt>
                <c:pt idx="1972">
                  <c:v>10.374</c:v>
                </c:pt>
                <c:pt idx="1973">
                  <c:v>10.36</c:v>
                </c:pt>
                <c:pt idx="1974">
                  <c:v>10.313</c:v>
                </c:pt>
                <c:pt idx="1975">
                  <c:v>10.31</c:v>
                </c:pt>
                <c:pt idx="1976">
                  <c:v>10.264</c:v>
                </c:pt>
                <c:pt idx="1977">
                  <c:v>10.247</c:v>
                </c:pt>
                <c:pt idx="1978">
                  <c:v>10.194</c:v>
                </c:pt>
                <c:pt idx="1979">
                  <c:v>10.192</c:v>
                </c:pt>
                <c:pt idx="1980">
                  <c:v>10.143</c:v>
                </c:pt>
                <c:pt idx="1981">
                  <c:v>10.119</c:v>
                </c:pt>
                <c:pt idx="1982">
                  <c:v>10.115</c:v>
                </c:pt>
                <c:pt idx="1983">
                  <c:v>10.103</c:v>
                </c:pt>
                <c:pt idx="1984">
                  <c:v>10.091</c:v>
                </c:pt>
                <c:pt idx="1985">
                  <c:v>10.086</c:v>
                </c:pt>
                <c:pt idx="1986">
                  <c:v>10.075</c:v>
                </c:pt>
                <c:pt idx="1987">
                  <c:v>10.049</c:v>
                </c:pt>
                <c:pt idx="1988">
                  <c:v>10.039</c:v>
                </c:pt>
                <c:pt idx="1989">
                  <c:v>10.039</c:v>
                </c:pt>
                <c:pt idx="1990">
                  <c:v>10.034</c:v>
                </c:pt>
                <c:pt idx="1991">
                  <c:v>10.006</c:v>
                </c:pt>
                <c:pt idx="1992">
                  <c:v>9.995</c:v>
                </c:pt>
                <c:pt idx="1993">
                  <c:v>9.981</c:v>
                </c:pt>
                <c:pt idx="1994">
                  <c:v>9.966</c:v>
                </c:pt>
                <c:pt idx="1995">
                  <c:v>9.952</c:v>
                </c:pt>
                <c:pt idx="1996">
                  <c:v>9.938</c:v>
                </c:pt>
                <c:pt idx="1997">
                  <c:v>9.934</c:v>
                </c:pt>
                <c:pt idx="1998">
                  <c:v>9.932</c:v>
                </c:pt>
                <c:pt idx="1999">
                  <c:v>9.925</c:v>
                </c:pt>
                <c:pt idx="2000">
                  <c:v>9.92</c:v>
                </c:pt>
                <c:pt idx="2001">
                  <c:v>9.916</c:v>
                </c:pt>
                <c:pt idx="2002">
                  <c:v>9.877</c:v>
                </c:pt>
                <c:pt idx="2003">
                  <c:v>9.873</c:v>
                </c:pt>
                <c:pt idx="2004">
                  <c:v>9.87</c:v>
                </c:pt>
                <c:pt idx="2005">
                  <c:v>9.843</c:v>
                </c:pt>
                <c:pt idx="2006">
                  <c:v>9.834</c:v>
                </c:pt>
                <c:pt idx="2007">
                  <c:v>9.831</c:v>
                </c:pt>
                <c:pt idx="2008">
                  <c:v>9.778</c:v>
                </c:pt>
                <c:pt idx="2009">
                  <c:v>9.761</c:v>
                </c:pt>
                <c:pt idx="2010">
                  <c:v>9.748</c:v>
                </c:pt>
                <c:pt idx="2011">
                  <c:v>9.732</c:v>
                </c:pt>
                <c:pt idx="2012">
                  <c:v>9.728</c:v>
                </c:pt>
                <c:pt idx="2013">
                  <c:v>9.728</c:v>
                </c:pt>
                <c:pt idx="2014">
                  <c:v>9.709</c:v>
                </c:pt>
                <c:pt idx="2015">
                  <c:v>9.697</c:v>
                </c:pt>
                <c:pt idx="2016">
                  <c:v>9.696</c:v>
                </c:pt>
                <c:pt idx="2017">
                  <c:v>9.674</c:v>
                </c:pt>
                <c:pt idx="2018">
                  <c:v>9.666</c:v>
                </c:pt>
                <c:pt idx="2019">
                  <c:v>9.661</c:v>
                </c:pt>
                <c:pt idx="2020">
                  <c:v>9.653</c:v>
                </c:pt>
                <c:pt idx="2021">
                  <c:v>9.647</c:v>
                </c:pt>
                <c:pt idx="2022">
                  <c:v>9.622</c:v>
                </c:pt>
                <c:pt idx="2023">
                  <c:v>9.614</c:v>
                </c:pt>
                <c:pt idx="2024">
                  <c:v>9.613</c:v>
                </c:pt>
                <c:pt idx="2025">
                  <c:v>9.612</c:v>
                </c:pt>
                <c:pt idx="2026">
                  <c:v>9.611</c:v>
                </c:pt>
                <c:pt idx="2027">
                  <c:v>9.574</c:v>
                </c:pt>
                <c:pt idx="2028">
                  <c:v>9.572</c:v>
                </c:pt>
                <c:pt idx="2029">
                  <c:v>9.572</c:v>
                </c:pt>
                <c:pt idx="2030">
                  <c:v>9.543</c:v>
                </c:pt>
                <c:pt idx="2031">
                  <c:v>9.536</c:v>
                </c:pt>
                <c:pt idx="2032">
                  <c:v>9.533</c:v>
                </c:pt>
                <c:pt idx="2033">
                  <c:v>9.507</c:v>
                </c:pt>
                <c:pt idx="2034">
                  <c:v>9.506</c:v>
                </c:pt>
                <c:pt idx="2035">
                  <c:v>9.493</c:v>
                </c:pt>
                <c:pt idx="2036">
                  <c:v>9.475</c:v>
                </c:pt>
                <c:pt idx="2037">
                  <c:v>9.469</c:v>
                </c:pt>
                <c:pt idx="2038">
                  <c:v>9.46</c:v>
                </c:pt>
                <c:pt idx="2039">
                  <c:v>9.435</c:v>
                </c:pt>
                <c:pt idx="2040">
                  <c:v>9.434</c:v>
                </c:pt>
                <c:pt idx="2041">
                  <c:v>9.402</c:v>
                </c:pt>
                <c:pt idx="2042">
                  <c:v>9.394</c:v>
                </c:pt>
                <c:pt idx="2043">
                  <c:v>9.389</c:v>
                </c:pt>
                <c:pt idx="2044">
                  <c:v>9.344</c:v>
                </c:pt>
                <c:pt idx="2045">
                  <c:v>9.334</c:v>
                </c:pt>
                <c:pt idx="2046">
                  <c:v>9.331</c:v>
                </c:pt>
                <c:pt idx="2047">
                  <c:v>9.327</c:v>
                </c:pt>
                <c:pt idx="2048">
                  <c:v>9.316</c:v>
                </c:pt>
                <c:pt idx="2049">
                  <c:v>9.285</c:v>
                </c:pt>
                <c:pt idx="2050">
                  <c:v>9.267</c:v>
                </c:pt>
                <c:pt idx="2051">
                  <c:v>9.244</c:v>
                </c:pt>
                <c:pt idx="2052">
                  <c:v>9.239</c:v>
                </c:pt>
                <c:pt idx="2053">
                  <c:v>9.214</c:v>
                </c:pt>
                <c:pt idx="2054">
                  <c:v>9.207</c:v>
                </c:pt>
                <c:pt idx="2055">
                  <c:v>9.19</c:v>
                </c:pt>
                <c:pt idx="2056">
                  <c:v>9.186</c:v>
                </c:pt>
                <c:pt idx="2057">
                  <c:v>9.138</c:v>
                </c:pt>
                <c:pt idx="2058">
                  <c:v>9.128</c:v>
                </c:pt>
                <c:pt idx="2059">
                  <c:v>9.1</c:v>
                </c:pt>
                <c:pt idx="2060">
                  <c:v>9.092</c:v>
                </c:pt>
                <c:pt idx="2061">
                  <c:v>9.077</c:v>
                </c:pt>
                <c:pt idx="2062">
                  <c:v>9.066</c:v>
                </c:pt>
                <c:pt idx="2063">
                  <c:v>9.059</c:v>
                </c:pt>
                <c:pt idx="2064">
                  <c:v>9.041</c:v>
                </c:pt>
                <c:pt idx="2065">
                  <c:v>9.028</c:v>
                </c:pt>
                <c:pt idx="2066">
                  <c:v>9.027</c:v>
                </c:pt>
                <c:pt idx="2067">
                  <c:v>9.001</c:v>
                </c:pt>
                <c:pt idx="2068">
                  <c:v>8.992</c:v>
                </c:pt>
                <c:pt idx="2069">
                  <c:v>8.985</c:v>
                </c:pt>
                <c:pt idx="2070">
                  <c:v>8.964</c:v>
                </c:pt>
                <c:pt idx="2071">
                  <c:v>8.95</c:v>
                </c:pt>
                <c:pt idx="2072">
                  <c:v>8.939</c:v>
                </c:pt>
                <c:pt idx="2073">
                  <c:v>8.937</c:v>
                </c:pt>
                <c:pt idx="2074">
                  <c:v>8.927</c:v>
                </c:pt>
                <c:pt idx="2075">
                  <c:v>8.909</c:v>
                </c:pt>
                <c:pt idx="2076">
                  <c:v>8.901</c:v>
                </c:pt>
                <c:pt idx="2077">
                  <c:v>8.883</c:v>
                </c:pt>
                <c:pt idx="2078">
                  <c:v>8.846</c:v>
                </c:pt>
                <c:pt idx="2079">
                  <c:v>8.841</c:v>
                </c:pt>
                <c:pt idx="2080">
                  <c:v>8.834</c:v>
                </c:pt>
                <c:pt idx="2081">
                  <c:v>8.807</c:v>
                </c:pt>
                <c:pt idx="2082">
                  <c:v>8.801</c:v>
                </c:pt>
                <c:pt idx="2083">
                  <c:v>8.768</c:v>
                </c:pt>
                <c:pt idx="2084">
                  <c:v>8.749</c:v>
                </c:pt>
                <c:pt idx="2085">
                  <c:v>8.747</c:v>
                </c:pt>
                <c:pt idx="2086">
                  <c:v>8.74</c:v>
                </c:pt>
                <c:pt idx="2087">
                  <c:v>8.735</c:v>
                </c:pt>
                <c:pt idx="2088">
                  <c:v>8.721</c:v>
                </c:pt>
                <c:pt idx="2089">
                  <c:v>8.701</c:v>
                </c:pt>
                <c:pt idx="2090">
                  <c:v>8.7</c:v>
                </c:pt>
                <c:pt idx="2091">
                  <c:v>8.694</c:v>
                </c:pt>
                <c:pt idx="2092">
                  <c:v>8.665</c:v>
                </c:pt>
                <c:pt idx="2093">
                  <c:v>8.662</c:v>
                </c:pt>
                <c:pt idx="2094">
                  <c:v>8.649</c:v>
                </c:pt>
                <c:pt idx="2095">
                  <c:v>8.62</c:v>
                </c:pt>
                <c:pt idx="2096">
                  <c:v>8.609</c:v>
                </c:pt>
                <c:pt idx="2097">
                  <c:v>8.608</c:v>
                </c:pt>
                <c:pt idx="2098">
                  <c:v>8.582</c:v>
                </c:pt>
                <c:pt idx="2099">
                  <c:v>8.561</c:v>
                </c:pt>
                <c:pt idx="2100">
                  <c:v>8.548</c:v>
                </c:pt>
                <c:pt idx="2101">
                  <c:v>8.527</c:v>
                </c:pt>
                <c:pt idx="2102">
                  <c:v>8.509</c:v>
                </c:pt>
                <c:pt idx="2103">
                  <c:v>8.471</c:v>
                </c:pt>
                <c:pt idx="2104">
                  <c:v>8.465</c:v>
                </c:pt>
                <c:pt idx="2105">
                  <c:v>8.461</c:v>
                </c:pt>
                <c:pt idx="2106">
                  <c:v>8.454</c:v>
                </c:pt>
                <c:pt idx="2107">
                  <c:v>8.448</c:v>
                </c:pt>
                <c:pt idx="2108">
                  <c:v>8.437</c:v>
                </c:pt>
                <c:pt idx="2109">
                  <c:v>8.435</c:v>
                </c:pt>
                <c:pt idx="2110">
                  <c:v>8.409</c:v>
                </c:pt>
                <c:pt idx="2111">
                  <c:v>8.402</c:v>
                </c:pt>
                <c:pt idx="2112">
                  <c:v>8.324</c:v>
                </c:pt>
                <c:pt idx="2113">
                  <c:v>8.301</c:v>
                </c:pt>
                <c:pt idx="2114">
                  <c:v>8.293</c:v>
                </c:pt>
                <c:pt idx="2115">
                  <c:v>8.273</c:v>
                </c:pt>
                <c:pt idx="2116">
                  <c:v>8.259</c:v>
                </c:pt>
                <c:pt idx="2117">
                  <c:v>8.25</c:v>
                </c:pt>
                <c:pt idx="2118">
                  <c:v>8.213</c:v>
                </c:pt>
                <c:pt idx="2119">
                  <c:v>8.212</c:v>
                </c:pt>
                <c:pt idx="2120">
                  <c:v>8.207</c:v>
                </c:pt>
                <c:pt idx="2121">
                  <c:v>8.192</c:v>
                </c:pt>
                <c:pt idx="2122">
                  <c:v>8.155</c:v>
                </c:pt>
                <c:pt idx="2123">
                  <c:v>8.153</c:v>
                </c:pt>
                <c:pt idx="2124">
                  <c:v>8.152</c:v>
                </c:pt>
                <c:pt idx="2125">
                  <c:v>8.134</c:v>
                </c:pt>
                <c:pt idx="2126">
                  <c:v>8.121</c:v>
                </c:pt>
                <c:pt idx="2127">
                  <c:v>8.114</c:v>
                </c:pt>
                <c:pt idx="2128">
                  <c:v>8.109</c:v>
                </c:pt>
                <c:pt idx="2129">
                  <c:v>8.105</c:v>
                </c:pt>
                <c:pt idx="2130">
                  <c:v>8.104</c:v>
                </c:pt>
                <c:pt idx="2131">
                  <c:v>8.077</c:v>
                </c:pt>
                <c:pt idx="2132">
                  <c:v>8.074</c:v>
                </c:pt>
                <c:pt idx="2133">
                  <c:v>8.074</c:v>
                </c:pt>
                <c:pt idx="2134">
                  <c:v>8.034</c:v>
                </c:pt>
                <c:pt idx="2135">
                  <c:v>8.026</c:v>
                </c:pt>
                <c:pt idx="2136">
                  <c:v>8.004</c:v>
                </c:pt>
                <c:pt idx="2137">
                  <c:v>7.967</c:v>
                </c:pt>
                <c:pt idx="2138">
                  <c:v>7.924</c:v>
                </c:pt>
                <c:pt idx="2139">
                  <c:v>7.921</c:v>
                </c:pt>
                <c:pt idx="2140">
                  <c:v>7.915</c:v>
                </c:pt>
                <c:pt idx="2141">
                  <c:v>7.907</c:v>
                </c:pt>
                <c:pt idx="2142">
                  <c:v>7.903</c:v>
                </c:pt>
                <c:pt idx="2143">
                  <c:v>7.902</c:v>
                </c:pt>
                <c:pt idx="2144">
                  <c:v>7.9</c:v>
                </c:pt>
                <c:pt idx="2145">
                  <c:v>7.893</c:v>
                </c:pt>
                <c:pt idx="2146">
                  <c:v>7.891</c:v>
                </c:pt>
                <c:pt idx="2147">
                  <c:v>7.879</c:v>
                </c:pt>
                <c:pt idx="2148">
                  <c:v>7.845</c:v>
                </c:pt>
                <c:pt idx="2149">
                  <c:v>7.822</c:v>
                </c:pt>
                <c:pt idx="2150">
                  <c:v>7.819</c:v>
                </c:pt>
                <c:pt idx="2151">
                  <c:v>7.755</c:v>
                </c:pt>
                <c:pt idx="2152">
                  <c:v>7.754</c:v>
                </c:pt>
                <c:pt idx="2153">
                  <c:v>7.752</c:v>
                </c:pt>
                <c:pt idx="2154">
                  <c:v>7.748</c:v>
                </c:pt>
                <c:pt idx="2155">
                  <c:v>7.746</c:v>
                </c:pt>
                <c:pt idx="2156">
                  <c:v>7.737</c:v>
                </c:pt>
                <c:pt idx="2157">
                  <c:v>7.718</c:v>
                </c:pt>
                <c:pt idx="2158">
                  <c:v>7.71</c:v>
                </c:pt>
                <c:pt idx="2159">
                  <c:v>7.709</c:v>
                </c:pt>
                <c:pt idx="2160">
                  <c:v>7.69</c:v>
                </c:pt>
                <c:pt idx="2161">
                  <c:v>7.639</c:v>
                </c:pt>
                <c:pt idx="2162">
                  <c:v>7.625</c:v>
                </c:pt>
                <c:pt idx="2163">
                  <c:v>7.618</c:v>
                </c:pt>
                <c:pt idx="2164">
                  <c:v>7.612</c:v>
                </c:pt>
                <c:pt idx="2165">
                  <c:v>7.589</c:v>
                </c:pt>
                <c:pt idx="2166">
                  <c:v>7.586</c:v>
                </c:pt>
                <c:pt idx="2167">
                  <c:v>7.568</c:v>
                </c:pt>
                <c:pt idx="2168">
                  <c:v>7.564</c:v>
                </c:pt>
                <c:pt idx="2169">
                  <c:v>7.563</c:v>
                </c:pt>
                <c:pt idx="2170">
                  <c:v>7.539</c:v>
                </c:pt>
                <c:pt idx="2171">
                  <c:v>7.532</c:v>
                </c:pt>
                <c:pt idx="2172">
                  <c:v>7.529</c:v>
                </c:pt>
                <c:pt idx="2173">
                  <c:v>7.51</c:v>
                </c:pt>
                <c:pt idx="2174">
                  <c:v>7.5</c:v>
                </c:pt>
                <c:pt idx="2175">
                  <c:v>7.487</c:v>
                </c:pt>
                <c:pt idx="2176">
                  <c:v>7.482</c:v>
                </c:pt>
                <c:pt idx="2177">
                  <c:v>7.471</c:v>
                </c:pt>
                <c:pt idx="2178">
                  <c:v>7.47</c:v>
                </c:pt>
                <c:pt idx="2179">
                  <c:v>7.438</c:v>
                </c:pt>
                <c:pt idx="2180">
                  <c:v>7.414</c:v>
                </c:pt>
                <c:pt idx="2181">
                  <c:v>7.398</c:v>
                </c:pt>
                <c:pt idx="2182">
                  <c:v>7.398</c:v>
                </c:pt>
                <c:pt idx="2183">
                  <c:v>7.394</c:v>
                </c:pt>
                <c:pt idx="2184">
                  <c:v>7.381</c:v>
                </c:pt>
                <c:pt idx="2185">
                  <c:v>7.345</c:v>
                </c:pt>
                <c:pt idx="2186">
                  <c:v>7.327</c:v>
                </c:pt>
                <c:pt idx="2187">
                  <c:v>7.32</c:v>
                </c:pt>
                <c:pt idx="2188">
                  <c:v>7.318</c:v>
                </c:pt>
                <c:pt idx="2189">
                  <c:v>7.317</c:v>
                </c:pt>
                <c:pt idx="2190">
                  <c:v>7.294</c:v>
                </c:pt>
                <c:pt idx="2191">
                  <c:v>7.288</c:v>
                </c:pt>
                <c:pt idx="2192">
                  <c:v>7.273</c:v>
                </c:pt>
                <c:pt idx="2193">
                  <c:v>7.266</c:v>
                </c:pt>
                <c:pt idx="2194">
                  <c:v>7.265</c:v>
                </c:pt>
                <c:pt idx="2195">
                  <c:v>7.26</c:v>
                </c:pt>
                <c:pt idx="2196">
                  <c:v>7.254</c:v>
                </c:pt>
                <c:pt idx="2197">
                  <c:v>7.248</c:v>
                </c:pt>
                <c:pt idx="2198">
                  <c:v>7.233</c:v>
                </c:pt>
                <c:pt idx="2199">
                  <c:v>7.233</c:v>
                </c:pt>
                <c:pt idx="2200">
                  <c:v>7.218</c:v>
                </c:pt>
                <c:pt idx="2201">
                  <c:v>7.206</c:v>
                </c:pt>
                <c:pt idx="2202">
                  <c:v>7.165</c:v>
                </c:pt>
                <c:pt idx="2203">
                  <c:v>7.146</c:v>
                </c:pt>
                <c:pt idx="2204">
                  <c:v>7.128</c:v>
                </c:pt>
                <c:pt idx="2205">
                  <c:v>7.127</c:v>
                </c:pt>
                <c:pt idx="2206">
                  <c:v>7.12</c:v>
                </c:pt>
                <c:pt idx="2207">
                  <c:v>7.116</c:v>
                </c:pt>
                <c:pt idx="2208">
                  <c:v>7.115</c:v>
                </c:pt>
                <c:pt idx="2209">
                  <c:v>7.108</c:v>
                </c:pt>
                <c:pt idx="2210">
                  <c:v>7.106</c:v>
                </c:pt>
                <c:pt idx="2211">
                  <c:v>7.105</c:v>
                </c:pt>
                <c:pt idx="2212">
                  <c:v>7.103</c:v>
                </c:pt>
                <c:pt idx="2213">
                  <c:v>7.098</c:v>
                </c:pt>
                <c:pt idx="2214">
                  <c:v>7.094</c:v>
                </c:pt>
                <c:pt idx="2215">
                  <c:v>7.092</c:v>
                </c:pt>
                <c:pt idx="2216">
                  <c:v>7.092</c:v>
                </c:pt>
                <c:pt idx="2217">
                  <c:v>7.08</c:v>
                </c:pt>
                <c:pt idx="2218">
                  <c:v>7.018</c:v>
                </c:pt>
                <c:pt idx="2219">
                  <c:v>6.97</c:v>
                </c:pt>
                <c:pt idx="2220">
                  <c:v>6.967</c:v>
                </c:pt>
                <c:pt idx="2221">
                  <c:v>6.957</c:v>
                </c:pt>
                <c:pt idx="2222">
                  <c:v>6.954</c:v>
                </c:pt>
                <c:pt idx="2223">
                  <c:v>6.948</c:v>
                </c:pt>
                <c:pt idx="2224">
                  <c:v>6.931</c:v>
                </c:pt>
                <c:pt idx="2225">
                  <c:v>6.93</c:v>
                </c:pt>
                <c:pt idx="2226">
                  <c:v>6.924</c:v>
                </c:pt>
                <c:pt idx="2227">
                  <c:v>6.923</c:v>
                </c:pt>
                <c:pt idx="2228">
                  <c:v>6.917</c:v>
                </c:pt>
                <c:pt idx="2229">
                  <c:v>6.906</c:v>
                </c:pt>
                <c:pt idx="2230">
                  <c:v>6.904</c:v>
                </c:pt>
                <c:pt idx="2231">
                  <c:v>6.894</c:v>
                </c:pt>
                <c:pt idx="2232">
                  <c:v>6.892</c:v>
                </c:pt>
                <c:pt idx="2233">
                  <c:v>6.876</c:v>
                </c:pt>
                <c:pt idx="2234">
                  <c:v>6.862</c:v>
                </c:pt>
                <c:pt idx="2235">
                  <c:v>6.859</c:v>
                </c:pt>
                <c:pt idx="2236">
                  <c:v>6.854</c:v>
                </c:pt>
                <c:pt idx="2237">
                  <c:v>6.851</c:v>
                </c:pt>
                <c:pt idx="2238">
                  <c:v>6.848</c:v>
                </c:pt>
                <c:pt idx="2239">
                  <c:v>6.847</c:v>
                </c:pt>
                <c:pt idx="2240">
                  <c:v>6.818</c:v>
                </c:pt>
                <c:pt idx="2241">
                  <c:v>6.814</c:v>
                </c:pt>
                <c:pt idx="2242">
                  <c:v>6.808</c:v>
                </c:pt>
                <c:pt idx="2243">
                  <c:v>6.805</c:v>
                </c:pt>
                <c:pt idx="2244">
                  <c:v>6.8</c:v>
                </c:pt>
                <c:pt idx="2245">
                  <c:v>6.795</c:v>
                </c:pt>
                <c:pt idx="2246">
                  <c:v>6.794</c:v>
                </c:pt>
                <c:pt idx="2247">
                  <c:v>6.758</c:v>
                </c:pt>
                <c:pt idx="2248">
                  <c:v>6.741</c:v>
                </c:pt>
                <c:pt idx="2249">
                  <c:v>6.709</c:v>
                </c:pt>
                <c:pt idx="2250">
                  <c:v>6.699</c:v>
                </c:pt>
                <c:pt idx="2251">
                  <c:v>6.694</c:v>
                </c:pt>
                <c:pt idx="2252">
                  <c:v>6.656</c:v>
                </c:pt>
                <c:pt idx="2253">
                  <c:v>6.638</c:v>
                </c:pt>
                <c:pt idx="2254">
                  <c:v>6.629</c:v>
                </c:pt>
                <c:pt idx="2255">
                  <c:v>6.62</c:v>
                </c:pt>
                <c:pt idx="2256">
                  <c:v>6.6</c:v>
                </c:pt>
                <c:pt idx="2257">
                  <c:v>6.586</c:v>
                </c:pt>
                <c:pt idx="2258">
                  <c:v>6.57</c:v>
                </c:pt>
                <c:pt idx="2259">
                  <c:v>6.561</c:v>
                </c:pt>
                <c:pt idx="2260">
                  <c:v>6.557</c:v>
                </c:pt>
                <c:pt idx="2261">
                  <c:v>6.545</c:v>
                </c:pt>
                <c:pt idx="2262">
                  <c:v>6.539</c:v>
                </c:pt>
                <c:pt idx="2263">
                  <c:v>6.483</c:v>
                </c:pt>
                <c:pt idx="2264">
                  <c:v>6.463</c:v>
                </c:pt>
                <c:pt idx="2265">
                  <c:v>6.457</c:v>
                </c:pt>
                <c:pt idx="2266">
                  <c:v>6.452</c:v>
                </c:pt>
                <c:pt idx="2267">
                  <c:v>6.445</c:v>
                </c:pt>
                <c:pt idx="2268">
                  <c:v>6.426</c:v>
                </c:pt>
                <c:pt idx="2269">
                  <c:v>6.421</c:v>
                </c:pt>
                <c:pt idx="2270">
                  <c:v>6.418</c:v>
                </c:pt>
                <c:pt idx="2271">
                  <c:v>6.416</c:v>
                </c:pt>
                <c:pt idx="2272">
                  <c:v>6.413</c:v>
                </c:pt>
                <c:pt idx="2273">
                  <c:v>6.405</c:v>
                </c:pt>
                <c:pt idx="2274">
                  <c:v>6.371</c:v>
                </c:pt>
                <c:pt idx="2275">
                  <c:v>6.368</c:v>
                </c:pt>
                <c:pt idx="2276">
                  <c:v>6.356</c:v>
                </c:pt>
                <c:pt idx="2277">
                  <c:v>6.348</c:v>
                </c:pt>
                <c:pt idx="2278">
                  <c:v>6.34</c:v>
                </c:pt>
                <c:pt idx="2279">
                  <c:v>6.332</c:v>
                </c:pt>
                <c:pt idx="2280">
                  <c:v>6.331</c:v>
                </c:pt>
                <c:pt idx="2281">
                  <c:v>6.32</c:v>
                </c:pt>
                <c:pt idx="2282">
                  <c:v>6.312</c:v>
                </c:pt>
                <c:pt idx="2283">
                  <c:v>6.309</c:v>
                </c:pt>
                <c:pt idx="2284">
                  <c:v>6.307</c:v>
                </c:pt>
                <c:pt idx="2285">
                  <c:v>6.303</c:v>
                </c:pt>
                <c:pt idx="2286">
                  <c:v>6.29</c:v>
                </c:pt>
                <c:pt idx="2287">
                  <c:v>6.276</c:v>
                </c:pt>
                <c:pt idx="2288">
                  <c:v>6.276</c:v>
                </c:pt>
                <c:pt idx="2289">
                  <c:v>6.243</c:v>
                </c:pt>
                <c:pt idx="2290">
                  <c:v>6.242</c:v>
                </c:pt>
                <c:pt idx="2291">
                  <c:v>6.24</c:v>
                </c:pt>
                <c:pt idx="2292">
                  <c:v>6.235</c:v>
                </c:pt>
                <c:pt idx="2293">
                  <c:v>6.234</c:v>
                </c:pt>
                <c:pt idx="2294">
                  <c:v>6.206</c:v>
                </c:pt>
                <c:pt idx="2295">
                  <c:v>6.186</c:v>
                </c:pt>
                <c:pt idx="2296">
                  <c:v>6.182</c:v>
                </c:pt>
                <c:pt idx="2297">
                  <c:v>6.161</c:v>
                </c:pt>
                <c:pt idx="2298">
                  <c:v>6.159</c:v>
                </c:pt>
                <c:pt idx="2299">
                  <c:v>6.12</c:v>
                </c:pt>
                <c:pt idx="2300">
                  <c:v>6.109</c:v>
                </c:pt>
                <c:pt idx="2301">
                  <c:v>6.1</c:v>
                </c:pt>
                <c:pt idx="2302">
                  <c:v>6.069</c:v>
                </c:pt>
                <c:pt idx="2303">
                  <c:v>6.065</c:v>
                </c:pt>
                <c:pt idx="2304">
                  <c:v>6.062</c:v>
                </c:pt>
                <c:pt idx="2305">
                  <c:v>6.06</c:v>
                </c:pt>
                <c:pt idx="2306">
                  <c:v>6.053</c:v>
                </c:pt>
                <c:pt idx="2307">
                  <c:v>6.053</c:v>
                </c:pt>
                <c:pt idx="2308">
                  <c:v>6.047</c:v>
                </c:pt>
                <c:pt idx="2309">
                  <c:v>6.036</c:v>
                </c:pt>
                <c:pt idx="2310">
                  <c:v>6.029</c:v>
                </c:pt>
                <c:pt idx="2311">
                  <c:v>6.017</c:v>
                </c:pt>
                <c:pt idx="2312">
                  <c:v>6.01</c:v>
                </c:pt>
                <c:pt idx="2313">
                  <c:v>6.009</c:v>
                </c:pt>
                <c:pt idx="2314">
                  <c:v>6.006</c:v>
                </c:pt>
                <c:pt idx="2315">
                  <c:v>5.996</c:v>
                </c:pt>
                <c:pt idx="2316">
                  <c:v>5.986</c:v>
                </c:pt>
                <c:pt idx="2317">
                  <c:v>5.985</c:v>
                </c:pt>
                <c:pt idx="2318">
                  <c:v>5.962</c:v>
                </c:pt>
                <c:pt idx="2319">
                  <c:v>5.951</c:v>
                </c:pt>
                <c:pt idx="2320">
                  <c:v>5.936</c:v>
                </c:pt>
                <c:pt idx="2321">
                  <c:v>5.919</c:v>
                </c:pt>
                <c:pt idx="2322">
                  <c:v>5.918</c:v>
                </c:pt>
                <c:pt idx="2323">
                  <c:v>5.903</c:v>
                </c:pt>
                <c:pt idx="2324">
                  <c:v>5.878</c:v>
                </c:pt>
                <c:pt idx="2325">
                  <c:v>5.872</c:v>
                </c:pt>
                <c:pt idx="2326">
                  <c:v>5.871</c:v>
                </c:pt>
                <c:pt idx="2327">
                  <c:v>5.857</c:v>
                </c:pt>
                <c:pt idx="2328">
                  <c:v>5.842</c:v>
                </c:pt>
                <c:pt idx="2329">
                  <c:v>5.836</c:v>
                </c:pt>
                <c:pt idx="2330">
                  <c:v>5.835</c:v>
                </c:pt>
                <c:pt idx="2331">
                  <c:v>5.824</c:v>
                </c:pt>
                <c:pt idx="2332">
                  <c:v>5.818</c:v>
                </c:pt>
                <c:pt idx="2333">
                  <c:v>5.809</c:v>
                </c:pt>
                <c:pt idx="2334">
                  <c:v>5.802</c:v>
                </c:pt>
                <c:pt idx="2335">
                  <c:v>5.782</c:v>
                </c:pt>
                <c:pt idx="2336">
                  <c:v>5.779</c:v>
                </c:pt>
                <c:pt idx="2337">
                  <c:v>5.775</c:v>
                </c:pt>
                <c:pt idx="2338">
                  <c:v>5.763</c:v>
                </c:pt>
                <c:pt idx="2339">
                  <c:v>5.708</c:v>
                </c:pt>
                <c:pt idx="2340">
                  <c:v>5.705</c:v>
                </c:pt>
                <c:pt idx="2341">
                  <c:v>5.702</c:v>
                </c:pt>
                <c:pt idx="2342">
                  <c:v>5.666</c:v>
                </c:pt>
                <c:pt idx="2343">
                  <c:v>5.663</c:v>
                </c:pt>
                <c:pt idx="2344">
                  <c:v>5.662</c:v>
                </c:pt>
                <c:pt idx="2345">
                  <c:v>5.656</c:v>
                </c:pt>
                <c:pt idx="2346">
                  <c:v>5.652</c:v>
                </c:pt>
                <c:pt idx="2347">
                  <c:v>5.645</c:v>
                </c:pt>
                <c:pt idx="2348">
                  <c:v>5.638</c:v>
                </c:pt>
                <c:pt idx="2349">
                  <c:v>5.626</c:v>
                </c:pt>
                <c:pt idx="2350">
                  <c:v>5.622</c:v>
                </c:pt>
                <c:pt idx="2351">
                  <c:v>5.608</c:v>
                </c:pt>
                <c:pt idx="2352">
                  <c:v>5.602</c:v>
                </c:pt>
                <c:pt idx="2353">
                  <c:v>5.586</c:v>
                </c:pt>
                <c:pt idx="2354">
                  <c:v>5.539</c:v>
                </c:pt>
                <c:pt idx="2355">
                  <c:v>5.491</c:v>
                </c:pt>
                <c:pt idx="2356">
                  <c:v>5.481</c:v>
                </c:pt>
                <c:pt idx="2357">
                  <c:v>5.48</c:v>
                </c:pt>
                <c:pt idx="2358">
                  <c:v>5.471</c:v>
                </c:pt>
                <c:pt idx="2359">
                  <c:v>5.47</c:v>
                </c:pt>
                <c:pt idx="2360">
                  <c:v>5.426</c:v>
                </c:pt>
                <c:pt idx="2361">
                  <c:v>5.42</c:v>
                </c:pt>
                <c:pt idx="2362">
                  <c:v>5.401</c:v>
                </c:pt>
                <c:pt idx="2363">
                  <c:v>5.38</c:v>
                </c:pt>
                <c:pt idx="2364">
                  <c:v>5.349</c:v>
                </c:pt>
                <c:pt idx="2365">
                  <c:v>5.333</c:v>
                </c:pt>
                <c:pt idx="2366">
                  <c:v>5.324</c:v>
                </c:pt>
                <c:pt idx="2367">
                  <c:v>5.322</c:v>
                </c:pt>
                <c:pt idx="2368">
                  <c:v>5.322</c:v>
                </c:pt>
                <c:pt idx="2369">
                  <c:v>5.317</c:v>
                </c:pt>
                <c:pt idx="2370">
                  <c:v>5.29</c:v>
                </c:pt>
                <c:pt idx="2371">
                  <c:v>5.287</c:v>
                </c:pt>
                <c:pt idx="2372">
                  <c:v>5.273</c:v>
                </c:pt>
                <c:pt idx="2373">
                  <c:v>5.267</c:v>
                </c:pt>
                <c:pt idx="2374">
                  <c:v>5.261</c:v>
                </c:pt>
                <c:pt idx="2375">
                  <c:v>5.247</c:v>
                </c:pt>
                <c:pt idx="2376">
                  <c:v>5.244</c:v>
                </c:pt>
                <c:pt idx="2377">
                  <c:v>5.212</c:v>
                </c:pt>
                <c:pt idx="2378">
                  <c:v>5.195</c:v>
                </c:pt>
                <c:pt idx="2379">
                  <c:v>5.193</c:v>
                </c:pt>
                <c:pt idx="2380">
                  <c:v>5.193</c:v>
                </c:pt>
                <c:pt idx="2381">
                  <c:v>5.188</c:v>
                </c:pt>
                <c:pt idx="2382">
                  <c:v>5.188</c:v>
                </c:pt>
                <c:pt idx="2383">
                  <c:v>5.175</c:v>
                </c:pt>
                <c:pt idx="2384">
                  <c:v>5.167</c:v>
                </c:pt>
                <c:pt idx="2385">
                  <c:v>5.164</c:v>
                </c:pt>
                <c:pt idx="2386">
                  <c:v>5.153</c:v>
                </c:pt>
                <c:pt idx="2387">
                  <c:v>5.149</c:v>
                </c:pt>
                <c:pt idx="2388">
                  <c:v>5.142</c:v>
                </c:pt>
                <c:pt idx="2389">
                  <c:v>5.141</c:v>
                </c:pt>
                <c:pt idx="2390">
                  <c:v>5.116</c:v>
                </c:pt>
                <c:pt idx="2391">
                  <c:v>5.101</c:v>
                </c:pt>
                <c:pt idx="2392">
                  <c:v>5.082</c:v>
                </c:pt>
                <c:pt idx="2393">
                  <c:v>5.079</c:v>
                </c:pt>
                <c:pt idx="2394">
                  <c:v>5.076</c:v>
                </c:pt>
                <c:pt idx="2395">
                  <c:v>5.073</c:v>
                </c:pt>
                <c:pt idx="2396">
                  <c:v>5.06</c:v>
                </c:pt>
                <c:pt idx="2397">
                  <c:v>5.056</c:v>
                </c:pt>
                <c:pt idx="2398">
                  <c:v>5.044</c:v>
                </c:pt>
                <c:pt idx="2399">
                  <c:v>5.044</c:v>
                </c:pt>
                <c:pt idx="2400">
                  <c:v>5.03</c:v>
                </c:pt>
                <c:pt idx="2401">
                  <c:v>5.022</c:v>
                </c:pt>
                <c:pt idx="2402">
                  <c:v>5.008</c:v>
                </c:pt>
                <c:pt idx="2403">
                  <c:v>4.968</c:v>
                </c:pt>
                <c:pt idx="2404">
                  <c:v>4.965</c:v>
                </c:pt>
                <c:pt idx="2405">
                  <c:v>4.951</c:v>
                </c:pt>
                <c:pt idx="2406">
                  <c:v>4.949</c:v>
                </c:pt>
                <c:pt idx="2407">
                  <c:v>4.937</c:v>
                </c:pt>
                <c:pt idx="2408">
                  <c:v>4.926</c:v>
                </c:pt>
                <c:pt idx="2409">
                  <c:v>4.917</c:v>
                </c:pt>
                <c:pt idx="2410">
                  <c:v>4.906</c:v>
                </c:pt>
                <c:pt idx="2411">
                  <c:v>4.857</c:v>
                </c:pt>
                <c:pt idx="2412">
                  <c:v>4.83</c:v>
                </c:pt>
                <c:pt idx="2413">
                  <c:v>150.977</c:v>
                </c:pt>
                <c:pt idx="2414">
                  <c:v>123.927</c:v>
                </c:pt>
                <c:pt idx="2415">
                  <c:v>119.574</c:v>
                </c:pt>
                <c:pt idx="2416">
                  <c:v>109.748</c:v>
                </c:pt>
                <c:pt idx="2417">
                  <c:v>108.647</c:v>
                </c:pt>
                <c:pt idx="2418">
                  <c:v>95.2</c:v>
                </c:pt>
                <c:pt idx="2419">
                  <c:v>94.738</c:v>
                </c:pt>
                <c:pt idx="2420">
                  <c:v>93.829</c:v>
                </c:pt>
                <c:pt idx="2421">
                  <c:v>82.243</c:v>
                </c:pt>
                <c:pt idx="2422">
                  <c:v>73.464</c:v>
                </c:pt>
                <c:pt idx="2423">
                  <c:v>68.104</c:v>
                </c:pt>
                <c:pt idx="2424">
                  <c:v>63.789</c:v>
                </c:pt>
                <c:pt idx="2425">
                  <c:v>62.635</c:v>
                </c:pt>
                <c:pt idx="2426">
                  <c:v>60.25</c:v>
                </c:pt>
                <c:pt idx="2427">
                  <c:v>59.542</c:v>
                </c:pt>
                <c:pt idx="2428">
                  <c:v>58.571</c:v>
                </c:pt>
                <c:pt idx="2429">
                  <c:v>55.08</c:v>
                </c:pt>
                <c:pt idx="2430">
                  <c:v>54.495</c:v>
                </c:pt>
                <c:pt idx="2431">
                  <c:v>54.278</c:v>
                </c:pt>
                <c:pt idx="2432">
                  <c:v>53.664</c:v>
                </c:pt>
                <c:pt idx="2433">
                  <c:v>53.614</c:v>
                </c:pt>
                <c:pt idx="2434">
                  <c:v>53.436</c:v>
                </c:pt>
                <c:pt idx="2435">
                  <c:v>51.631</c:v>
                </c:pt>
                <c:pt idx="2436">
                  <c:v>51.074</c:v>
                </c:pt>
                <c:pt idx="2437">
                  <c:v>50.215</c:v>
                </c:pt>
                <c:pt idx="2438">
                  <c:v>49.996</c:v>
                </c:pt>
                <c:pt idx="2439">
                  <c:v>48.481</c:v>
                </c:pt>
                <c:pt idx="2440">
                  <c:v>46.485</c:v>
                </c:pt>
                <c:pt idx="2441">
                  <c:v>45.98</c:v>
                </c:pt>
                <c:pt idx="2442">
                  <c:v>45.092</c:v>
                </c:pt>
                <c:pt idx="2443">
                  <c:v>44.553</c:v>
                </c:pt>
                <c:pt idx="2444">
                  <c:v>43.954</c:v>
                </c:pt>
                <c:pt idx="2445">
                  <c:v>43.935</c:v>
                </c:pt>
                <c:pt idx="2446">
                  <c:v>43.814</c:v>
                </c:pt>
                <c:pt idx="2447">
                  <c:v>42.959</c:v>
                </c:pt>
                <c:pt idx="2448">
                  <c:v>42.912</c:v>
                </c:pt>
                <c:pt idx="2449">
                  <c:v>42.801</c:v>
                </c:pt>
                <c:pt idx="2450">
                  <c:v>42.658</c:v>
                </c:pt>
                <c:pt idx="2451">
                  <c:v>42.484</c:v>
                </c:pt>
                <c:pt idx="2452">
                  <c:v>41.354</c:v>
                </c:pt>
                <c:pt idx="2453">
                  <c:v>40.915</c:v>
                </c:pt>
                <c:pt idx="2454">
                  <c:v>40.416</c:v>
                </c:pt>
                <c:pt idx="2455">
                  <c:v>37.745</c:v>
                </c:pt>
                <c:pt idx="2456">
                  <c:v>37.719</c:v>
                </c:pt>
                <c:pt idx="2457">
                  <c:v>37.03</c:v>
                </c:pt>
                <c:pt idx="2458">
                  <c:v>36.901</c:v>
                </c:pt>
                <c:pt idx="2459">
                  <c:v>36.573</c:v>
                </c:pt>
                <c:pt idx="2460">
                  <c:v>36.526</c:v>
                </c:pt>
                <c:pt idx="2461">
                  <c:v>36.424</c:v>
                </c:pt>
                <c:pt idx="2462">
                  <c:v>36.245</c:v>
                </c:pt>
                <c:pt idx="2463">
                  <c:v>36.152</c:v>
                </c:pt>
                <c:pt idx="2464">
                  <c:v>35.993</c:v>
                </c:pt>
                <c:pt idx="2465">
                  <c:v>35.396</c:v>
                </c:pt>
                <c:pt idx="2466">
                  <c:v>34.971</c:v>
                </c:pt>
                <c:pt idx="2467">
                  <c:v>34.853</c:v>
                </c:pt>
                <c:pt idx="2468">
                  <c:v>34.497</c:v>
                </c:pt>
                <c:pt idx="2469">
                  <c:v>34.348</c:v>
                </c:pt>
                <c:pt idx="2470">
                  <c:v>34.175</c:v>
                </c:pt>
                <c:pt idx="2471">
                  <c:v>34.129</c:v>
                </c:pt>
                <c:pt idx="2472">
                  <c:v>34.073</c:v>
                </c:pt>
                <c:pt idx="2473">
                  <c:v>33.468</c:v>
                </c:pt>
                <c:pt idx="2474">
                  <c:v>33.275</c:v>
                </c:pt>
                <c:pt idx="2475">
                  <c:v>33.159</c:v>
                </c:pt>
                <c:pt idx="2476">
                  <c:v>32.416</c:v>
                </c:pt>
                <c:pt idx="2477">
                  <c:v>32.043</c:v>
                </c:pt>
                <c:pt idx="2478">
                  <c:v>32.015</c:v>
                </c:pt>
                <c:pt idx="2479">
                  <c:v>31.777</c:v>
                </c:pt>
                <c:pt idx="2480">
                  <c:v>31.745</c:v>
                </c:pt>
                <c:pt idx="2481">
                  <c:v>31.73</c:v>
                </c:pt>
                <c:pt idx="2482">
                  <c:v>31.629</c:v>
                </c:pt>
                <c:pt idx="2483">
                  <c:v>31.399</c:v>
                </c:pt>
                <c:pt idx="2484">
                  <c:v>31.325</c:v>
                </c:pt>
                <c:pt idx="2485">
                  <c:v>31.074</c:v>
                </c:pt>
                <c:pt idx="2486">
                  <c:v>31.053</c:v>
                </c:pt>
                <c:pt idx="2487">
                  <c:v>30.842</c:v>
                </c:pt>
                <c:pt idx="2488">
                  <c:v>30.817</c:v>
                </c:pt>
                <c:pt idx="2489">
                  <c:v>30.58</c:v>
                </c:pt>
                <c:pt idx="2490">
                  <c:v>30.06</c:v>
                </c:pt>
                <c:pt idx="2491">
                  <c:v>30.013</c:v>
                </c:pt>
                <c:pt idx="2492">
                  <c:v>30.004</c:v>
                </c:pt>
                <c:pt idx="2493">
                  <c:v>29.662</c:v>
                </c:pt>
                <c:pt idx="2494">
                  <c:v>29.631</c:v>
                </c:pt>
                <c:pt idx="2495">
                  <c:v>28.814</c:v>
                </c:pt>
                <c:pt idx="2496">
                  <c:v>28.638</c:v>
                </c:pt>
                <c:pt idx="2497">
                  <c:v>28.243</c:v>
                </c:pt>
                <c:pt idx="2498">
                  <c:v>28.105</c:v>
                </c:pt>
                <c:pt idx="2499">
                  <c:v>27.946</c:v>
                </c:pt>
                <c:pt idx="2500">
                  <c:v>27.448</c:v>
                </c:pt>
                <c:pt idx="2501">
                  <c:v>27.393</c:v>
                </c:pt>
                <c:pt idx="2502">
                  <c:v>27.208</c:v>
                </c:pt>
                <c:pt idx="2503">
                  <c:v>27.202</c:v>
                </c:pt>
                <c:pt idx="2504">
                  <c:v>26.61</c:v>
                </c:pt>
                <c:pt idx="2505">
                  <c:v>26.576</c:v>
                </c:pt>
                <c:pt idx="2506">
                  <c:v>26.395</c:v>
                </c:pt>
                <c:pt idx="2507">
                  <c:v>25.883</c:v>
                </c:pt>
                <c:pt idx="2508">
                  <c:v>25.877</c:v>
                </c:pt>
                <c:pt idx="2509">
                  <c:v>25.686</c:v>
                </c:pt>
                <c:pt idx="2510">
                  <c:v>25.419</c:v>
                </c:pt>
                <c:pt idx="2511">
                  <c:v>25.39</c:v>
                </c:pt>
                <c:pt idx="2512">
                  <c:v>25.341</c:v>
                </c:pt>
                <c:pt idx="2513">
                  <c:v>25.27</c:v>
                </c:pt>
                <c:pt idx="2514">
                  <c:v>25.125</c:v>
                </c:pt>
                <c:pt idx="2515">
                  <c:v>24.943</c:v>
                </c:pt>
                <c:pt idx="2516">
                  <c:v>24.516</c:v>
                </c:pt>
                <c:pt idx="2517">
                  <c:v>24.233</c:v>
                </c:pt>
                <c:pt idx="2518">
                  <c:v>24.202</c:v>
                </c:pt>
                <c:pt idx="2519">
                  <c:v>23.903</c:v>
                </c:pt>
                <c:pt idx="2520">
                  <c:v>23.671</c:v>
                </c:pt>
                <c:pt idx="2521">
                  <c:v>23.472</c:v>
                </c:pt>
                <c:pt idx="2522">
                  <c:v>23.194</c:v>
                </c:pt>
                <c:pt idx="2523">
                  <c:v>22.758</c:v>
                </c:pt>
                <c:pt idx="2524">
                  <c:v>22.616</c:v>
                </c:pt>
                <c:pt idx="2525">
                  <c:v>22.526</c:v>
                </c:pt>
                <c:pt idx="2526">
                  <c:v>22.332</c:v>
                </c:pt>
                <c:pt idx="2527">
                  <c:v>22.311</c:v>
                </c:pt>
                <c:pt idx="2528">
                  <c:v>22.289</c:v>
                </c:pt>
                <c:pt idx="2529">
                  <c:v>22.207</c:v>
                </c:pt>
                <c:pt idx="2530">
                  <c:v>22</c:v>
                </c:pt>
                <c:pt idx="2531">
                  <c:v>21.83</c:v>
                </c:pt>
                <c:pt idx="2532">
                  <c:v>21.716</c:v>
                </c:pt>
                <c:pt idx="2533">
                  <c:v>21.712</c:v>
                </c:pt>
                <c:pt idx="2534">
                  <c:v>21.552</c:v>
                </c:pt>
                <c:pt idx="2535">
                  <c:v>21.391</c:v>
                </c:pt>
                <c:pt idx="2536">
                  <c:v>21.319</c:v>
                </c:pt>
                <c:pt idx="2537">
                  <c:v>21.049</c:v>
                </c:pt>
                <c:pt idx="2538">
                  <c:v>21.012</c:v>
                </c:pt>
                <c:pt idx="2539">
                  <c:v>20.989</c:v>
                </c:pt>
                <c:pt idx="2540">
                  <c:v>20.701</c:v>
                </c:pt>
                <c:pt idx="2541">
                  <c:v>20.68</c:v>
                </c:pt>
                <c:pt idx="2542">
                  <c:v>20.609</c:v>
                </c:pt>
                <c:pt idx="2543">
                  <c:v>20.579</c:v>
                </c:pt>
                <c:pt idx="2544">
                  <c:v>20.395</c:v>
                </c:pt>
                <c:pt idx="2545">
                  <c:v>20.35</c:v>
                </c:pt>
                <c:pt idx="2546">
                  <c:v>20.188</c:v>
                </c:pt>
                <c:pt idx="2547">
                  <c:v>19.968</c:v>
                </c:pt>
                <c:pt idx="2548">
                  <c:v>19.864</c:v>
                </c:pt>
                <c:pt idx="2549">
                  <c:v>19.842</c:v>
                </c:pt>
                <c:pt idx="2550">
                  <c:v>19.815</c:v>
                </c:pt>
                <c:pt idx="2551">
                  <c:v>19.77</c:v>
                </c:pt>
                <c:pt idx="2552">
                  <c:v>19.618</c:v>
                </c:pt>
                <c:pt idx="2553">
                  <c:v>19.591</c:v>
                </c:pt>
                <c:pt idx="2554">
                  <c:v>19.475</c:v>
                </c:pt>
                <c:pt idx="2555">
                  <c:v>19.453</c:v>
                </c:pt>
                <c:pt idx="2556">
                  <c:v>19.427</c:v>
                </c:pt>
                <c:pt idx="2557">
                  <c:v>19.291</c:v>
                </c:pt>
                <c:pt idx="2558">
                  <c:v>19.156</c:v>
                </c:pt>
                <c:pt idx="2559">
                  <c:v>19.085</c:v>
                </c:pt>
                <c:pt idx="2560">
                  <c:v>19.02</c:v>
                </c:pt>
                <c:pt idx="2561">
                  <c:v>19.006</c:v>
                </c:pt>
                <c:pt idx="2562">
                  <c:v>18.936</c:v>
                </c:pt>
                <c:pt idx="2563">
                  <c:v>18.899</c:v>
                </c:pt>
                <c:pt idx="2564">
                  <c:v>18.896</c:v>
                </c:pt>
                <c:pt idx="2565">
                  <c:v>18.854</c:v>
                </c:pt>
                <c:pt idx="2566">
                  <c:v>18.816</c:v>
                </c:pt>
                <c:pt idx="2567">
                  <c:v>18.767</c:v>
                </c:pt>
                <c:pt idx="2568">
                  <c:v>18.752</c:v>
                </c:pt>
                <c:pt idx="2569">
                  <c:v>18.716</c:v>
                </c:pt>
                <c:pt idx="2570">
                  <c:v>18.693</c:v>
                </c:pt>
                <c:pt idx="2571">
                  <c:v>18.691</c:v>
                </c:pt>
                <c:pt idx="2572">
                  <c:v>18.676</c:v>
                </c:pt>
                <c:pt idx="2573">
                  <c:v>18.6</c:v>
                </c:pt>
                <c:pt idx="2574">
                  <c:v>18.535</c:v>
                </c:pt>
                <c:pt idx="2575">
                  <c:v>18.353</c:v>
                </c:pt>
                <c:pt idx="2576">
                  <c:v>18.317</c:v>
                </c:pt>
                <c:pt idx="2577">
                  <c:v>18.241</c:v>
                </c:pt>
                <c:pt idx="2578">
                  <c:v>18.194</c:v>
                </c:pt>
                <c:pt idx="2579">
                  <c:v>18.168</c:v>
                </c:pt>
                <c:pt idx="2580">
                  <c:v>18.164</c:v>
                </c:pt>
                <c:pt idx="2581">
                  <c:v>18.121</c:v>
                </c:pt>
                <c:pt idx="2582">
                  <c:v>18.033</c:v>
                </c:pt>
                <c:pt idx="2583">
                  <c:v>17.84</c:v>
                </c:pt>
                <c:pt idx="2584">
                  <c:v>17.801</c:v>
                </c:pt>
                <c:pt idx="2585">
                  <c:v>17.687</c:v>
                </c:pt>
                <c:pt idx="2586">
                  <c:v>17.661</c:v>
                </c:pt>
                <c:pt idx="2587">
                  <c:v>17.627</c:v>
                </c:pt>
                <c:pt idx="2588">
                  <c:v>17.607</c:v>
                </c:pt>
                <c:pt idx="2589">
                  <c:v>17.471</c:v>
                </c:pt>
                <c:pt idx="2590">
                  <c:v>17.399</c:v>
                </c:pt>
                <c:pt idx="2591">
                  <c:v>17.344</c:v>
                </c:pt>
                <c:pt idx="2592">
                  <c:v>17.265</c:v>
                </c:pt>
                <c:pt idx="2593">
                  <c:v>17.217</c:v>
                </c:pt>
                <c:pt idx="2594">
                  <c:v>17.113</c:v>
                </c:pt>
                <c:pt idx="2595">
                  <c:v>17.112</c:v>
                </c:pt>
                <c:pt idx="2596">
                  <c:v>17.016</c:v>
                </c:pt>
                <c:pt idx="2597">
                  <c:v>16.944</c:v>
                </c:pt>
                <c:pt idx="2598">
                  <c:v>16.943</c:v>
                </c:pt>
                <c:pt idx="2599">
                  <c:v>16.882</c:v>
                </c:pt>
                <c:pt idx="2600">
                  <c:v>16.849</c:v>
                </c:pt>
                <c:pt idx="2601">
                  <c:v>16.812</c:v>
                </c:pt>
                <c:pt idx="2602">
                  <c:v>16.795</c:v>
                </c:pt>
                <c:pt idx="2603">
                  <c:v>16.692</c:v>
                </c:pt>
                <c:pt idx="2604">
                  <c:v>16.68</c:v>
                </c:pt>
                <c:pt idx="2605">
                  <c:v>16.54</c:v>
                </c:pt>
                <c:pt idx="2606">
                  <c:v>16.539</c:v>
                </c:pt>
                <c:pt idx="2607">
                  <c:v>16.456</c:v>
                </c:pt>
                <c:pt idx="2608">
                  <c:v>16.444</c:v>
                </c:pt>
                <c:pt idx="2609">
                  <c:v>16.433</c:v>
                </c:pt>
                <c:pt idx="2610">
                  <c:v>16.428</c:v>
                </c:pt>
                <c:pt idx="2611">
                  <c:v>16.335</c:v>
                </c:pt>
                <c:pt idx="2612">
                  <c:v>16.221</c:v>
                </c:pt>
                <c:pt idx="2613">
                  <c:v>16.193</c:v>
                </c:pt>
                <c:pt idx="2614">
                  <c:v>16.028</c:v>
                </c:pt>
                <c:pt idx="2615">
                  <c:v>16.006</c:v>
                </c:pt>
                <c:pt idx="2616">
                  <c:v>16.002</c:v>
                </c:pt>
                <c:pt idx="2617">
                  <c:v>15.991</c:v>
                </c:pt>
                <c:pt idx="2618">
                  <c:v>15.932</c:v>
                </c:pt>
                <c:pt idx="2619">
                  <c:v>15.92</c:v>
                </c:pt>
                <c:pt idx="2620">
                  <c:v>15.897</c:v>
                </c:pt>
                <c:pt idx="2621">
                  <c:v>15.84</c:v>
                </c:pt>
                <c:pt idx="2622">
                  <c:v>15.796</c:v>
                </c:pt>
                <c:pt idx="2623">
                  <c:v>15.753</c:v>
                </c:pt>
                <c:pt idx="2624">
                  <c:v>15.692</c:v>
                </c:pt>
                <c:pt idx="2625">
                  <c:v>15.674</c:v>
                </c:pt>
                <c:pt idx="2626">
                  <c:v>15.641</c:v>
                </c:pt>
                <c:pt idx="2627">
                  <c:v>15.588</c:v>
                </c:pt>
                <c:pt idx="2628">
                  <c:v>15.568</c:v>
                </c:pt>
                <c:pt idx="2629">
                  <c:v>15.534</c:v>
                </c:pt>
                <c:pt idx="2630">
                  <c:v>15.476</c:v>
                </c:pt>
                <c:pt idx="2631">
                  <c:v>15.461</c:v>
                </c:pt>
                <c:pt idx="2632">
                  <c:v>15.457</c:v>
                </c:pt>
                <c:pt idx="2633">
                  <c:v>15.444</c:v>
                </c:pt>
                <c:pt idx="2634">
                  <c:v>15.408</c:v>
                </c:pt>
                <c:pt idx="2635">
                  <c:v>15.407</c:v>
                </c:pt>
                <c:pt idx="2636">
                  <c:v>15.387</c:v>
                </c:pt>
                <c:pt idx="2637">
                  <c:v>15.27</c:v>
                </c:pt>
                <c:pt idx="2638">
                  <c:v>15.266</c:v>
                </c:pt>
                <c:pt idx="2639">
                  <c:v>15.254</c:v>
                </c:pt>
                <c:pt idx="2640">
                  <c:v>15.218</c:v>
                </c:pt>
                <c:pt idx="2641">
                  <c:v>15.211</c:v>
                </c:pt>
                <c:pt idx="2642">
                  <c:v>15.195</c:v>
                </c:pt>
                <c:pt idx="2643">
                  <c:v>15.159</c:v>
                </c:pt>
                <c:pt idx="2644">
                  <c:v>15.129</c:v>
                </c:pt>
                <c:pt idx="2645">
                  <c:v>15.097</c:v>
                </c:pt>
                <c:pt idx="2646">
                  <c:v>15.095</c:v>
                </c:pt>
                <c:pt idx="2647">
                  <c:v>15.087</c:v>
                </c:pt>
                <c:pt idx="2648">
                  <c:v>15.071</c:v>
                </c:pt>
                <c:pt idx="2649">
                  <c:v>15.027</c:v>
                </c:pt>
                <c:pt idx="2650">
                  <c:v>14.995</c:v>
                </c:pt>
                <c:pt idx="2651">
                  <c:v>14.967</c:v>
                </c:pt>
                <c:pt idx="2652">
                  <c:v>14.881</c:v>
                </c:pt>
                <c:pt idx="2653">
                  <c:v>14.835</c:v>
                </c:pt>
                <c:pt idx="2654">
                  <c:v>14.799</c:v>
                </c:pt>
                <c:pt idx="2655">
                  <c:v>14.782</c:v>
                </c:pt>
                <c:pt idx="2656">
                  <c:v>14.746</c:v>
                </c:pt>
                <c:pt idx="2657">
                  <c:v>14.705</c:v>
                </c:pt>
                <c:pt idx="2658">
                  <c:v>14.671</c:v>
                </c:pt>
                <c:pt idx="2659">
                  <c:v>14.621</c:v>
                </c:pt>
                <c:pt idx="2660">
                  <c:v>14.555</c:v>
                </c:pt>
                <c:pt idx="2661">
                  <c:v>14.537</c:v>
                </c:pt>
                <c:pt idx="2662">
                  <c:v>14.518</c:v>
                </c:pt>
                <c:pt idx="2663">
                  <c:v>14.505</c:v>
                </c:pt>
                <c:pt idx="2664">
                  <c:v>14.479</c:v>
                </c:pt>
                <c:pt idx="2665">
                  <c:v>14.326</c:v>
                </c:pt>
                <c:pt idx="2666">
                  <c:v>14.258</c:v>
                </c:pt>
                <c:pt idx="2667">
                  <c:v>14.258</c:v>
                </c:pt>
                <c:pt idx="2668">
                  <c:v>14.223</c:v>
                </c:pt>
                <c:pt idx="2669">
                  <c:v>14.206</c:v>
                </c:pt>
                <c:pt idx="2670">
                  <c:v>14.156</c:v>
                </c:pt>
                <c:pt idx="2671">
                  <c:v>14.134</c:v>
                </c:pt>
                <c:pt idx="2672">
                  <c:v>13.94</c:v>
                </c:pt>
                <c:pt idx="2673">
                  <c:v>13.928</c:v>
                </c:pt>
                <c:pt idx="2674">
                  <c:v>13.857</c:v>
                </c:pt>
                <c:pt idx="2675">
                  <c:v>13.841</c:v>
                </c:pt>
                <c:pt idx="2676">
                  <c:v>13.834</c:v>
                </c:pt>
                <c:pt idx="2677">
                  <c:v>13.833</c:v>
                </c:pt>
                <c:pt idx="2678">
                  <c:v>13.808</c:v>
                </c:pt>
                <c:pt idx="2679">
                  <c:v>13.746</c:v>
                </c:pt>
                <c:pt idx="2680">
                  <c:v>13.732</c:v>
                </c:pt>
                <c:pt idx="2681">
                  <c:v>13.73</c:v>
                </c:pt>
                <c:pt idx="2682">
                  <c:v>13.701</c:v>
                </c:pt>
                <c:pt idx="2683">
                  <c:v>13.695</c:v>
                </c:pt>
                <c:pt idx="2684">
                  <c:v>13.597</c:v>
                </c:pt>
                <c:pt idx="2685">
                  <c:v>13.595</c:v>
                </c:pt>
                <c:pt idx="2686">
                  <c:v>13.537</c:v>
                </c:pt>
                <c:pt idx="2687">
                  <c:v>13.518</c:v>
                </c:pt>
                <c:pt idx="2688">
                  <c:v>13.455</c:v>
                </c:pt>
                <c:pt idx="2689">
                  <c:v>13.392</c:v>
                </c:pt>
                <c:pt idx="2690">
                  <c:v>13.353</c:v>
                </c:pt>
                <c:pt idx="2691">
                  <c:v>13.346</c:v>
                </c:pt>
                <c:pt idx="2692">
                  <c:v>13.326</c:v>
                </c:pt>
                <c:pt idx="2693">
                  <c:v>13.277</c:v>
                </c:pt>
                <c:pt idx="2694">
                  <c:v>13.264</c:v>
                </c:pt>
                <c:pt idx="2695">
                  <c:v>13.252</c:v>
                </c:pt>
                <c:pt idx="2696">
                  <c:v>13.241</c:v>
                </c:pt>
                <c:pt idx="2697">
                  <c:v>13.144</c:v>
                </c:pt>
                <c:pt idx="2698">
                  <c:v>13.1</c:v>
                </c:pt>
                <c:pt idx="2699">
                  <c:v>13.046</c:v>
                </c:pt>
                <c:pt idx="2700">
                  <c:v>13.022</c:v>
                </c:pt>
                <c:pt idx="2701">
                  <c:v>12.975</c:v>
                </c:pt>
                <c:pt idx="2702">
                  <c:v>12.917</c:v>
                </c:pt>
                <c:pt idx="2703">
                  <c:v>12.888</c:v>
                </c:pt>
                <c:pt idx="2704">
                  <c:v>12.885</c:v>
                </c:pt>
                <c:pt idx="2705">
                  <c:v>12.871</c:v>
                </c:pt>
                <c:pt idx="2706">
                  <c:v>12.862</c:v>
                </c:pt>
                <c:pt idx="2707">
                  <c:v>12.85</c:v>
                </c:pt>
                <c:pt idx="2708">
                  <c:v>12.842</c:v>
                </c:pt>
                <c:pt idx="2709">
                  <c:v>12.832</c:v>
                </c:pt>
                <c:pt idx="2710">
                  <c:v>12.81</c:v>
                </c:pt>
                <c:pt idx="2711">
                  <c:v>12.805</c:v>
                </c:pt>
                <c:pt idx="2712">
                  <c:v>12.693</c:v>
                </c:pt>
                <c:pt idx="2713">
                  <c:v>12.57</c:v>
                </c:pt>
                <c:pt idx="2714">
                  <c:v>12.526</c:v>
                </c:pt>
                <c:pt idx="2715">
                  <c:v>12.516</c:v>
                </c:pt>
                <c:pt idx="2716">
                  <c:v>12.489</c:v>
                </c:pt>
                <c:pt idx="2717">
                  <c:v>12.469</c:v>
                </c:pt>
                <c:pt idx="2718">
                  <c:v>12.466</c:v>
                </c:pt>
                <c:pt idx="2719">
                  <c:v>12.451</c:v>
                </c:pt>
                <c:pt idx="2720">
                  <c:v>12.432</c:v>
                </c:pt>
                <c:pt idx="2721">
                  <c:v>12.403</c:v>
                </c:pt>
                <c:pt idx="2722">
                  <c:v>12.395</c:v>
                </c:pt>
                <c:pt idx="2723">
                  <c:v>12.392</c:v>
                </c:pt>
                <c:pt idx="2724">
                  <c:v>12.39</c:v>
                </c:pt>
                <c:pt idx="2725">
                  <c:v>12.37</c:v>
                </c:pt>
                <c:pt idx="2726">
                  <c:v>12.339</c:v>
                </c:pt>
                <c:pt idx="2727">
                  <c:v>12.337</c:v>
                </c:pt>
                <c:pt idx="2728">
                  <c:v>12.321</c:v>
                </c:pt>
                <c:pt idx="2729">
                  <c:v>12.303</c:v>
                </c:pt>
                <c:pt idx="2730">
                  <c:v>12.297</c:v>
                </c:pt>
                <c:pt idx="2731">
                  <c:v>12.271</c:v>
                </c:pt>
                <c:pt idx="2732">
                  <c:v>12.266</c:v>
                </c:pt>
                <c:pt idx="2733">
                  <c:v>12.261</c:v>
                </c:pt>
                <c:pt idx="2734">
                  <c:v>12.205</c:v>
                </c:pt>
                <c:pt idx="2735">
                  <c:v>12.193</c:v>
                </c:pt>
                <c:pt idx="2736">
                  <c:v>12.091</c:v>
                </c:pt>
                <c:pt idx="2737">
                  <c:v>11.999</c:v>
                </c:pt>
                <c:pt idx="2738">
                  <c:v>11.922</c:v>
                </c:pt>
                <c:pt idx="2739">
                  <c:v>11.914</c:v>
                </c:pt>
                <c:pt idx="2740">
                  <c:v>11.856</c:v>
                </c:pt>
                <c:pt idx="2741">
                  <c:v>11.835</c:v>
                </c:pt>
                <c:pt idx="2742">
                  <c:v>11.813</c:v>
                </c:pt>
                <c:pt idx="2743">
                  <c:v>11.789</c:v>
                </c:pt>
                <c:pt idx="2744">
                  <c:v>11.78</c:v>
                </c:pt>
                <c:pt idx="2745">
                  <c:v>11.772</c:v>
                </c:pt>
                <c:pt idx="2746">
                  <c:v>11.768</c:v>
                </c:pt>
                <c:pt idx="2747">
                  <c:v>11.765</c:v>
                </c:pt>
                <c:pt idx="2748">
                  <c:v>11.751</c:v>
                </c:pt>
                <c:pt idx="2749">
                  <c:v>11.735</c:v>
                </c:pt>
                <c:pt idx="2750">
                  <c:v>11.716</c:v>
                </c:pt>
                <c:pt idx="2751">
                  <c:v>11.713</c:v>
                </c:pt>
                <c:pt idx="2752">
                  <c:v>11.711</c:v>
                </c:pt>
                <c:pt idx="2753">
                  <c:v>11.708</c:v>
                </c:pt>
                <c:pt idx="2754">
                  <c:v>11.636</c:v>
                </c:pt>
                <c:pt idx="2755">
                  <c:v>11.628</c:v>
                </c:pt>
                <c:pt idx="2756">
                  <c:v>11.617</c:v>
                </c:pt>
                <c:pt idx="2757">
                  <c:v>11.596</c:v>
                </c:pt>
                <c:pt idx="2758">
                  <c:v>11.578</c:v>
                </c:pt>
                <c:pt idx="2759">
                  <c:v>11.569</c:v>
                </c:pt>
                <c:pt idx="2760">
                  <c:v>11.564</c:v>
                </c:pt>
                <c:pt idx="2761">
                  <c:v>11.543</c:v>
                </c:pt>
                <c:pt idx="2762">
                  <c:v>11.539</c:v>
                </c:pt>
                <c:pt idx="2763">
                  <c:v>11.522</c:v>
                </c:pt>
                <c:pt idx="2764">
                  <c:v>11.485</c:v>
                </c:pt>
                <c:pt idx="2765">
                  <c:v>11.405</c:v>
                </c:pt>
                <c:pt idx="2766">
                  <c:v>11.4</c:v>
                </c:pt>
                <c:pt idx="2767">
                  <c:v>11.399</c:v>
                </c:pt>
                <c:pt idx="2768">
                  <c:v>11.394</c:v>
                </c:pt>
                <c:pt idx="2769">
                  <c:v>11.381</c:v>
                </c:pt>
                <c:pt idx="2770">
                  <c:v>11.354</c:v>
                </c:pt>
                <c:pt idx="2771">
                  <c:v>11.333</c:v>
                </c:pt>
                <c:pt idx="2772">
                  <c:v>11.332</c:v>
                </c:pt>
                <c:pt idx="2773">
                  <c:v>11.332</c:v>
                </c:pt>
                <c:pt idx="2774">
                  <c:v>11.332</c:v>
                </c:pt>
                <c:pt idx="2775">
                  <c:v>11.296</c:v>
                </c:pt>
                <c:pt idx="2776">
                  <c:v>11.279</c:v>
                </c:pt>
                <c:pt idx="2777">
                  <c:v>11.27</c:v>
                </c:pt>
                <c:pt idx="2778">
                  <c:v>11.251</c:v>
                </c:pt>
                <c:pt idx="2779">
                  <c:v>11.205</c:v>
                </c:pt>
                <c:pt idx="2780">
                  <c:v>11.195</c:v>
                </c:pt>
                <c:pt idx="2781">
                  <c:v>11.193</c:v>
                </c:pt>
                <c:pt idx="2782">
                  <c:v>11.165</c:v>
                </c:pt>
                <c:pt idx="2783">
                  <c:v>11.161</c:v>
                </c:pt>
                <c:pt idx="2784">
                  <c:v>11.086</c:v>
                </c:pt>
                <c:pt idx="2785">
                  <c:v>11.028</c:v>
                </c:pt>
                <c:pt idx="2786">
                  <c:v>11.003</c:v>
                </c:pt>
                <c:pt idx="2787">
                  <c:v>11</c:v>
                </c:pt>
                <c:pt idx="2788">
                  <c:v>10.997</c:v>
                </c:pt>
                <c:pt idx="2789">
                  <c:v>10.951</c:v>
                </c:pt>
                <c:pt idx="2790">
                  <c:v>10.923</c:v>
                </c:pt>
                <c:pt idx="2791">
                  <c:v>10.901</c:v>
                </c:pt>
                <c:pt idx="2792">
                  <c:v>10.865</c:v>
                </c:pt>
                <c:pt idx="2793">
                  <c:v>10.856</c:v>
                </c:pt>
                <c:pt idx="2794">
                  <c:v>10.821</c:v>
                </c:pt>
                <c:pt idx="2795">
                  <c:v>10.816</c:v>
                </c:pt>
                <c:pt idx="2796">
                  <c:v>10.813</c:v>
                </c:pt>
                <c:pt idx="2797">
                  <c:v>10.794</c:v>
                </c:pt>
                <c:pt idx="2798">
                  <c:v>10.79</c:v>
                </c:pt>
                <c:pt idx="2799">
                  <c:v>10.775</c:v>
                </c:pt>
                <c:pt idx="2800">
                  <c:v>10.755</c:v>
                </c:pt>
                <c:pt idx="2801">
                  <c:v>10.741</c:v>
                </c:pt>
                <c:pt idx="2802">
                  <c:v>10.674</c:v>
                </c:pt>
                <c:pt idx="2803">
                  <c:v>10.658</c:v>
                </c:pt>
                <c:pt idx="2804">
                  <c:v>10.642</c:v>
                </c:pt>
                <c:pt idx="2805">
                  <c:v>10.618</c:v>
                </c:pt>
                <c:pt idx="2806">
                  <c:v>10.603</c:v>
                </c:pt>
                <c:pt idx="2807">
                  <c:v>10.598</c:v>
                </c:pt>
                <c:pt idx="2808">
                  <c:v>10.569</c:v>
                </c:pt>
                <c:pt idx="2809">
                  <c:v>10.552</c:v>
                </c:pt>
                <c:pt idx="2810">
                  <c:v>10.551</c:v>
                </c:pt>
                <c:pt idx="2811">
                  <c:v>10.545</c:v>
                </c:pt>
                <c:pt idx="2812">
                  <c:v>10.534</c:v>
                </c:pt>
                <c:pt idx="2813">
                  <c:v>10.533</c:v>
                </c:pt>
                <c:pt idx="2814">
                  <c:v>10.506</c:v>
                </c:pt>
                <c:pt idx="2815">
                  <c:v>10.488</c:v>
                </c:pt>
                <c:pt idx="2816">
                  <c:v>10.48</c:v>
                </c:pt>
                <c:pt idx="2817">
                  <c:v>10.464</c:v>
                </c:pt>
                <c:pt idx="2818">
                  <c:v>10.462</c:v>
                </c:pt>
                <c:pt idx="2819">
                  <c:v>10.44</c:v>
                </c:pt>
                <c:pt idx="2820">
                  <c:v>10.438</c:v>
                </c:pt>
                <c:pt idx="2821">
                  <c:v>10.421</c:v>
                </c:pt>
                <c:pt idx="2822">
                  <c:v>10.415</c:v>
                </c:pt>
                <c:pt idx="2823">
                  <c:v>10.412</c:v>
                </c:pt>
                <c:pt idx="2824">
                  <c:v>10.41</c:v>
                </c:pt>
                <c:pt idx="2825">
                  <c:v>10.405</c:v>
                </c:pt>
                <c:pt idx="2826">
                  <c:v>10.372</c:v>
                </c:pt>
                <c:pt idx="2827">
                  <c:v>10.364</c:v>
                </c:pt>
                <c:pt idx="2828">
                  <c:v>10.325</c:v>
                </c:pt>
                <c:pt idx="2829">
                  <c:v>10.321</c:v>
                </c:pt>
                <c:pt idx="2830">
                  <c:v>10.316</c:v>
                </c:pt>
                <c:pt idx="2831">
                  <c:v>10.294</c:v>
                </c:pt>
                <c:pt idx="2832">
                  <c:v>10.283</c:v>
                </c:pt>
                <c:pt idx="2833">
                  <c:v>10.273</c:v>
                </c:pt>
                <c:pt idx="2834">
                  <c:v>10.268</c:v>
                </c:pt>
                <c:pt idx="2835">
                  <c:v>10.256</c:v>
                </c:pt>
                <c:pt idx="2836">
                  <c:v>10.223</c:v>
                </c:pt>
                <c:pt idx="2837">
                  <c:v>10.212</c:v>
                </c:pt>
                <c:pt idx="2838">
                  <c:v>10.182</c:v>
                </c:pt>
                <c:pt idx="2839">
                  <c:v>10.117</c:v>
                </c:pt>
                <c:pt idx="2840">
                  <c:v>10.078</c:v>
                </c:pt>
                <c:pt idx="2841">
                  <c:v>10.071</c:v>
                </c:pt>
                <c:pt idx="2842">
                  <c:v>10.05</c:v>
                </c:pt>
                <c:pt idx="2843">
                  <c:v>10.015</c:v>
                </c:pt>
                <c:pt idx="2844">
                  <c:v>9.997</c:v>
                </c:pt>
                <c:pt idx="2845">
                  <c:v>9.997</c:v>
                </c:pt>
                <c:pt idx="2846">
                  <c:v>9.995</c:v>
                </c:pt>
                <c:pt idx="2847">
                  <c:v>9.965</c:v>
                </c:pt>
                <c:pt idx="2848">
                  <c:v>9.943</c:v>
                </c:pt>
                <c:pt idx="2849">
                  <c:v>9.869</c:v>
                </c:pt>
                <c:pt idx="2850">
                  <c:v>9.854</c:v>
                </c:pt>
                <c:pt idx="2851">
                  <c:v>9.85</c:v>
                </c:pt>
                <c:pt idx="2852">
                  <c:v>9.849</c:v>
                </c:pt>
                <c:pt idx="2853">
                  <c:v>9.845</c:v>
                </c:pt>
                <c:pt idx="2854">
                  <c:v>9.82</c:v>
                </c:pt>
                <c:pt idx="2855">
                  <c:v>9.784</c:v>
                </c:pt>
                <c:pt idx="2856">
                  <c:v>9.761</c:v>
                </c:pt>
                <c:pt idx="2857">
                  <c:v>9.753</c:v>
                </c:pt>
                <c:pt idx="2858">
                  <c:v>9.748</c:v>
                </c:pt>
                <c:pt idx="2859">
                  <c:v>9.74</c:v>
                </c:pt>
                <c:pt idx="2860">
                  <c:v>9.709</c:v>
                </c:pt>
                <c:pt idx="2861">
                  <c:v>9.703</c:v>
                </c:pt>
                <c:pt idx="2862">
                  <c:v>9.701</c:v>
                </c:pt>
                <c:pt idx="2863">
                  <c:v>9.695</c:v>
                </c:pt>
                <c:pt idx="2864">
                  <c:v>9.675</c:v>
                </c:pt>
                <c:pt idx="2865">
                  <c:v>9.665</c:v>
                </c:pt>
                <c:pt idx="2866">
                  <c:v>9.636</c:v>
                </c:pt>
                <c:pt idx="2867">
                  <c:v>9.623</c:v>
                </c:pt>
                <c:pt idx="2868">
                  <c:v>9.615</c:v>
                </c:pt>
                <c:pt idx="2869">
                  <c:v>9.612</c:v>
                </c:pt>
                <c:pt idx="2870">
                  <c:v>9.591</c:v>
                </c:pt>
                <c:pt idx="2871">
                  <c:v>9.589</c:v>
                </c:pt>
                <c:pt idx="2872">
                  <c:v>9.579</c:v>
                </c:pt>
                <c:pt idx="2873">
                  <c:v>9.569</c:v>
                </c:pt>
                <c:pt idx="2874">
                  <c:v>9.544</c:v>
                </c:pt>
                <c:pt idx="2875">
                  <c:v>9.531</c:v>
                </c:pt>
                <c:pt idx="2876">
                  <c:v>9.531</c:v>
                </c:pt>
                <c:pt idx="2877">
                  <c:v>9.531</c:v>
                </c:pt>
                <c:pt idx="2878">
                  <c:v>9.528</c:v>
                </c:pt>
                <c:pt idx="2879">
                  <c:v>9.513</c:v>
                </c:pt>
                <c:pt idx="2880">
                  <c:v>9.45</c:v>
                </c:pt>
                <c:pt idx="2881">
                  <c:v>9.421</c:v>
                </c:pt>
                <c:pt idx="2882">
                  <c:v>9.386</c:v>
                </c:pt>
                <c:pt idx="2883">
                  <c:v>9.374</c:v>
                </c:pt>
                <c:pt idx="2884">
                  <c:v>9.369</c:v>
                </c:pt>
                <c:pt idx="2885">
                  <c:v>9.369</c:v>
                </c:pt>
                <c:pt idx="2886">
                  <c:v>9.336</c:v>
                </c:pt>
                <c:pt idx="2887">
                  <c:v>9.335</c:v>
                </c:pt>
                <c:pt idx="2888">
                  <c:v>9.314</c:v>
                </c:pt>
                <c:pt idx="2889">
                  <c:v>9.29</c:v>
                </c:pt>
                <c:pt idx="2890">
                  <c:v>9.259</c:v>
                </c:pt>
                <c:pt idx="2891">
                  <c:v>9.206</c:v>
                </c:pt>
                <c:pt idx="2892">
                  <c:v>9.192</c:v>
                </c:pt>
                <c:pt idx="2893">
                  <c:v>9.175</c:v>
                </c:pt>
                <c:pt idx="2894">
                  <c:v>9.142</c:v>
                </c:pt>
                <c:pt idx="2895">
                  <c:v>9.134</c:v>
                </c:pt>
                <c:pt idx="2896">
                  <c:v>9.095</c:v>
                </c:pt>
                <c:pt idx="2897">
                  <c:v>9.09</c:v>
                </c:pt>
                <c:pt idx="2898">
                  <c:v>9.064</c:v>
                </c:pt>
                <c:pt idx="2899">
                  <c:v>9.064</c:v>
                </c:pt>
                <c:pt idx="2900">
                  <c:v>9.052</c:v>
                </c:pt>
                <c:pt idx="2901">
                  <c:v>9.029</c:v>
                </c:pt>
                <c:pt idx="2902">
                  <c:v>8.999</c:v>
                </c:pt>
                <c:pt idx="2903">
                  <c:v>8.978</c:v>
                </c:pt>
                <c:pt idx="2904">
                  <c:v>8.962</c:v>
                </c:pt>
                <c:pt idx="2905">
                  <c:v>8.954</c:v>
                </c:pt>
                <c:pt idx="2906">
                  <c:v>8.94</c:v>
                </c:pt>
                <c:pt idx="2907">
                  <c:v>8.936</c:v>
                </c:pt>
                <c:pt idx="2908">
                  <c:v>8.928</c:v>
                </c:pt>
                <c:pt idx="2909">
                  <c:v>8.917</c:v>
                </c:pt>
                <c:pt idx="2910">
                  <c:v>8.913</c:v>
                </c:pt>
                <c:pt idx="2911">
                  <c:v>8.905</c:v>
                </c:pt>
                <c:pt idx="2912">
                  <c:v>8.878</c:v>
                </c:pt>
                <c:pt idx="2913">
                  <c:v>8.874</c:v>
                </c:pt>
                <c:pt idx="2914">
                  <c:v>8.852</c:v>
                </c:pt>
                <c:pt idx="2915">
                  <c:v>8.827</c:v>
                </c:pt>
                <c:pt idx="2916">
                  <c:v>8.813</c:v>
                </c:pt>
                <c:pt idx="2917">
                  <c:v>8.81</c:v>
                </c:pt>
                <c:pt idx="2918">
                  <c:v>8.807</c:v>
                </c:pt>
                <c:pt idx="2919">
                  <c:v>8.786</c:v>
                </c:pt>
                <c:pt idx="2920">
                  <c:v>8.773</c:v>
                </c:pt>
                <c:pt idx="2921">
                  <c:v>8.767</c:v>
                </c:pt>
                <c:pt idx="2922">
                  <c:v>8.765</c:v>
                </c:pt>
                <c:pt idx="2923">
                  <c:v>8.763</c:v>
                </c:pt>
                <c:pt idx="2924">
                  <c:v>8.743</c:v>
                </c:pt>
                <c:pt idx="2925">
                  <c:v>8.733</c:v>
                </c:pt>
                <c:pt idx="2926">
                  <c:v>8.729</c:v>
                </c:pt>
                <c:pt idx="2927">
                  <c:v>8.727</c:v>
                </c:pt>
                <c:pt idx="2928">
                  <c:v>8.682</c:v>
                </c:pt>
                <c:pt idx="2929">
                  <c:v>8.67</c:v>
                </c:pt>
                <c:pt idx="2930">
                  <c:v>8.663</c:v>
                </c:pt>
                <c:pt idx="2931">
                  <c:v>8.64</c:v>
                </c:pt>
                <c:pt idx="2932">
                  <c:v>8.62</c:v>
                </c:pt>
                <c:pt idx="2933">
                  <c:v>8.616</c:v>
                </c:pt>
                <c:pt idx="2934">
                  <c:v>8.612</c:v>
                </c:pt>
                <c:pt idx="2935">
                  <c:v>8.611</c:v>
                </c:pt>
                <c:pt idx="2936">
                  <c:v>8.61</c:v>
                </c:pt>
                <c:pt idx="2937">
                  <c:v>8.606</c:v>
                </c:pt>
                <c:pt idx="2938">
                  <c:v>8.57</c:v>
                </c:pt>
                <c:pt idx="2939">
                  <c:v>8.569</c:v>
                </c:pt>
                <c:pt idx="2940">
                  <c:v>8.558</c:v>
                </c:pt>
                <c:pt idx="2941">
                  <c:v>8.544</c:v>
                </c:pt>
                <c:pt idx="2942">
                  <c:v>8.539</c:v>
                </c:pt>
                <c:pt idx="2943">
                  <c:v>8.53</c:v>
                </c:pt>
                <c:pt idx="2944">
                  <c:v>8.514</c:v>
                </c:pt>
                <c:pt idx="2945">
                  <c:v>8.508</c:v>
                </c:pt>
                <c:pt idx="2946">
                  <c:v>8.485</c:v>
                </c:pt>
                <c:pt idx="2947">
                  <c:v>8.484</c:v>
                </c:pt>
                <c:pt idx="2948">
                  <c:v>8.471</c:v>
                </c:pt>
                <c:pt idx="2949">
                  <c:v>8.422</c:v>
                </c:pt>
                <c:pt idx="2950">
                  <c:v>8.398</c:v>
                </c:pt>
                <c:pt idx="2951">
                  <c:v>8.394</c:v>
                </c:pt>
                <c:pt idx="2952">
                  <c:v>8.39</c:v>
                </c:pt>
                <c:pt idx="2953">
                  <c:v>8.375</c:v>
                </c:pt>
                <c:pt idx="2954">
                  <c:v>8.354</c:v>
                </c:pt>
                <c:pt idx="2955">
                  <c:v>8.341</c:v>
                </c:pt>
                <c:pt idx="2956">
                  <c:v>8.311</c:v>
                </c:pt>
                <c:pt idx="2957">
                  <c:v>8.307</c:v>
                </c:pt>
                <c:pt idx="2958">
                  <c:v>8.299</c:v>
                </c:pt>
                <c:pt idx="2959">
                  <c:v>8.25</c:v>
                </c:pt>
                <c:pt idx="2960">
                  <c:v>8.244</c:v>
                </c:pt>
                <c:pt idx="2961">
                  <c:v>8.239</c:v>
                </c:pt>
                <c:pt idx="2962">
                  <c:v>8.236</c:v>
                </c:pt>
                <c:pt idx="2963">
                  <c:v>8.227</c:v>
                </c:pt>
                <c:pt idx="2964">
                  <c:v>8.223</c:v>
                </c:pt>
                <c:pt idx="2965">
                  <c:v>8.215</c:v>
                </c:pt>
                <c:pt idx="2966">
                  <c:v>8.203</c:v>
                </c:pt>
                <c:pt idx="2967">
                  <c:v>8.196</c:v>
                </c:pt>
                <c:pt idx="2968">
                  <c:v>8.189</c:v>
                </c:pt>
                <c:pt idx="2969">
                  <c:v>8.178</c:v>
                </c:pt>
                <c:pt idx="2970">
                  <c:v>8.177</c:v>
                </c:pt>
                <c:pt idx="2971">
                  <c:v>8.144</c:v>
                </c:pt>
                <c:pt idx="2972">
                  <c:v>8.144</c:v>
                </c:pt>
                <c:pt idx="2973">
                  <c:v>8.136</c:v>
                </c:pt>
                <c:pt idx="2974">
                  <c:v>8.126</c:v>
                </c:pt>
                <c:pt idx="2975">
                  <c:v>8.118</c:v>
                </c:pt>
                <c:pt idx="2976">
                  <c:v>8.116</c:v>
                </c:pt>
                <c:pt idx="2977">
                  <c:v>8.101</c:v>
                </c:pt>
                <c:pt idx="2978">
                  <c:v>8.101</c:v>
                </c:pt>
                <c:pt idx="2979">
                  <c:v>8.093</c:v>
                </c:pt>
                <c:pt idx="2980">
                  <c:v>8.08</c:v>
                </c:pt>
                <c:pt idx="2981">
                  <c:v>8.049</c:v>
                </c:pt>
                <c:pt idx="2982">
                  <c:v>8.043</c:v>
                </c:pt>
                <c:pt idx="2983">
                  <c:v>8.042</c:v>
                </c:pt>
                <c:pt idx="2984">
                  <c:v>8.039</c:v>
                </c:pt>
                <c:pt idx="2985">
                  <c:v>8.016</c:v>
                </c:pt>
                <c:pt idx="2986">
                  <c:v>8.005</c:v>
                </c:pt>
                <c:pt idx="2987">
                  <c:v>7.999</c:v>
                </c:pt>
                <c:pt idx="2988">
                  <c:v>7.972</c:v>
                </c:pt>
                <c:pt idx="2989">
                  <c:v>7.951</c:v>
                </c:pt>
                <c:pt idx="2990">
                  <c:v>7.945</c:v>
                </c:pt>
                <c:pt idx="2991">
                  <c:v>7.899</c:v>
                </c:pt>
                <c:pt idx="2992">
                  <c:v>7.896</c:v>
                </c:pt>
                <c:pt idx="2993">
                  <c:v>7.885</c:v>
                </c:pt>
                <c:pt idx="2994">
                  <c:v>7.883</c:v>
                </c:pt>
                <c:pt idx="2995">
                  <c:v>7.875</c:v>
                </c:pt>
                <c:pt idx="2996">
                  <c:v>7.86</c:v>
                </c:pt>
                <c:pt idx="2997">
                  <c:v>7.853</c:v>
                </c:pt>
                <c:pt idx="2998">
                  <c:v>7.852</c:v>
                </c:pt>
                <c:pt idx="2999">
                  <c:v>7.846</c:v>
                </c:pt>
                <c:pt idx="3000">
                  <c:v>7.843</c:v>
                </c:pt>
                <c:pt idx="3001">
                  <c:v>7.833</c:v>
                </c:pt>
                <c:pt idx="3002">
                  <c:v>7.83</c:v>
                </c:pt>
                <c:pt idx="3003">
                  <c:v>7.785</c:v>
                </c:pt>
                <c:pt idx="3004">
                  <c:v>7.734</c:v>
                </c:pt>
                <c:pt idx="3005">
                  <c:v>7.711</c:v>
                </c:pt>
                <c:pt idx="3006">
                  <c:v>7.697</c:v>
                </c:pt>
                <c:pt idx="3007">
                  <c:v>7.688</c:v>
                </c:pt>
                <c:pt idx="3008">
                  <c:v>7.656</c:v>
                </c:pt>
                <c:pt idx="3009">
                  <c:v>7.651</c:v>
                </c:pt>
                <c:pt idx="3010">
                  <c:v>7.644</c:v>
                </c:pt>
                <c:pt idx="3011">
                  <c:v>7.64</c:v>
                </c:pt>
                <c:pt idx="3012">
                  <c:v>7.639</c:v>
                </c:pt>
                <c:pt idx="3013">
                  <c:v>7.624</c:v>
                </c:pt>
                <c:pt idx="3014">
                  <c:v>7.624</c:v>
                </c:pt>
                <c:pt idx="3015">
                  <c:v>7.579</c:v>
                </c:pt>
                <c:pt idx="3016">
                  <c:v>7.547</c:v>
                </c:pt>
                <c:pt idx="3017">
                  <c:v>7.543</c:v>
                </c:pt>
                <c:pt idx="3018">
                  <c:v>7.527</c:v>
                </c:pt>
                <c:pt idx="3019">
                  <c:v>7.511</c:v>
                </c:pt>
                <c:pt idx="3020">
                  <c:v>7.459</c:v>
                </c:pt>
                <c:pt idx="3021">
                  <c:v>7.449</c:v>
                </c:pt>
                <c:pt idx="3022">
                  <c:v>7.435</c:v>
                </c:pt>
                <c:pt idx="3023">
                  <c:v>7.411</c:v>
                </c:pt>
                <c:pt idx="3024">
                  <c:v>7.403</c:v>
                </c:pt>
                <c:pt idx="3025">
                  <c:v>7.394</c:v>
                </c:pt>
                <c:pt idx="3026">
                  <c:v>7.39</c:v>
                </c:pt>
                <c:pt idx="3027">
                  <c:v>7.377</c:v>
                </c:pt>
                <c:pt idx="3028">
                  <c:v>7.373</c:v>
                </c:pt>
                <c:pt idx="3029">
                  <c:v>7.365</c:v>
                </c:pt>
                <c:pt idx="3030">
                  <c:v>7.364</c:v>
                </c:pt>
                <c:pt idx="3031">
                  <c:v>7.355</c:v>
                </c:pt>
                <c:pt idx="3032">
                  <c:v>7.327</c:v>
                </c:pt>
                <c:pt idx="3033">
                  <c:v>7.32</c:v>
                </c:pt>
                <c:pt idx="3034">
                  <c:v>7.293</c:v>
                </c:pt>
                <c:pt idx="3035">
                  <c:v>7.292</c:v>
                </c:pt>
                <c:pt idx="3036">
                  <c:v>7.29</c:v>
                </c:pt>
                <c:pt idx="3037">
                  <c:v>7.262</c:v>
                </c:pt>
                <c:pt idx="3038">
                  <c:v>7.244</c:v>
                </c:pt>
                <c:pt idx="3039">
                  <c:v>7.21</c:v>
                </c:pt>
                <c:pt idx="3040">
                  <c:v>7.209</c:v>
                </c:pt>
                <c:pt idx="3041">
                  <c:v>7.204</c:v>
                </c:pt>
                <c:pt idx="3042">
                  <c:v>7.189</c:v>
                </c:pt>
                <c:pt idx="3043">
                  <c:v>7.181</c:v>
                </c:pt>
                <c:pt idx="3044">
                  <c:v>7.163</c:v>
                </c:pt>
                <c:pt idx="3045">
                  <c:v>7.159</c:v>
                </c:pt>
                <c:pt idx="3046">
                  <c:v>7.15</c:v>
                </c:pt>
                <c:pt idx="3047">
                  <c:v>7.144</c:v>
                </c:pt>
                <c:pt idx="3048">
                  <c:v>7.144</c:v>
                </c:pt>
                <c:pt idx="3049">
                  <c:v>7.132</c:v>
                </c:pt>
                <c:pt idx="3050">
                  <c:v>7.128</c:v>
                </c:pt>
                <c:pt idx="3051">
                  <c:v>7.123</c:v>
                </c:pt>
                <c:pt idx="3052">
                  <c:v>7.12</c:v>
                </c:pt>
                <c:pt idx="3053">
                  <c:v>7.1</c:v>
                </c:pt>
                <c:pt idx="3054">
                  <c:v>7.095</c:v>
                </c:pt>
                <c:pt idx="3055">
                  <c:v>7.088</c:v>
                </c:pt>
                <c:pt idx="3056">
                  <c:v>7.084</c:v>
                </c:pt>
                <c:pt idx="3057">
                  <c:v>7.08</c:v>
                </c:pt>
                <c:pt idx="3058">
                  <c:v>7.076</c:v>
                </c:pt>
                <c:pt idx="3059">
                  <c:v>7.067</c:v>
                </c:pt>
                <c:pt idx="3060">
                  <c:v>7.045</c:v>
                </c:pt>
                <c:pt idx="3061">
                  <c:v>7.043</c:v>
                </c:pt>
                <c:pt idx="3062">
                  <c:v>7.025</c:v>
                </c:pt>
                <c:pt idx="3063">
                  <c:v>7</c:v>
                </c:pt>
                <c:pt idx="3064">
                  <c:v>6.987</c:v>
                </c:pt>
                <c:pt idx="3065">
                  <c:v>6.971</c:v>
                </c:pt>
                <c:pt idx="3066">
                  <c:v>6.96</c:v>
                </c:pt>
                <c:pt idx="3067">
                  <c:v>6.956</c:v>
                </c:pt>
                <c:pt idx="3068">
                  <c:v>6.944</c:v>
                </c:pt>
                <c:pt idx="3069">
                  <c:v>6.938</c:v>
                </c:pt>
                <c:pt idx="3070">
                  <c:v>6.935</c:v>
                </c:pt>
                <c:pt idx="3071">
                  <c:v>6.923</c:v>
                </c:pt>
                <c:pt idx="3072">
                  <c:v>6.917</c:v>
                </c:pt>
                <c:pt idx="3073">
                  <c:v>6.913</c:v>
                </c:pt>
                <c:pt idx="3074">
                  <c:v>6.881</c:v>
                </c:pt>
                <c:pt idx="3075">
                  <c:v>6.861</c:v>
                </c:pt>
                <c:pt idx="3076">
                  <c:v>6.861</c:v>
                </c:pt>
                <c:pt idx="3077">
                  <c:v>6.818</c:v>
                </c:pt>
                <c:pt idx="3078">
                  <c:v>6.816</c:v>
                </c:pt>
                <c:pt idx="3079">
                  <c:v>6.809</c:v>
                </c:pt>
                <c:pt idx="3080">
                  <c:v>6.803</c:v>
                </c:pt>
                <c:pt idx="3081">
                  <c:v>6.792</c:v>
                </c:pt>
                <c:pt idx="3082">
                  <c:v>6.772</c:v>
                </c:pt>
                <c:pt idx="3083">
                  <c:v>6.754</c:v>
                </c:pt>
                <c:pt idx="3084">
                  <c:v>6.754</c:v>
                </c:pt>
                <c:pt idx="3085">
                  <c:v>6.749</c:v>
                </c:pt>
                <c:pt idx="3086">
                  <c:v>6.747</c:v>
                </c:pt>
                <c:pt idx="3087">
                  <c:v>6.744</c:v>
                </c:pt>
                <c:pt idx="3088">
                  <c:v>6.744</c:v>
                </c:pt>
                <c:pt idx="3089">
                  <c:v>6.742</c:v>
                </c:pt>
                <c:pt idx="3090">
                  <c:v>6.734</c:v>
                </c:pt>
                <c:pt idx="3091">
                  <c:v>6.728</c:v>
                </c:pt>
                <c:pt idx="3092">
                  <c:v>6.725</c:v>
                </c:pt>
                <c:pt idx="3093">
                  <c:v>6.722</c:v>
                </c:pt>
                <c:pt idx="3094">
                  <c:v>6.72</c:v>
                </c:pt>
                <c:pt idx="3095">
                  <c:v>6.672</c:v>
                </c:pt>
                <c:pt idx="3096">
                  <c:v>6.672</c:v>
                </c:pt>
                <c:pt idx="3097">
                  <c:v>6.65</c:v>
                </c:pt>
                <c:pt idx="3098">
                  <c:v>6.649</c:v>
                </c:pt>
                <c:pt idx="3099">
                  <c:v>6.64</c:v>
                </c:pt>
                <c:pt idx="3100">
                  <c:v>6.633</c:v>
                </c:pt>
                <c:pt idx="3101">
                  <c:v>6.629</c:v>
                </c:pt>
                <c:pt idx="3102">
                  <c:v>6.626</c:v>
                </c:pt>
                <c:pt idx="3103">
                  <c:v>6.625</c:v>
                </c:pt>
                <c:pt idx="3104">
                  <c:v>6.623</c:v>
                </c:pt>
                <c:pt idx="3105">
                  <c:v>6.6</c:v>
                </c:pt>
                <c:pt idx="3106">
                  <c:v>6.574</c:v>
                </c:pt>
                <c:pt idx="3107">
                  <c:v>6.567</c:v>
                </c:pt>
                <c:pt idx="3108">
                  <c:v>6.56</c:v>
                </c:pt>
                <c:pt idx="3109">
                  <c:v>6.55</c:v>
                </c:pt>
                <c:pt idx="3110">
                  <c:v>6.547</c:v>
                </c:pt>
                <c:pt idx="3111">
                  <c:v>6.52</c:v>
                </c:pt>
                <c:pt idx="3112">
                  <c:v>6.515</c:v>
                </c:pt>
                <c:pt idx="3113">
                  <c:v>6.513</c:v>
                </c:pt>
                <c:pt idx="3114">
                  <c:v>6.498</c:v>
                </c:pt>
                <c:pt idx="3115">
                  <c:v>6.489</c:v>
                </c:pt>
                <c:pt idx="3116">
                  <c:v>6.48</c:v>
                </c:pt>
                <c:pt idx="3117">
                  <c:v>6.478</c:v>
                </c:pt>
                <c:pt idx="3118">
                  <c:v>6.474</c:v>
                </c:pt>
                <c:pt idx="3119">
                  <c:v>6.472</c:v>
                </c:pt>
                <c:pt idx="3120">
                  <c:v>6.462</c:v>
                </c:pt>
                <c:pt idx="3121">
                  <c:v>6.454</c:v>
                </c:pt>
                <c:pt idx="3122">
                  <c:v>6.445</c:v>
                </c:pt>
                <c:pt idx="3123">
                  <c:v>6.438</c:v>
                </c:pt>
                <c:pt idx="3124">
                  <c:v>6.437</c:v>
                </c:pt>
                <c:pt idx="3125">
                  <c:v>6.435</c:v>
                </c:pt>
                <c:pt idx="3126">
                  <c:v>6.432</c:v>
                </c:pt>
                <c:pt idx="3127">
                  <c:v>6.432</c:v>
                </c:pt>
                <c:pt idx="3128">
                  <c:v>6.423</c:v>
                </c:pt>
                <c:pt idx="3129">
                  <c:v>6.421</c:v>
                </c:pt>
                <c:pt idx="3130">
                  <c:v>6.401</c:v>
                </c:pt>
                <c:pt idx="3131">
                  <c:v>6.393</c:v>
                </c:pt>
                <c:pt idx="3132">
                  <c:v>6.386</c:v>
                </c:pt>
                <c:pt idx="3133">
                  <c:v>6.383</c:v>
                </c:pt>
                <c:pt idx="3134">
                  <c:v>6.37</c:v>
                </c:pt>
                <c:pt idx="3135">
                  <c:v>6.359</c:v>
                </c:pt>
                <c:pt idx="3136">
                  <c:v>6.357</c:v>
                </c:pt>
                <c:pt idx="3137">
                  <c:v>6.333</c:v>
                </c:pt>
                <c:pt idx="3138">
                  <c:v>6.332</c:v>
                </c:pt>
                <c:pt idx="3139">
                  <c:v>6.328</c:v>
                </c:pt>
                <c:pt idx="3140">
                  <c:v>6.32</c:v>
                </c:pt>
                <c:pt idx="3141">
                  <c:v>6.313</c:v>
                </c:pt>
                <c:pt idx="3142">
                  <c:v>6.309</c:v>
                </c:pt>
                <c:pt idx="3143">
                  <c:v>6.297</c:v>
                </c:pt>
                <c:pt idx="3144">
                  <c:v>6.293</c:v>
                </c:pt>
                <c:pt idx="3145">
                  <c:v>6.292</c:v>
                </c:pt>
                <c:pt idx="3146">
                  <c:v>6.286</c:v>
                </c:pt>
                <c:pt idx="3147">
                  <c:v>6.276</c:v>
                </c:pt>
                <c:pt idx="3148">
                  <c:v>6.26</c:v>
                </c:pt>
                <c:pt idx="3149">
                  <c:v>6.255</c:v>
                </c:pt>
                <c:pt idx="3150">
                  <c:v>6.252</c:v>
                </c:pt>
                <c:pt idx="3151">
                  <c:v>6.239</c:v>
                </c:pt>
                <c:pt idx="3152">
                  <c:v>6.233</c:v>
                </c:pt>
                <c:pt idx="3153">
                  <c:v>6.223</c:v>
                </c:pt>
                <c:pt idx="3154">
                  <c:v>6.222</c:v>
                </c:pt>
                <c:pt idx="3155">
                  <c:v>6.22</c:v>
                </c:pt>
                <c:pt idx="3156">
                  <c:v>6.219</c:v>
                </c:pt>
                <c:pt idx="3157">
                  <c:v>6.217</c:v>
                </c:pt>
                <c:pt idx="3158">
                  <c:v>6.188</c:v>
                </c:pt>
                <c:pt idx="3159">
                  <c:v>6.181</c:v>
                </c:pt>
                <c:pt idx="3160">
                  <c:v>6.179</c:v>
                </c:pt>
                <c:pt idx="3161">
                  <c:v>6.172</c:v>
                </c:pt>
                <c:pt idx="3162">
                  <c:v>6.165</c:v>
                </c:pt>
                <c:pt idx="3163">
                  <c:v>6.161</c:v>
                </c:pt>
                <c:pt idx="3164">
                  <c:v>6.159</c:v>
                </c:pt>
                <c:pt idx="3165">
                  <c:v>6.159</c:v>
                </c:pt>
                <c:pt idx="3166">
                  <c:v>6.156</c:v>
                </c:pt>
                <c:pt idx="3167">
                  <c:v>6.15</c:v>
                </c:pt>
                <c:pt idx="3168">
                  <c:v>6.135</c:v>
                </c:pt>
                <c:pt idx="3169">
                  <c:v>6.117</c:v>
                </c:pt>
                <c:pt idx="3170">
                  <c:v>6.103</c:v>
                </c:pt>
                <c:pt idx="3171">
                  <c:v>6.1</c:v>
                </c:pt>
                <c:pt idx="3172">
                  <c:v>6.074</c:v>
                </c:pt>
                <c:pt idx="3173">
                  <c:v>6.055</c:v>
                </c:pt>
                <c:pt idx="3174">
                  <c:v>6.055</c:v>
                </c:pt>
                <c:pt idx="3175">
                  <c:v>6.029</c:v>
                </c:pt>
                <c:pt idx="3176">
                  <c:v>6.028</c:v>
                </c:pt>
                <c:pt idx="3177">
                  <c:v>6.022</c:v>
                </c:pt>
                <c:pt idx="3178">
                  <c:v>6.019</c:v>
                </c:pt>
                <c:pt idx="3179">
                  <c:v>6.018</c:v>
                </c:pt>
                <c:pt idx="3180">
                  <c:v>6.016</c:v>
                </c:pt>
                <c:pt idx="3181">
                  <c:v>6.003</c:v>
                </c:pt>
                <c:pt idx="3182">
                  <c:v>6.003</c:v>
                </c:pt>
                <c:pt idx="3183">
                  <c:v>5.989</c:v>
                </c:pt>
                <c:pt idx="3184">
                  <c:v>5.979</c:v>
                </c:pt>
                <c:pt idx="3185">
                  <c:v>5.978</c:v>
                </c:pt>
                <c:pt idx="3186">
                  <c:v>5.974</c:v>
                </c:pt>
                <c:pt idx="3187">
                  <c:v>5.964</c:v>
                </c:pt>
                <c:pt idx="3188">
                  <c:v>5.963</c:v>
                </c:pt>
                <c:pt idx="3189">
                  <c:v>5.937</c:v>
                </c:pt>
                <c:pt idx="3190">
                  <c:v>5.929</c:v>
                </c:pt>
                <c:pt idx="3191">
                  <c:v>5.918</c:v>
                </c:pt>
                <c:pt idx="3192">
                  <c:v>5.912</c:v>
                </c:pt>
                <c:pt idx="3193">
                  <c:v>5.91</c:v>
                </c:pt>
                <c:pt idx="3194">
                  <c:v>5.889</c:v>
                </c:pt>
                <c:pt idx="3195">
                  <c:v>5.888</c:v>
                </c:pt>
                <c:pt idx="3196">
                  <c:v>5.888</c:v>
                </c:pt>
                <c:pt idx="3197">
                  <c:v>5.865</c:v>
                </c:pt>
                <c:pt idx="3198">
                  <c:v>5.849</c:v>
                </c:pt>
                <c:pt idx="3199">
                  <c:v>5.841</c:v>
                </c:pt>
                <c:pt idx="3200">
                  <c:v>5.822</c:v>
                </c:pt>
                <c:pt idx="3201">
                  <c:v>5.803</c:v>
                </c:pt>
                <c:pt idx="3202">
                  <c:v>5.8</c:v>
                </c:pt>
                <c:pt idx="3203">
                  <c:v>5.796</c:v>
                </c:pt>
                <c:pt idx="3204">
                  <c:v>5.786</c:v>
                </c:pt>
                <c:pt idx="3205">
                  <c:v>5.78</c:v>
                </c:pt>
                <c:pt idx="3206">
                  <c:v>5.77</c:v>
                </c:pt>
                <c:pt idx="3207">
                  <c:v>5.76</c:v>
                </c:pt>
                <c:pt idx="3208">
                  <c:v>5.747</c:v>
                </c:pt>
                <c:pt idx="3209">
                  <c:v>5.728</c:v>
                </c:pt>
                <c:pt idx="3210">
                  <c:v>5.724</c:v>
                </c:pt>
                <c:pt idx="3211">
                  <c:v>5.721</c:v>
                </c:pt>
                <c:pt idx="3212">
                  <c:v>5.709</c:v>
                </c:pt>
                <c:pt idx="3213">
                  <c:v>5.699</c:v>
                </c:pt>
                <c:pt idx="3214">
                  <c:v>5.699</c:v>
                </c:pt>
                <c:pt idx="3215">
                  <c:v>5.69</c:v>
                </c:pt>
                <c:pt idx="3216">
                  <c:v>5.687</c:v>
                </c:pt>
                <c:pt idx="3217">
                  <c:v>5.686</c:v>
                </c:pt>
                <c:pt idx="3218">
                  <c:v>5.678</c:v>
                </c:pt>
                <c:pt idx="3219">
                  <c:v>5.671</c:v>
                </c:pt>
                <c:pt idx="3220">
                  <c:v>5.664</c:v>
                </c:pt>
                <c:pt idx="3221">
                  <c:v>5.647</c:v>
                </c:pt>
                <c:pt idx="3222">
                  <c:v>5.642</c:v>
                </c:pt>
                <c:pt idx="3223">
                  <c:v>5.635</c:v>
                </c:pt>
                <c:pt idx="3224">
                  <c:v>5.625</c:v>
                </c:pt>
                <c:pt idx="3225">
                  <c:v>5.624</c:v>
                </c:pt>
                <c:pt idx="3226">
                  <c:v>5.62</c:v>
                </c:pt>
                <c:pt idx="3227">
                  <c:v>5.62</c:v>
                </c:pt>
                <c:pt idx="3228">
                  <c:v>5.617</c:v>
                </c:pt>
                <c:pt idx="3229">
                  <c:v>5.612</c:v>
                </c:pt>
                <c:pt idx="3230">
                  <c:v>5.611</c:v>
                </c:pt>
                <c:pt idx="3231">
                  <c:v>5.601</c:v>
                </c:pt>
                <c:pt idx="3232">
                  <c:v>5.586</c:v>
                </c:pt>
                <c:pt idx="3233">
                  <c:v>5.575</c:v>
                </c:pt>
                <c:pt idx="3234">
                  <c:v>5.556</c:v>
                </c:pt>
                <c:pt idx="3235">
                  <c:v>5.556</c:v>
                </c:pt>
                <c:pt idx="3236">
                  <c:v>5.527</c:v>
                </c:pt>
                <c:pt idx="3237">
                  <c:v>5.516</c:v>
                </c:pt>
                <c:pt idx="3238">
                  <c:v>5.513</c:v>
                </c:pt>
                <c:pt idx="3239">
                  <c:v>5.497</c:v>
                </c:pt>
                <c:pt idx="3240">
                  <c:v>5.494</c:v>
                </c:pt>
                <c:pt idx="3241">
                  <c:v>5.479</c:v>
                </c:pt>
                <c:pt idx="3242">
                  <c:v>5.476</c:v>
                </c:pt>
                <c:pt idx="3243">
                  <c:v>5.463</c:v>
                </c:pt>
                <c:pt idx="3244">
                  <c:v>5.46</c:v>
                </c:pt>
                <c:pt idx="3245">
                  <c:v>5.454</c:v>
                </c:pt>
                <c:pt idx="3246">
                  <c:v>5.413</c:v>
                </c:pt>
                <c:pt idx="3247">
                  <c:v>5.409</c:v>
                </c:pt>
                <c:pt idx="3248">
                  <c:v>5.396</c:v>
                </c:pt>
                <c:pt idx="3249">
                  <c:v>5.391</c:v>
                </c:pt>
                <c:pt idx="3250">
                  <c:v>5.377</c:v>
                </c:pt>
                <c:pt idx="3251">
                  <c:v>5.354</c:v>
                </c:pt>
                <c:pt idx="3252">
                  <c:v>5.352</c:v>
                </c:pt>
                <c:pt idx="3253">
                  <c:v>5.339</c:v>
                </c:pt>
                <c:pt idx="3254">
                  <c:v>5.338</c:v>
                </c:pt>
                <c:pt idx="3255">
                  <c:v>5.338</c:v>
                </c:pt>
                <c:pt idx="3256">
                  <c:v>5.319</c:v>
                </c:pt>
                <c:pt idx="3257">
                  <c:v>5.311</c:v>
                </c:pt>
                <c:pt idx="3258">
                  <c:v>5.3</c:v>
                </c:pt>
                <c:pt idx="3259">
                  <c:v>5.29</c:v>
                </c:pt>
                <c:pt idx="3260">
                  <c:v>5.283</c:v>
                </c:pt>
                <c:pt idx="3261">
                  <c:v>5.282</c:v>
                </c:pt>
                <c:pt idx="3262">
                  <c:v>5.269</c:v>
                </c:pt>
                <c:pt idx="3263">
                  <c:v>5.252</c:v>
                </c:pt>
                <c:pt idx="3264">
                  <c:v>5.245</c:v>
                </c:pt>
                <c:pt idx="3265">
                  <c:v>5.236</c:v>
                </c:pt>
                <c:pt idx="3266">
                  <c:v>5.228</c:v>
                </c:pt>
                <c:pt idx="3267">
                  <c:v>5.205</c:v>
                </c:pt>
                <c:pt idx="3268">
                  <c:v>5.201</c:v>
                </c:pt>
                <c:pt idx="3269">
                  <c:v>5.193</c:v>
                </c:pt>
                <c:pt idx="3270">
                  <c:v>5.181</c:v>
                </c:pt>
                <c:pt idx="3271">
                  <c:v>5.172</c:v>
                </c:pt>
                <c:pt idx="3272">
                  <c:v>288.193</c:v>
                </c:pt>
                <c:pt idx="3273">
                  <c:v>173.015</c:v>
                </c:pt>
                <c:pt idx="3274">
                  <c:v>139.146</c:v>
                </c:pt>
                <c:pt idx="3275">
                  <c:v>132.143</c:v>
                </c:pt>
                <c:pt idx="3276">
                  <c:v>131.013</c:v>
                </c:pt>
                <c:pt idx="3277">
                  <c:v>123.301</c:v>
                </c:pt>
                <c:pt idx="3278">
                  <c:v>99.082</c:v>
                </c:pt>
                <c:pt idx="3279">
                  <c:v>97.314</c:v>
                </c:pt>
                <c:pt idx="3280">
                  <c:v>96.415</c:v>
                </c:pt>
                <c:pt idx="3281">
                  <c:v>96.166</c:v>
                </c:pt>
                <c:pt idx="3282">
                  <c:v>89.187</c:v>
                </c:pt>
                <c:pt idx="3283">
                  <c:v>87.262</c:v>
                </c:pt>
                <c:pt idx="3284">
                  <c:v>85.092</c:v>
                </c:pt>
                <c:pt idx="3285">
                  <c:v>83.906</c:v>
                </c:pt>
                <c:pt idx="3286">
                  <c:v>82.641</c:v>
                </c:pt>
                <c:pt idx="3287">
                  <c:v>81.689</c:v>
                </c:pt>
                <c:pt idx="3288">
                  <c:v>81.37</c:v>
                </c:pt>
                <c:pt idx="3289">
                  <c:v>79.527</c:v>
                </c:pt>
                <c:pt idx="3290">
                  <c:v>76.832</c:v>
                </c:pt>
                <c:pt idx="3291">
                  <c:v>76.232</c:v>
                </c:pt>
                <c:pt idx="3292">
                  <c:v>75.067</c:v>
                </c:pt>
                <c:pt idx="3293">
                  <c:v>72.88</c:v>
                </c:pt>
                <c:pt idx="3294">
                  <c:v>72.149</c:v>
                </c:pt>
                <c:pt idx="3295">
                  <c:v>69.376</c:v>
                </c:pt>
                <c:pt idx="3296">
                  <c:v>69.189</c:v>
                </c:pt>
                <c:pt idx="3297">
                  <c:v>68.36</c:v>
                </c:pt>
                <c:pt idx="3298">
                  <c:v>65.962</c:v>
                </c:pt>
                <c:pt idx="3299">
                  <c:v>65.615</c:v>
                </c:pt>
                <c:pt idx="3300">
                  <c:v>64.284</c:v>
                </c:pt>
                <c:pt idx="3301">
                  <c:v>63.39</c:v>
                </c:pt>
                <c:pt idx="3302">
                  <c:v>62.15</c:v>
                </c:pt>
                <c:pt idx="3303">
                  <c:v>61.42</c:v>
                </c:pt>
                <c:pt idx="3304">
                  <c:v>58.732</c:v>
                </c:pt>
                <c:pt idx="3305">
                  <c:v>58.344</c:v>
                </c:pt>
                <c:pt idx="3306">
                  <c:v>58.258</c:v>
                </c:pt>
                <c:pt idx="3307">
                  <c:v>57.345</c:v>
                </c:pt>
                <c:pt idx="3308">
                  <c:v>54.133</c:v>
                </c:pt>
                <c:pt idx="3309">
                  <c:v>53.608</c:v>
                </c:pt>
                <c:pt idx="3310">
                  <c:v>53.221</c:v>
                </c:pt>
                <c:pt idx="3311">
                  <c:v>51.521</c:v>
                </c:pt>
                <c:pt idx="3312">
                  <c:v>51.334</c:v>
                </c:pt>
                <c:pt idx="3313">
                  <c:v>51.141</c:v>
                </c:pt>
                <c:pt idx="3314">
                  <c:v>50.973</c:v>
                </c:pt>
                <c:pt idx="3315">
                  <c:v>49.86</c:v>
                </c:pt>
                <c:pt idx="3316">
                  <c:v>49.395</c:v>
                </c:pt>
                <c:pt idx="3317">
                  <c:v>48.762</c:v>
                </c:pt>
                <c:pt idx="3318">
                  <c:v>48.254</c:v>
                </c:pt>
                <c:pt idx="3319">
                  <c:v>47.315</c:v>
                </c:pt>
                <c:pt idx="3320">
                  <c:v>46.91</c:v>
                </c:pt>
                <c:pt idx="3321">
                  <c:v>46.711</c:v>
                </c:pt>
                <c:pt idx="3322">
                  <c:v>46.466</c:v>
                </c:pt>
                <c:pt idx="3323">
                  <c:v>46.014</c:v>
                </c:pt>
                <c:pt idx="3324">
                  <c:v>44.694</c:v>
                </c:pt>
                <c:pt idx="3325">
                  <c:v>44.267</c:v>
                </c:pt>
                <c:pt idx="3326">
                  <c:v>43.368</c:v>
                </c:pt>
                <c:pt idx="3327">
                  <c:v>42.426</c:v>
                </c:pt>
                <c:pt idx="3328">
                  <c:v>42.13</c:v>
                </c:pt>
                <c:pt idx="3329">
                  <c:v>41.006</c:v>
                </c:pt>
                <c:pt idx="3330">
                  <c:v>39.789</c:v>
                </c:pt>
                <c:pt idx="3331">
                  <c:v>39.607</c:v>
                </c:pt>
                <c:pt idx="3332">
                  <c:v>38.964</c:v>
                </c:pt>
                <c:pt idx="3333">
                  <c:v>38.507</c:v>
                </c:pt>
                <c:pt idx="3334">
                  <c:v>37.86</c:v>
                </c:pt>
                <c:pt idx="3335">
                  <c:v>37.602</c:v>
                </c:pt>
                <c:pt idx="3336">
                  <c:v>37.279</c:v>
                </c:pt>
                <c:pt idx="3337">
                  <c:v>36.36</c:v>
                </c:pt>
                <c:pt idx="3338">
                  <c:v>36.107</c:v>
                </c:pt>
                <c:pt idx="3339">
                  <c:v>35.963</c:v>
                </c:pt>
                <c:pt idx="3340">
                  <c:v>35.633</c:v>
                </c:pt>
                <c:pt idx="3341">
                  <c:v>34.487</c:v>
                </c:pt>
                <c:pt idx="3342">
                  <c:v>33.688</c:v>
                </c:pt>
                <c:pt idx="3343">
                  <c:v>33.679</c:v>
                </c:pt>
                <c:pt idx="3344">
                  <c:v>33.45</c:v>
                </c:pt>
                <c:pt idx="3345">
                  <c:v>33.337</c:v>
                </c:pt>
                <c:pt idx="3346">
                  <c:v>32.998</c:v>
                </c:pt>
                <c:pt idx="3347">
                  <c:v>32.705</c:v>
                </c:pt>
                <c:pt idx="3348">
                  <c:v>32.086</c:v>
                </c:pt>
                <c:pt idx="3349">
                  <c:v>32.004</c:v>
                </c:pt>
                <c:pt idx="3350">
                  <c:v>31.953</c:v>
                </c:pt>
                <c:pt idx="3351">
                  <c:v>31.445</c:v>
                </c:pt>
                <c:pt idx="3352">
                  <c:v>31.328</c:v>
                </c:pt>
                <c:pt idx="3353">
                  <c:v>31.324</c:v>
                </c:pt>
                <c:pt idx="3354">
                  <c:v>31.138</c:v>
                </c:pt>
                <c:pt idx="3355">
                  <c:v>30.773</c:v>
                </c:pt>
                <c:pt idx="3356">
                  <c:v>30.67</c:v>
                </c:pt>
                <c:pt idx="3357">
                  <c:v>29.817</c:v>
                </c:pt>
                <c:pt idx="3358">
                  <c:v>29.741</c:v>
                </c:pt>
                <c:pt idx="3359">
                  <c:v>29.435</c:v>
                </c:pt>
                <c:pt idx="3360">
                  <c:v>29.263</c:v>
                </c:pt>
                <c:pt idx="3361">
                  <c:v>29.046</c:v>
                </c:pt>
                <c:pt idx="3362">
                  <c:v>28.584</c:v>
                </c:pt>
                <c:pt idx="3363">
                  <c:v>28.333</c:v>
                </c:pt>
                <c:pt idx="3364">
                  <c:v>28.126</c:v>
                </c:pt>
                <c:pt idx="3365">
                  <c:v>27.813</c:v>
                </c:pt>
                <c:pt idx="3366">
                  <c:v>27.65</c:v>
                </c:pt>
                <c:pt idx="3367">
                  <c:v>27.395</c:v>
                </c:pt>
                <c:pt idx="3368">
                  <c:v>27.199</c:v>
                </c:pt>
                <c:pt idx="3369">
                  <c:v>27.143</c:v>
                </c:pt>
                <c:pt idx="3370">
                  <c:v>27.135</c:v>
                </c:pt>
                <c:pt idx="3371">
                  <c:v>27.045</c:v>
                </c:pt>
                <c:pt idx="3372">
                  <c:v>27.001</c:v>
                </c:pt>
                <c:pt idx="3373">
                  <c:v>26.947</c:v>
                </c:pt>
                <c:pt idx="3374">
                  <c:v>26.819</c:v>
                </c:pt>
                <c:pt idx="3375">
                  <c:v>26.546</c:v>
                </c:pt>
                <c:pt idx="3376">
                  <c:v>26.509</c:v>
                </c:pt>
                <c:pt idx="3377">
                  <c:v>26.338</c:v>
                </c:pt>
                <c:pt idx="3378">
                  <c:v>26.282</c:v>
                </c:pt>
                <c:pt idx="3379">
                  <c:v>25.908</c:v>
                </c:pt>
                <c:pt idx="3380">
                  <c:v>25.857</c:v>
                </c:pt>
                <c:pt idx="3381">
                  <c:v>25.803</c:v>
                </c:pt>
                <c:pt idx="3382">
                  <c:v>25.775</c:v>
                </c:pt>
                <c:pt idx="3383">
                  <c:v>25.499</c:v>
                </c:pt>
                <c:pt idx="3384">
                  <c:v>25.251</c:v>
                </c:pt>
                <c:pt idx="3385">
                  <c:v>25.234</c:v>
                </c:pt>
                <c:pt idx="3386">
                  <c:v>25.123</c:v>
                </c:pt>
                <c:pt idx="3387">
                  <c:v>24.681</c:v>
                </c:pt>
                <c:pt idx="3388">
                  <c:v>24.466</c:v>
                </c:pt>
                <c:pt idx="3389">
                  <c:v>24.454</c:v>
                </c:pt>
                <c:pt idx="3390">
                  <c:v>24.422</c:v>
                </c:pt>
                <c:pt idx="3391">
                  <c:v>24.303</c:v>
                </c:pt>
                <c:pt idx="3392">
                  <c:v>24.293</c:v>
                </c:pt>
                <c:pt idx="3393">
                  <c:v>24.15</c:v>
                </c:pt>
                <c:pt idx="3394">
                  <c:v>23.993</c:v>
                </c:pt>
                <c:pt idx="3395">
                  <c:v>23.826</c:v>
                </c:pt>
                <c:pt idx="3396">
                  <c:v>23.786</c:v>
                </c:pt>
                <c:pt idx="3397">
                  <c:v>23.707</c:v>
                </c:pt>
                <c:pt idx="3398">
                  <c:v>23.698</c:v>
                </c:pt>
                <c:pt idx="3399">
                  <c:v>23.618</c:v>
                </c:pt>
                <c:pt idx="3400">
                  <c:v>23.39</c:v>
                </c:pt>
                <c:pt idx="3401">
                  <c:v>23.387</c:v>
                </c:pt>
                <c:pt idx="3402">
                  <c:v>23.306</c:v>
                </c:pt>
                <c:pt idx="3403">
                  <c:v>23.162</c:v>
                </c:pt>
                <c:pt idx="3404">
                  <c:v>23.123</c:v>
                </c:pt>
                <c:pt idx="3405">
                  <c:v>23.048</c:v>
                </c:pt>
                <c:pt idx="3406">
                  <c:v>22.788</c:v>
                </c:pt>
                <c:pt idx="3407">
                  <c:v>22.785</c:v>
                </c:pt>
                <c:pt idx="3408">
                  <c:v>22.649</c:v>
                </c:pt>
                <c:pt idx="3409">
                  <c:v>22.497</c:v>
                </c:pt>
                <c:pt idx="3410">
                  <c:v>22.497</c:v>
                </c:pt>
                <c:pt idx="3411">
                  <c:v>22.182</c:v>
                </c:pt>
                <c:pt idx="3412">
                  <c:v>21.946</c:v>
                </c:pt>
                <c:pt idx="3413">
                  <c:v>21.845</c:v>
                </c:pt>
                <c:pt idx="3414">
                  <c:v>21.626</c:v>
                </c:pt>
                <c:pt idx="3415">
                  <c:v>21.607</c:v>
                </c:pt>
                <c:pt idx="3416">
                  <c:v>21.489</c:v>
                </c:pt>
                <c:pt idx="3417">
                  <c:v>21.371</c:v>
                </c:pt>
                <c:pt idx="3418">
                  <c:v>21.157</c:v>
                </c:pt>
                <c:pt idx="3419">
                  <c:v>21.135</c:v>
                </c:pt>
                <c:pt idx="3420">
                  <c:v>21.108</c:v>
                </c:pt>
                <c:pt idx="3421">
                  <c:v>20.54</c:v>
                </c:pt>
                <c:pt idx="3422">
                  <c:v>20.498</c:v>
                </c:pt>
                <c:pt idx="3423">
                  <c:v>20.441</c:v>
                </c:pt>
                <c:pt idx="3424">
                  <c:v>20.343</c:v>
                </c:pt>
                <c:pt idx="3425">
                  <c:v>20.285</c:v>
                </c:pt>
                <c:pt idx="3426">
                  <c:v>20.261</c:v>
                </c:pt>
                <c:pt idx="3427">
                  <c:v>20.252</c:v>
                </c:pt>
                <c:pt idx="3428">
                  <c:v>20.045</c:v>
                </c:pt>
                <c:pt idx="3429">
                  <c:v>19.825</c:v>
                </c:pt>
                <c:pt idx="3430">
                  <c:v>19.688</c:v>
                </c:pt>
                <c:pt idx="3431">
                  <c:v>19.668</c:v>
                </c:pt>
                <c:pt idx="3432">
                  <c:v>19.578</c:v>
                </c:pt>
                <c:pt idx="3433">
                  <c:v>19.542</c:v>
                </c:pt>
                <c:pt idx="3434">
                  <c:v>19.478</c:v>
                </c:pt>
                <c:pt idx="3435">
                  <c:v>19.382</c:v>
                </c:pt>
                <c:pt idx="3436">
                  <c:v>19.301</c:v>
                </c:pt>
                <c:pt idx="3437">
                  <c:v>19.3</c:v>
                </c:pt>
                <c:pt idx="3438">
                  <c:v>19.198</c:v>
                </c:pt>
                <c:pt idx="3439">
                  <c:v>19.178</c:v>
                </c:pt>
                <c:pt idx="3440">
                  <c:v>19.083</c:v>
                </c:pt>
                <c:pt idx="3441">
                  <c:v>19.064</c:v>
                </c:pt>
                <c:pt idx="3442">
                  <c:v>19.031</c:v>
                </c:pt>
                <c:pt idx="3443">
                  <c:v>18.917</c:v>
                </c:pt>
                <c:pt idx="3444">
                  <c:v>18.725</c:v>
                </c:pt>
                <c:pt idx="3445">
                  <c:v>18.716</c:v>
                </c:pt>
                <c:pt idx="3446">
                  <c:v>18.51</c:v>
                </c:pt>
                <c:pt idx="3447">
                  <c:v>18.488</c:v>
                </c:pt>
                <c:pt idx="3448">
                  <c:v>18.464</c:v>
                </c:pt>
                <c:pt idx="3449">
                  <c:v>18.434</c:v>
                </c:pt>
                <c:pt idx="3450">
                  <c:v>18.374</c:v>
                </c:pt>
                <c:pt idx="3451">
                  <c:v>18.234</c:v>
                </c:pt>
                <c:pt idx="3452">
                  <c:v>17.746</c:v>
                </c:pt>
                <c:pt idx="3453">
                  <c:v>17.722</c:v>
                </c:pt>
                <c:pt idx="3454">
                  <c:v>17.705</c:v>
                </c:pt>
                <c:pt idx="3455">
                  <c:v>17.686</c:v>
                </c:pt>
                <c:pt idx="3456">
                  <c:v>17.589</c:v>
                </c:pt>
                <c:pt idx="3457">
                  <c:v>17.56</c:v>
                </c:pt>
                <c:pt idx="3458">
                  <c:v>17.506</c:v>
                </c:pt>
                <c:pt idx="3459">
                  <c:v>17.481</c:v>
                </c:pt>
                <c:pt idx="3460">
                  <c:v>17.465</c:v>
                </c:pt>
                <c:pt idx="3461">
                  <c:v>17.462</c:v>
                </c:pt>
                <c:pt idx="3462">
                  <c:v>17.454</c:v>
                </c:pt>
                <c:pt idx="3463">
                  <c:v>17.394</c:v>
                </c:pt>
                <c:pt idx="3464">
                  <c:v>17.302</c:v>
                </c:pt>
                <c:pt idx="3465">
                  <c:v>17.236</c:v>
                </c:pt>
                <c:pt idx="3466">
                  <c:v>17.219</c:v>
                </c:pt>
                <c:pt idx="3467">
                  <c:v>17.206</c:v>
                </c:pt>
                <c:pt idx="3468">
                  <c:v>17.162</c:v>
                </c:pt>
                <c:pt idx="3469">
                  <c:v>17.101</c:v>
                </c:pt>
                <c:pt idx="3470">
                  <c:v>17.094</c:v>
                </c:pt>
                <c:pt idx="3471">
                  <c:v>17.094</c:v>
                </c:pt>
                <c:pt idx="3472">
                  <c:v>17.067</c:v>
                </c:pt>
                <c:pt idx="3473">
                  <c:v>17.016</c:v>
                </c:pt>
                <c:pt idx="3474">
                  <c:v>16.918</c:v>
                </c:pt>
                <c:pt idx="3475">
                  <c:v>16.91</c:v>
                </c:pt>
                <c:pt idx="3476">
                  <c:v>16.905</c:v>
                </c:pt>
                <c:pt idx="3477">
                  <c:v>16.879</c:v>
                </c:pt>
                <c:pt idx="3478">
                  <c:v>16.857</c:v>
                </c:pt>
                <c:pt idx="3479">
                  <c:v>16.801</c:v>
                </c:pt>
                <c:pt idx="3480">
                  <c:v>16.644</c:v>
                </c:pt>
                <c:pt idx="3481">
                  <c:v>16.493</c:v>
                </c:pt>
                <c:pt idx="3482">
                  <c:v>16.384</c:v>
                </c:pt>
                <c:pt idx="3483">
                  <c:v>16.192</c:v>
                </c:pt>
                <c:pt idx="3484">
                  <c:v>16.13</c:v>
                </c:pt>
                <c:pt idx="3485">
                  <c:v>16.105</c:v>
                </c:pt>
                <c:pt idx="3486">
                  <c:v>15.869</c:v>
                </c:pt>
                <c:pt idx="3487">
                  <c:v>15.827</c:v>
                </c:pt>
                <c:pt idx="3488">
                  <c:v>15.817</c:v>
                </c:pt>
                <c:pt idx="3489">
                  <c:v>15.77</c:v>
                </c:pt>
                <c:pt idx="3490">
                  <c:v>15.747</c:v>
                </c:pt>
                <c:pt idx="3491">
                  <c:v>15.738</c:v>
                </c:pt>
                <c:pt idx="3492">
                  <c:v>15.709</c:v>
                </c:pt>
                <c:pt idx="3493">
                  <c:v>15.616</c:v>
                </c:pt>
                <c:pt idx="3494">
                  <c:v>15.598</c:v>
                </c:pt>
                <c:pt idx="3495">
                  <c:v>15.553</c:v>
                </c:pt>
                <c:pt idx="3496">
                  <c:v>15.527</c:v>
                </c:pt>
                <c:pt idx="3497">
                  <c:v>15.513</c:v>
                </c:pt>
                <c:pt idx="3498">
                  <c:v>15.421</c:v>
                </c:pt>
                <c:pt idx="3499">
                  <c:v>15.404</c:v>
                </c:pt>
                <c:pt idx="3500">
                  <c:v>15.374</c:v>
                </c:pt>
                <c:pt idx="3501">
                  <c:v>15.365</c:v>
                </c:pt>
                <c:pt idx="3502">
                  <c:v>15.309</c:v>
                </c:pt>
                <c:pt idx="3503">
                  <c:v>15.272</c:v>
                </c:pt>
                <c:pt idx="3504">
                  <c:v>15.214</c:v>
                </c:pt>
                <c:pt idx="3505">
                  <c:v>15.204</c:v>
                </c:pt>
                <c:pt idx="3506">
                  <c:v>15.193</c:v>
                </c:pt>
                <c:pt idx="3507">
                  <c:v>15.049</c:v>
                </c:pt>
                <c:pt idx="3508">
                  <c:v>15.048</c:v>
                </c:pt>
                <c:pt idx="3509">
                  <c:v>15.048</c:v>
                </c:pt>
                <c:pt idx="3510">
                  <c:v>15.042</c:v>
                </c:pt>
                <c:pt idx="3511">
                  <c:v>14.905</c:v>
                </c:pt>
                <c:pt idx="3512">
                  <c:v>14.856</c:v>
                </c:pt>
                <c:pt idx="3513">
                  <c:v>14.844</c:v>
                </c:pt>
                <c:pt idx="3514">
                  <c:v>14.79</c:v>
                </c:pt>
                <c:pt idx="3515">
                  <c:v>14.787</c:v>
                </c:pt>
                <c:pt idx="3516">
                  <c:v>14.78</c:v>
                </c:pt>
                <c:pt idx="3517">
                  <c:v>14.71</c:v>
                </c:pt>
                <c:pt idx="3518">
                  <c:v>14.708</c:v>
                </c:pt>
                <c:pt idx="3519">
                  <c:v>14.659</c:v>
                </c:pt>
                <c:pt idx="3520">
                  <c:v>14.629</c:v>
                </c:pt>
                <c:pt idx="3521">
                  <c:v>14.622</c:v>
                </c:pt>
                <c:pt idx="3522">
                  <c:v>14.616</c:v>
                </c:pt>
                <c:pt idx="3523">
                  <c:v>14.607</c:v>
                </c:pt>
                <c:pt idx="3524">
                  <c:v>14.605</c:v>
                </c:pt>
                <c:pt idx="3525">
                  <c:v>14.593</c:v>
                </c:pt>
                <c:pt idx="3526">
                  <c:v>14.589</c:v>
                </c:pt>
                <c:pt idx="3527">
                  <c:v>14.539</c:v>
                </c:pt>
                <c:pt idx="3528">
                  <c:v>14.494</c:v>
                </c:pt>
                <c:pt idx="3529">
                  <c:v>14.491</c:v>
                </c:pt>
                <c:pt idx="3530">
                  <c:v>14.487</c:v>
                </c:pt>
                <c:pt idx="3531">
                  <c:v>14.465</c:v>
                </c:pt>
                <c:pt idx="3532">
                  <c:v>14.446</c:v>
                </c:pt>
                <c:pt idx="3533">
                  <c:v>14.432</c:v>
                </c:pt>
                <c:pt idx="3534">
                  <c:v>14.346</c:v>
                </c:pt>
                <c:pt idx="3535">
                  <c:v>14.34</c:v>
                </c:pt>
                <c:pt idx="3536">
                  <c:v>14.315</c:v>
                </c:pt>
                <c:pt idx="3537">
                  <c:v>14.307</c:v>
                </c:pt>
                <c:pt idx="3538">
                  <c:v>14.286</c:v>
                </c:pt>
                <c:pt idx="3539">
                  <c:v>14.27</c:v>
                </c:pt>
                <c:pt idx="3540">
                  <c:v>14.26</c:v>
                </c:pt>
                <c:pt idx="3541">
                  <c:v>14.212</c:v>
                </c:pt>
                <c:pt idx="3542">
                  <c:v>14.199</c:v>
                </c:pt>
                <c:pt idx="3543">
                  <c:v>14.181</c:v>
                </c:pt>
                <c:pt idx="3544">
                  <c:v>14.162</c:v>
                </c:pt>
                <c:pt idx="3545">
                  <c:v>14.136</c:v>
                </c:pt>
                <c:pt idx="3546">
                  <c:v>14.132</c:v>
                </c:pt>
                <c:pt idx="3547">
                  <c:v>14.118</c:v>
                </c:pt>
                <c:pt idx="3548">
                  <c:v>14.104</c:v>
                </c:pt>
                <c:pt idx="3549">
                  <c:v>14.076</c:v>
                </c:pt>
                <c:pt idx="3550">
                  <c:v>14.073</c:v>
                </c:pt>
                <c:pt idx="3551">
                  <c:v>14.073</c:v>
                </c:pt>
                <c:pt idx="3552">
                  <c:v>14.069</c:v>
                </c:pt>
                <c:pt idx="3553">
                  <c:v>14.03</c:v>
                </c:pt>
                <c:pt idx="3554">
                  <c:v>14.014</c:v>
                </c:pt>
                <c:pt idx="3555">
                  <c:v>13.987</c:v>
                </c:pt>
                <c:pt idx="3556">
                  <c:v>13.952</c:v>
                </c:pt>
                <c:pt idx="3557">
                  <c:v>13.949</c:v>
                </c:pt>
                <c:pt idx="3558">
                  <c:v>13.884</c:v>
                </c:pt>
                <c:pt idx="3559">
                  <c:v>13.856</c:v>
                </c:pt>
                <c:pt idx="3560">
                  <c:v>13.845</c:v>
                </c:pt>
                <c:pt idx="3561">
                  <c:v>13.783</c:v>
                </c:pt>
                <c:pt idx="3562">
                  <c:v>13.78</c:v>
                </c:pt>
                <c:pt idx="3563">
                  <c:v>13.756</c:v>
                </c:pt>
                <c:pt idx="3564">
                  <c:v>13.746</c:v>
                </c:pt>
                <c:pt idx="3565">
                  <c:v>13.694</c:v>
                </c:pt>
                <c:pt idx="3566">
                  <c:v>13.686</c:v>
                </c:pt>
                <c:pt idx="3567">
                  <c:v>13.676</c:v>
                </c:pt>
                <c:pt idx="3568">
                  <c:v>13.63</c:v>
                </c:pt>
                <c:pt idx="3569">
                  <c:v>13.596</c:v>
                </c:pt>
                <c:pt idx="3570">
                  <c:v>13.596</c:v>
                </c:pt>
                <c:pt idx="3571">
                  <c:v>13.585</c:v>
                </c:pt>
                <c:pt idx="3572">
                  <c:v>13.555</c:v>
                </c:pt>
                <c:pt idx="3573">
                  <c:v>13.537</c:v>
                </c:pt>
                <c:pt idx="3574">
                  <c:v>13.471</c:v>
                </c:pt>
                <c:pt idx="3575">
                  <c:v>13.468</c:v>
                </c:pt>
                <c:pt idx="3576">
                  <c:v>13.436</c:v>
                </c:pt>
                <c:pt idx="3577">
                  <c:v>13.423</c:v>
                </c:pt>
                <c:pt idx="3578">
                  <c:v>13.42</c:v>
                </c:pt>
                <c:pt idx="3579">
                  <c:v>13.386</c:v>
                </c:pt>
                <c:pt idx="3580">
                  <c:v>13.366</c:v>
                </c:pt>
                <c:pt idx="3581">
                  <c:v>13.318</c:v>
                </c:pt>
                <c:pt idx="3582">
                  <c:v>13.309</c:v>
                </c:pt>
                <c:pt idx="3583">
                  <c:v>13.29</c:v>
                </c:pt>
                <c:pt idx="3584">
                  <c:v>13.268</c:v>
                </c:pt>
                <c:pt idx="3585">
                  <c:v>13.261</c:v>
                </c:pt>
                <c:pt idx="3586">
                  <c:v>13.234</c:v>
                </c:pt>
                <c:pt idx="3587">
                  <c:v>13.23</c:v>
                </c:pt>
                <c:pt idx="3588">
                  <c:v>13.153</c:v>
                </c:pt>
                <c:pt idx="3589">
                  <c:v>13.142</c:v>
                </c:pt>
                <c:pt idx="3590">
                  <c:v>13.125</c:v>
                </c:pt>
                <c:pt idx="3591">
                  <c:v>13.124</c:v>
                </c:pt>
                <c:pt idx="3592">
                  <c:v>13.105</c:v>
                </c:pt>
                <c:pt idx="3593">
                  <c:v>13.072</c:v>
                </c:pt>
                <c:pt idx="3594">
                  <c:v>13.03</c:v>
                </c:pt>
                <c:pt idx="3595">
                  <c:v>13.022</c:v>
                </c:pt>
                <c:pt idx="3596">
                  <c:v>13.009</c:v>
                </c:pt>
                <c:pt idx="3597">
                  <c:v>13.006</c:v>
                </c:pt>
                <c:pt idx="3598">
                  <c:v>12.953</c:v>
                </c:pt>
                <c:pt idx="3599">
                  <c:v>12.894</c:v>
                </c:pt>
                <c:pt idx="3600">
                  <c:v>12.876</c:v>
                </c:pt>
                <c:pt idx="3601">
                  <c:v>12.868</c:v>
                </c:pt>
                <c:pt idx="3602">
                  <c:v>12.848</c:v>
                </c:pt>
                <c:pt idx="3603">
                  <c:v>12.789</c:v>
                </c:pt>
                <c:pt idx="3604">
                  <c:v>12.734</c:v>
                </c:pt>
                <c:pt idx="3605">
                  <c:v>12.666</c:v>
                </c:pt>
                <c:pt idx="3606">
                  <c:v>12.653</c:v>
                </c:pt>
                <c:pt idx="3607">
                  <c:v>12.649</c:v>
                </c:pt>
                <c:pt idx="3608">
                  <c:v>12.626</c:v>
                </c:pt>
                <c:pt idx="3609">
                  <c:v>12.587</c:v>
                </c:pt>
                <c:pt idx="3610">
                  <c:v>12.557</c:v>
                </c:pt>
                <c:pt idx="3611">
                  <c:v>12.511</c:v>
                </c:pt>
                <c:pt idx="3612">
                  <c:v>12.472</c:v>
                </c:pt>
                <c:pt idx="3613">
                  <c:v>12.401</c:v>
                </c:pt>
                <c:pt idx="3614">
                  <c:v>12.397</c:v>
                </c:pt>
                <c:pt idx="3615">
                  <c:v>12.394</c:v>
                </c:pt>
                <c:pt idx="3616">
                  <c:v>12.366</c:v>
                </c:pt>
                <c:pt idx="3617">
                  <c:v>12.338</c:v>
                </c:pt>
                <c:pt idx="3618">
                  <c:v>12.328</c:v>
                </c:pt>
                <c:pt idx="3619">
                  <c:v>12.326</c:v>
                </c:pt>
                <c:pt idx="3620">
                  <c:v>12.299</c:v>
                </c:pt>
                <c:pt idx="3621">
                  <c:v>12.298</c:v>
                </c:pt>
                <c:pt idx="3622">
                  <c:v>12.276</c:v>
                </c:pt>
                <c:pt idx="3623">
                  <c:v>12.271</c:v>
                </c:pt>
                <c:pt idx="3624">
                  <c:v>12.266</c:v>
                </c:pt>
                <c:pt idx="3625">
                  <c:v>12.252</c:v>
                </c:pt>
                <c:pt idx="3626">
                  <c:v>12.251</c:v>
                </c:pt>
                <c:pt idx="3627">
                  <c:v>12.218</c:v>
                </c:pt>
                <c:pt idx="3628">
                  <c:v>12.184</c:v>
                </c:pt>
                <c:pt idx="3629">
                  <c:v>12.16</c:v>
                </c:pt>
                <c:pt idx="3630">
                  <c:v>12.109</c:v>
                </c:pt>
                <c:pt idx="3631">
                  <c:v>12.106</c:v>
                </c:pt>
                <c:pt idx="3632">
                  <c:v>12.094</c:v>
                </c:pt>
                <c:pt idx="3633">
                  <c:v>12.079</c:v>
                </c:pt>
                <c:pt idx="3634">
                  <c:v>12.058</c:v>
                </c:pt>
                <c:pt idx="3635">
                  <c:v>12.046</c:v>
                </c:pt>
                <c:pt idx="3636">
                  <c:v>12.044</c:v>
                </c:pt>
                <c:pt idx="3637">
                  <c:v>12.032</c:v>
                </c:pt>
                <c:pt idx="3638">
                  <c:v>12.022</c:v>
                </c:pt>
                <c:pt idx="3639">
                  <c:v>12.013</c:v>
                </c:pt>
                <c:pt idx="3640">
                  <c:v>11.984</c:v>
                </c:pt>
                <c:pt idx="3641">
                  <c:v>11.98</c:v>
                </c:pt>
                <c:pt idx="3642">
                  <c:v>11.966</c:v>
                </c:pt>
                <c:pt idx="3643">
                  <c:v>11.955</c:v>
                </c:pt>
                <c:pt idx="3644">
                  <c:v>11.942</c:v>
                </c:pt>
                <c:pt idx="3645">
                  <c:v>11.914</c:v>
                </c:pt>
                <c:pt idx="3646">
                  <c:v>11.91</c:v>
                </c:pt>
                <c:pt idx="3647">
                  <c:v>11.904</c:v>
                </c:pt>
                <c:pt idx="3648">
                  <c:v>11.902</c:v>
                </c:pt>
                <c:pt idx="3649">
                  <c:v>11.89</c:v>
                </c:pt>
                <c:pt idx="3650">
                  <c:v>11.867</c:v>
                </c:pt>
                <c:pt idx="3651">
                  <c:v>11.851</c:v>
                </c:pt>
                <c:pt idx="3652">
                  <c:v>11.813</c:v>
                </c:pt>
                <c:pt idx="3653">
                  <c:v>11.801</c:v>
                </c:pt>
                <c:pt idx="3654">
                  <c:v>11.789</c:v>
                </c:pt>
                <c:pt idx="3655">
                  <c:v>11.782</c:v>
                </c:pt>
                <c:pt idx="3656">
                  <c:v>11.765</c:v>
                </c:pt>
                <c:pt idx="3657">
                  <c:v>11.731</c:v>
                </c:pt>
                <c:pt idx="3658">
                  <c:v>11.662</c:v>
                </c:pt>
                <c:pt idx="3659">
                  <c:v>11.655</c:v>
                </c:pt>
                <c:pt idx="3660">
                  <c:v>11.599</c:v>
                </c:pt>
                <c:pt idx="3661">
                  <c:v>11.593</c:v>
                </c:pt>
                <c:pt idx="3662">
                  <c:v>11.555</c:v>
                </c:pt>
                <c:pt idx="3663">
                  <c:v>11.554</c:v>
                </c:pt>
                <c:pt idx="3664">
                  <c:v>11.539</c:v>
                </c:pt>
                <c:pt idx="3665">
                  <c:v>11.499</c:v>
                </c:pt>
                <c:pt idx="3666">
                  <c:v>11.491</c:v>
                </c:pt>
                <c:pt idx="3667">
                  <c:v>11.49</c:v>
                </c:pt>
                <c:pt idx="3668">
                  <c:v>11.478</c:v>
                </c:pt>
                <c:pt idx="3669">
                  <c:v>11.469</c:v>
                </c:pt>
                <c:pt idx="3670">
                  <c:v>11.464</c:v>
                </c:pt>
                <c:pt idx="3671">
                  <c:v>11.46</c:v>
                </c:pt>
                <c:pt idx="3672">
                  <c:v>11.459</c:v>
                </c:pt>
                <c:pt idx="3673">
                  <c:v>11.446</c:v>
                </c:pt>
                <c:pt idx="3674">
                  <c:v>11.44</c:v>
                </c:pt>
                <c:pt idx="3675">
                  <c:v>11.376</c:v>
                </c:pt>
                <c:pt idx="3676">
                  <c:v>11.37</c:v>
                </c:pt>
                <c:pt idx="3677">
                  <c:v>11.368</c:v>
                </c:pt>
                <c:pt idx="3678">
                  <c:v>11.35</c:v>
                </c:pt>
                <c:pt idx="3679">
                  <c:v>11.33</c:v>
                </c:pt>
                <c:pt idx="3680">
                  <c:v>11.329</c:v>
                </c:pt>
                <c:pt idx="3681">
                  <c:v>11.317</c:v>
                </c:pt>
                <c:pt idx="3682">
                  <c:v>11.249</c:v>
                </c:pt>
                <c:pt idx="3683">
                  <c:v>11.239</c:v>
                </c:pt>
                <c:pt idx="3684">
                  <c:v>11.211</c:v>
                </c:pt>
                <c:pt idx="3685">
                  <c:v>11.191</c:v>
                </c:pt>
                <c:pt idx="3686">
                  <c:v>11.166</c:v>
                </c:pt>
                <c:pt idx="3687">
                  <c:v>11.15</c:v>
                </c:pt>
                <c:pt idx="3688">
                  <c:v>11.061</c:v>
                </c:pt>
                <c:pt idx="3689">
                  <c:v>11.05</c:v>
                </c:pt>
                <c:pt idx="3690">
                  <c:v>11.045</c:v>
                </c:pt>
                <c:pt idx="3691">
                  <c:v>11.036</c:v>
                </c:pt>
                <c:pt idx="3692">
                  <c:v>11.031</c:v>
                </c:pt>
                <c:pt idx="3693">
                  <c:v>11.023</c:v>
                </c:pt>
                <c:pt idx="3694">
                  <c:v>11.009</c:v>
                </c:pt>
                <c:pt idx="3695">
                  <c:v>11.008</c:v>
                </c:pt>
                <c:pt idx="3696">
                  <c:v>10.985</c:v>
                </c:pt>
                <c:pt idx="3697">
                  <c:v>10.985</c:v>
                </c:pt>
                <c:pt idx="3698">
                  <c:v>10.979</c:v>
                </c:pt>
                <c:pt idx="3699">
                  <c:v>10.962</c:v>
                </c:pt>
                <c:pt idx="3700">
                  <c:v>10.919</c:v>
                </c:pt>
                <c:pt idx="3701">
                  <c:v>10.918</c:v>
                </c:pt>
                <c:pt idx="3702">
                  <c:v>10.907</c:v>
                </c:pt>
                <c:pt idx="3703">
                  <c:v>10.806</c:v>
                </c:pt>
                <c:pt idx="3704">
                  <c:v>10.787</c:v>
                </c:pt>
                <c:pt idx="3705">
                  <c:v>10.758</c:v>
                </c:pt>
                <c:pt idx="3706">
                  <c:v>10.739</c:v>
                </c:pt>
                <c:pt idx="3707">
                  <c:v>10.737</c:v>
                </c:pt>
                <c:pt idx="3708">
                  <c:v>10.722</c:v>
                </c:pt>
                <c:pt idx="3709">
                  <c:v>10.706</c:v>
                </c:pt>
                <c:pt idx="3710">
                  <c:v>10.701</c:v>
                </c:pt>
                <c:pt idx="3711">
                  <c:v>10.685</c:v>
                </c:pt>
                <c:pt idx="3712">
                  <c:v>10.685</c:v>
                </c:pt>
                <c:pt idx="3713">
                  <c:v>10.678</c:v>
                </c:pt>
                <c:pt idx="3714">
                  <c:v>10.671</c:v>
                </c:pt>
                <c:pt idx="3715">
                  <c:v>10.669</c:v>
                </c:pt>
                <c:pt idx="3716">
                  <c:v>10.657</c:v>
                </c:pt>
                <c:pt idx="3717">
                  <c:v>10.648</c:v>
                </c:pt>
                <c:pt idx="3718">
                  <c:v>10.647</c:v>
                </c:pt>
                <c:pt idx="3719">
                  <c:v>10.608</c:v>
                </c:pt>
                <c:pt idx="3720">
                  <c:v>10.607</c:v>
                </c:pt>
                <c:pt idx="3721">
                  <c:v>10.604</c:v>
                </c:pt>
                <c:pt idx="3722">
                  <c:v>10.582</c:v>
                </c:pt>
                <c:pt idx="3723">
                  <c:v>10.552</c:v>
                </c:pt>
                <c:pt idx="3724">
                  <c:v>10.543</c:v>
                </c:pt>
                <c:pt idx="3725">
                  <c:v>10.525</c:v>
                </c:pt>
                <c:pt idx="3726">
                  <c:v>10.521</c:v>
                </c:pt>
                <c:pt idx="3727">
                  <c:v>10.518</c:v>
                </c:pt>
                <c:pt idx="3728">
                  <c:v>10.491</c:v>
                </c:pt>
                <c:pt idx="3729">
                  <c:v>10.48</c:v>
                </c:pt>
                <c:pt idx="3730">
                  <c:v>10.457</c:v>
                </c:pt>
                <c:pt idx="3731">
                  <c:v>10.455</c:v>
                </c:pt>
                <c:pt idx="3732">
                  <c:v>10.433</c:v>
                </c:pt>
                <c:pt idx="3733">
                  <c:v>10.432</c:v>
                </c:pt>
                <c:pt idx="3734">
                  <c:v>10.422</c:v>
                </c:pt>
                <c:pt idx="3735">
                  <c:v>10.421</c:v>
                </c:pt>
                <c:pt idx="3736">
                  <c:v>10.417</c:v>
                </c:pt>
                <c:pt idx="3737">
                  <c:v>10.412</c:v>
                </c:pt>
                <c:pt idx="3738">
                  <c:v>10.411</c:v>
                </c:pt>
                <c:pt idx="3739">
                  <c:v>10.409</c:v>
                </c:pt>
                <c:pt idx="3740">
                  <c:v>10.375</c:v>
                </c:pt>
                <c:pt idx="3741">
                  <c:v>10.372</c:v>
                </c:pt>
                <c:pt idx="3742">
                  <c:v>10.356</c:v>
                </c:pt>
                <c:pt idx="3743">
                  <c:v>10.35</c:v>
                </c:pt>
                <c:pt idx="3744">
                  <c:v>10.347</c:v>
                </c:pt>
                <c:pt idx="3745">
                  <c:v>10.322</c:v>
                </c:pt>
                <c:pt idx="3746">
                  <c:v>10.288</c:v>
                </c:pt>
                <c:pt idx="3747">
                  <c:v>10.284</c:v>
                </c:pt>
                <c:pt idx="3748">
                  <c:v>10.284</c:v>
                </c:pt>
                <c:pt idx="3749">
                  <c:v>10.268</c:v>
                </c:pt>
                <c:pt idx="3750">
                  <c:v>10.256</c:v>
                </c:pt>
                <c:pt idx="3751">
                  <c:v>10.245</c:v>
                </c:pt>
                <c:pt idx="3752">
                  <c:v>10.231</c:v>
                </c:pt>
                <c:pt idx="3753">
                  <c:v>10.201</c:v>
                </c:pt>
                <c:pt idx="3754">
                  <c:v>10.197</c:v>
                </c:pt>
                <c:pt idx="3755">
                  <c:v>10.19</c:v>
                </c:pt>
                <c:pt idx="3756">
                  <c:v>10.178</c:v>
                </c:pt>
                <c:pt idx="3757">
                  <c:v>10.153</c:v>
                </c:pt>
                <c:pt idx="3758">
                  <c:v>10.153</c:v>
                </c:pt>
                <c:pt idx="3759">
                  <c:v>10.142</c:v>
                </c:pt>
                <c:pt idx="3760">
                  <c:v>10.106</c:v>
                </c:pt>
                <c:pt idx="3761">
                  <c:v>10.104</c:v>
                </c:pt>
                <c:pt idx="3762">
                  <c:v>10.089</c:v>
                </c:pt>
                <c:pt idx="3763">
                  <c:v>10.087</c:v>
                </c:pt>
                <c:pt idx="3764">
                  <c:v>10.085</c:v>
                </c:pt>
                <c:pt idx="3765">
                  <c:v>10.079</c:v>
                </c:pt>
                <c:pt idx="3766">
                  <c:v>10.078</c:v>
                </c:pt>
                <c:pt idx="3767">
                  <c:v>10.061</c:v>
                </c:pt>
                <c:pt idx="3768">
                  <c:v>10.024</c:v>
                </c:pt>
                <c:pt idx="3769">
                  <c:v>9.998</c:v>
                </c:pt>
                <c:pt idx="3770">
                  <c:v>9.998</c:v>
                </c:pt>
                <c:pt idx="3771">
                  <c:v>9.988</c:v>
                </c:pt>
                <c:pt idx="3772">
                  <c:v>9.974</c:v>
                </c:pt>
                <c:pt idx="3773">
                  <c:v>9.955</c:v>
                </c:pt>
                <c:pt idx="3774">
                  <c:v>9.913</c:v>
                </c:pt>
                <c:pt idx="3775">
                  <c:v>9.905</c:v>
                </c:pt>
                <c:pt idx="3776">
                  <c:v>9.888</c:v>
                </c:pt>
                <c:pt idx="3777">
                  <c:v>9.859</c:v>
                </c:pt>
                <c:pt idx="3778">
                  <c:v>9.848</c:v>
                </c:pt>
                <c:pt idx="3779">
                  <c:v>9.83</c:v>
                </c:pt>
                <c:pt idx="3780">
                  <c:v>9.809</c:v>
                </c:pt>
                <c:pt idx="3781">
                  <c:v>9.772</c:v>
                </c:pt>
                <c:pt idx="3782">
                  <c:v>9.771</c:v>
                </c:pt>
                <c:pt idx="3783">
                  <c:v>9.769</c:v>
                </c:pt>
                <c:pt idx="3784">
                  <c:v>9.758</c:v>
                </c:pt>
                <c:pt idx="3785">
                  <c:v>9.748</c:v>
                </c:pt>
                <c:pt idx="3786">
                  <c:v>9.738</c:v>
                </c:pt>
                <c:pt idx="3787">
                  <c:v>9.721</c:v>
                </c:pt>
                <c:pt idx="3788">
                  <c:v>9.71</c:v>
                </c:pt>
                <c:pt idx="3789">
                  <c:v>9.7</c:v>
                </c:pt>
                <c:pt idx="3790">
                  <c:v>9.699</c:v>
                </c:pt>
                <c:pt idx="3791">
                  <c:v>9.688</c:v>
                </c:pt>
                <c:pt idx="3792">
                  <c:v>9.685</c:v>
                </c:pt>
                <c:pt idx="3793">
                  <c:v>9.622</c:v>
                </c:pt>
                <c:pt idx="3794">
                  <c:v>9.616</c:v>
                </c:pt>
                <c:pt idx="3795">
                  <c:v>9.594</c:v>
                </c:pt>
                <c:pt idx="3796">
                  <c:v>9.579</c:v>
                </c:pt>
                <c:pt idx="3797">
                  <c:v>9.574</c:v>
                </c:pt>
                <c:pt idx="3798">
                  <c:v>9.536</c:v>
                </c:pt>
                <c:pt idx="3799">
                  <c:v>9.533</c:v>
                </c:pt>
                <c:pt idx="3800">
                  <c:v>9.513</c:v>
                </c:pt>
                <c:pt idx="3801">
                  <c:v>9.504</c:v>
                </c:pt>
                <c:pt idx="3802">
                  <c:v>9.494</c:v>
                </c:pt>
                <c:pt idx="3803">
                  <c:v>9.488</c:v>
                </c:pt>
                <c:pt idx="3804">
                  <c:v>9.485</c:v>
                </c:pt>
                <c:pt idx="3805">
                  <c:v>9.485</c:v>
                </c:pt>
                <c:pt idx="3806">
                  <c:v>9.458</c:v>
                </c:pt>
                <c:pt idx="3807">
                  <c:v>9.453</c:v>
                </c:pt>
                <c:pt idx="3808">
                  <c:v>9.445</c:v>
                </c:pt>
                <c:pt idx="3809">
                  <c:v>9.404</c:v>
                </c:pt>
                <c:pt idx="3810">
                  <c:v>9.399</c:v>
                </c:pt>
                <c:pt idx="3811">
                  <c:v>9.39</c:v>
                </c:pt>
                <c:pt idx="3812">
                  <c:v>9.371</c:v>
                </c:pt>
                <c:pt idx="3813">
                  <c:v>9.341</c:v>
                </c:pt>
                <c:pt idx="3814">
                  <c:v>9.338</c:v>
                </c:pt>
                <c:pt idx="3815">
                  <c:v>9.335</c:v>
                </c:pt>
                <c:pt idx="3816">
                  <c:v>9.316</c:v>
                </c:pt>
                <c:pt idx="3817">
                  <c:v>9.283</c:v>
                </c:pt>
                <c:pt idx="3818">
                  <c:v>9.259</c:v>
                </c:pt>
                <c:pt idx="3819">
                  <c:v>9.234</c:v>
                </c:pt>
                <c:pt idx="3820">
                  <c:v>9.208</c:v>
                </c:pt>
                <c:pt idx="3821">
                  <c:v>9.194</c:v>
                </c:pt>
                <c:pt idx="3822">
                  <c:v>9.194</c:v>
                </c:pt>
                <c:pt idx="3823">
                  <c:v>9.183</c:v>
                </c:pt>
                <c:pt idx="3824">
                  <c:v>9.176</c:v>
                </c:pt>
                <c:pt idx="3825">
                  <c:v>9.15</c:v>
                </c:pt>
                <c:pt idx="3826">
                  <c:v>9.143</c:v>
                </c:pt>
                <c:pt idx="3827">
                  <c:v>9.108</c:v>
                </c:pt>
                <c:pt idx="3828">
                  <c:v>9.093</c:v>
                </c:pt>
                <c:pt idx="3829">
                  <c:v>9.089</c:v>
                </c:pt>
                <c:pt idx="3830">
                  <c:v>9.068</c:v>
                </c:pt>
                <c:pt idx="3831">
                  <c:v>9.056</c:v>
                </c:pt>
                <c:pt idx="3832">
                  <c:v>9.054</c:v>
                </c:pt>
                <c:pt idx="3833">
                  <c:v>9.046</c:v>
                </c:pt>
                <c:pt idx="3834">
                  <c:v>8.972</c:v>
                </c:pt>
                <c:pt idx="3835">
                  <c:v>8.959</c:v>
                </c:pt>
                <c:pt idx="3836">
                  <c:v>8.954</c:v>
                </c:pt>
                <c:pt idx="3837">
                  <c:v>8.93</c:v>
                </c:pt>
                <c:pt idx="3838">
                  <c:v>8.922</c:v>
                </c:pt>
                <c:pt idx="3839">
                  <c:v>8.913</c:v>
                </c:pt>
                <c:pt idx="3840">
                  <c:v>8.908</c:v>
                </c:pt>
                <c:pt idx="3841">
                  <c:v>8.884</c:v>
                </c:pt>
                <c:pt idx="3842">
                  <c:v>8.88</c:v>
                </c:pt>
                <c:pt idx="3843">
                  <c:v>8.851</c:v>
                </c:pt>
                <c:pt idx="3844">
                  <c:v>8.82</c:v>
                </c:pt>
                <c:pt idx="3845">
                  <c:v>8.813</c:v>
                </c:pt>
                <c:pt idx="3846">
                  <c:v>8.813</c:v>
                </c:pt>
                <c:pt idx="3847">
                  <c:v>8.788</c:v>
                </c:pt>
                <c:pt idx="3848">
                  <c:v>8.785</c:v>
                </c:pt>
                <c:pt idx="3849">
                  <c:v>8.762</c:v>
                </c:pt>
                <c:pt idx="3850">
                  <c:v>8.752</c:v>
                </c:pt>
                <c:pt idx="3851">
                  <c:v>8.731</c:v>
                </c:pt>
                <c:pt idx="3852">
                  <c:v>8.721</c:v>
                </c:pt>
                <c:pt idx="3853">
                  <c:v>8.71</c:v>
                </c:pt>
                <c:pt idx="3854">
                  <c:v>8.7</c:v>
                </c:pt>
                <c:pt idx="3855">
                  <c:v>8.694</c:v>
                </c:pt>
                <c:pt idx="3856">
                  <c:v>8.685</c:v>
                </c:pt>
                <c:pt idx="3857">
                  <c:v>8.67</c:v>
                </c:pt>
                <c:pt idx="3858">
                  <c:v>8.667</c:v>
                </c:pt>
                <c:pt idx="3859">
                  <c:v>8.647</c:v>
                </c:pt>
                <c:pt idx="3860">
                  <c:v>8.639</c:v>
                </c:pt>
                <c:pt idx="3861">
                  <c:v>8.625</c:v>
                </c:pt>
                <c:pt idx="3862">
                  <c:v>8.624</c:v>
                </c:pt>
                <c:pt idx="3863">
                  <c:v>8.601</c:v>
                </c:pt>
                <c:pt idx="3864">
                  <c:v>8.58</c:v>
                </c:pt>
                <c:pt idx="3865">
                  <c:v>8.57</c:v>
                </c:pt>
                <c:pt idx="3866">
                  <c:v>8.555</c:v>
                </c:pt>
                <c:pt idx="3867">
                  <c:v>8.547</c:v>
                </c:pt>
                <c:pt idx="3868">
                  <c:v>8.526</c:v>
                </c:pt>
                <c:pt idx="3869">
                  <c:v>8.518</c:v>
                </c:pt>
                <c:pt idx="3870">
                  <c:v>8.514</c:v>
                </c:pt>
                <c:pt idx="3871">
                  <c:v>8.504</c:v>
                </c:pt>
                <c:pt idx="3872">
                  <c:v>8.502</c:v>
                </c:pt>
                <c:pt idx="3873">
                  <c:v>8.468</c:v>
                </c:pt>
                <c:pt idx="3874">
                  <c:v>8.465</c:v>
                </c:pt>
                <c:pt idx="3875">
                  <c:v>8.457</c:v>
                </c:pt>
                <c:pt idx="3876">
                  <c:v>8.442</c:v>
                </c:pt>
                <c:pt idx="3877">
                  <c:v>8.436</c:v>
                </c:pt>
                <c:pt idx="3878">
                  <c:v>8.423</c:v>
                </c:pt>
                <c:pt idx="3879">
                  <c:v>8.419</c:v>
                </c:pt>
                <c:pt idx="3880">
                  <c:v>8.412</c:v>
                </c:pt>
                <c:pt idx="3881">
                  <c:v>8.401</c:v>
                </c:pt>
                <c:pt idx="3882">
                  <c:v>8.4</c:v>
                </c:pt>
                <c:pt idx="3883">
                  <c:v>8.39</c:v>
                </c:pt>
                <c:pt idx="3884">
                  <c:v>8.36</c:v>
                </c:pt>
                <c:pt idx="3885">
                  <c:v>8.35</c:v>
                </c:pt>
                <c:pt idx="3886">
                  <c:v>8.325</c:v>
                </c:pt>
                <c:pt idx="3887">
                  <c:v>8.316</c:v>
                </c:pt>
                <c:pt idx="3888">
                  <c:v>8.311</c:v>
                </c:pt>
                <c:pt idx="3889">
                  <c:v>8.299</c:v>
                </c:pt>
                <c:pt idx="3890">
                  <c:v>8.293</c:v>
                </c:pt>
                <c:pt idx="3891">
                  <c:v>8.283</c:v>
                </c:pt>
                <c:pt idx="3892">
                  <c:v>8.28</c:v>
                </c:pt>
                <c:pt idx="3893">
                  <c:v>8.241</c:v>
                </c:pt>
                <c:pt idx="3894">
                  <c:v>8.231</c:v>
                </c:pt>
                <c:pt idx="3895">
                  <c:v>8.228</c:v>
                </c:pt>
                <c:pt idx="3896">
                  <c:v>8.204</c:v>
                </c:pt>
                <c:pt idx="3897">
                  <c:v>8.169</c:v>
                </c:pt>
                <c:pt idx="3898">
                  <c:v>8.165</c:v>
                </c:pt>
                <c:pt idx="3899">
                  <c:v>8.165</c:v>
                </c:pt>
                <c:pt idx="3900">
                  <c:v>8.165</c:v>
                </c:pt>
                <c:pt idx="3901">
                  <c:v>8.164</c:v>
                </c:pt>
                <c:pt idx="3902">
                  <c:v>8.152</c:v>
                </c:pt>
                <c:pt idx="3903">
                  <c:v>8.15</c:v>
                </c:pt>
                <c:pt idx="3904">
                  <c:v>8.149</c:v>
                </c:pt>
                <c:pt idx="3905">
                  <c:v>8.136</c:v>
                </c:pt>
                <c:pt idx="3906">
                  <c:v>8.123</c:v>
                </c:pt>
                <c:pt idx="3907">
                  <c:v>8.117</c:v>
                </c:pt>
                <c:pt idx="3908">
                  <c:v>8.094</c:v>
                </c:pt>
                <c:pt idx="3909">
                  <c:v>8.09</c:v>
                </c:pt>
                <c:pt idx="3910">
                  <c:v>8.079</c:v>
                </c:pt>
                <c:pt idx="3911">
                  <c:v>8.063</c:v>
                </c:pt>
                <c:pt idx="3912">
                  <c:v>8.046</c:v>
                </c:pt>
                <c:pt idx="3913">
                  <c:v>8.022</c:v>
                </c:pt>
                <c:pt idx="3914">
                  <c:v>8.022</c:v>
                </c:pt>
                <c:pt idx="3915">
                  <c:v>8.004</c:v>
                </c:pt>
                <c:pt idx="3916">
                  <c:v>7.997</c:v>
                </c:pt>
                <c:pt idx="3917">
                  <c:v>7.981</c:v>
                </c:pt>
                <c:pt idx="3918">
                  <c:v>7.975</c:v>
                </c:pt>
                <c:pt idx="3919">
                  <c:v>7.971</c:v>
                </c:pt>
                <c:pt idx="3920">
                  <c:v>7.967</c:v>
                </c:pt>
                <c:pt idx="3921">
                  <c:v>7.955</c:v>
                </c:pt>
                <c:pt idx="3922">
                  <c:v>7.952</c:v>
                </c:pt>
                <c:pt idx="3923">
                  <c:v>7.939</c:v>
                </c:pt>
                <c:pt idx="3924">
                  <c:v>7.938</c:v>
                </c:pt>
                <c:pt idx="3925">
                  <c:v>7.935</c:v>
                </c:pt>
                <c:pt idx="3926">
                  <c:v>7.933</c:v>
                </c:pt>
                <c:pt idx="3927">
                  <c:v>7.921</c:v>
                </c:pt>
                <c:pt idx="3928">
                  <c:v>7.908</c:v>
                </c:pt>
                <c:pt idx="3929">
                  <c:v>7.908</c:v>
                </c:pt>
                <c:pt idx="3930">
                  <c:v>7.898</c:v>
                </c:pt>
                <c:pt idx="3931">
                  <c:v>7.893</c:v>
                </c:pt>
                <c:pt idx="3932">
                  <c:v>7.893</c:v>
                </c:pt>
                <c:pt idx="3933">
                  <c:v>7.887</c:v>
                </c:pt>
                <c:pt idx="3934">
                  <c:v>7.882</c:v>
                </c:pt>
                <c:pt idx="3935">
                  <c:v>7.875</c:v>
                </c:pt>
                <c:pt idx="3936">
                  <c:v>7.873</c:v>
                </c:pt>
                <c:pt idx="3937">
                  <c:v>7.853</c:v>
                </c:pt>
                <c:pt idx="3938">
                  <c:v>7.853</c:v>
                </c:pt>
                <c:pt idx="3939">
                  <c:v>7.851</c:v>
                </c:pt>
                <c:pt idx="3940">
                  <c:v>7.849</c:v>
                </c:pt>
                <c:pt idx="3941">
                  <c:v>7.839</c:v>
                </c:pt>
                <c:pt idx="3942">
                  <c:v>7.835</c:v>
                </c:pt>
                <c:pt idx="3943">
                  <c:v>7.825</c:v>
                </c:pt>
                <c:pt idx="3944">
                  <c:v>7.802</c:v>
                </c:pt>
                <c:pt idx="3945">
                  <c:v>7.794</c:v>
                </c:pt>
                <c:pt idx="3946">
                  <c:v>7.785</c:v>
                </c:pt>
                <c:pt idx="3947">
                  <c:v>7.758</c:v>
                </c:pt>
                <c:pt idx="3948">
                  <c:v>7.738</c:v>
                </c:pt>
                <c:pt idx="3949">
                  <c:v>7.735</c:v>
                </c:pt>
                <c:pt idx="3950">
                  <c:v>7.735</c:v>
                </c:pt>
                <c:pt idx="3951">
                  <c:v>7.721</c:v>
                </c:pt>
                <c:pt idx="3952">
                  <c:v>7.721</c:v>
                </c:pt>
                <c:pt idx="3953">
                  <c:v>7.71</c:v>
                </c:pt>
                <c:pt idx="3954">
                  <c:v>7.706</c:v>
                </c:pt>
                <c:pt idx="3955">
                  <c:v>7.688</c:v>
                </c:pt>
                <c:pt idx="3956">
                  <c:v>7.682</c:v>
                </c:pt>
                <c:pt idx="3957">
                  <c:v>7.677</c:v>
                </c:pt>
                <c:pt idx="3958">
                  <c:v>7.673</c:v>
                </c:pt>
                <c:pt idx="3959">
                  <c:v>7.669</c:v>
                </c:pt>
                <c:pt idx="3960">
                  <c:v>7.666</c:v>
                </c:pt>
                <c:pt idx="3961">
                  <c:v>7.651</c:v>
                </c:pt>
                <c:pt idx="3962">
                  <c:v>7.65</c:v>
                </c:pt>
                <c:pt idx="3963">
                  <c:v>7.65</c:v>
                </c:pt>
                <c:pt idx="3964">
                  <c:v>7.632</c:v>
                </c:pt>
                <c:pt idx="3965">
                  <c:v>7.629</c:v>
                </c:pt>
                <c:pt idx="3966">
                  <c:v>7.616</c:v>
                </c:pt>
                <c:pt idx="3967">
                  <c:v>7.616</c:v>
                </c:pt>
                <c:pt idx="3968">
                  <c:v>7.614</c:v>
                </c:pt>
                <c:pt idx="3969">
                  <c:v>7.598</c:v>
                </c:pt>
                <c:pt idx="3970">
                  <c:v>7.588</c:v>
                </c:pt>
                <c:pt idx="3971">
                  <c:v>7.568</c:v>
                </c:pt>
                <c:pt idx="3972">
                  <c:v>7.537</c:v>
                </c:pt>
                <c:pt idx="3973">
                  <c:v>7.537</c:v>
                </c:pt>
                <c:pt idx="3974">
                  <c:v>7.526</c:v>
                </c:pt>
                <c:pt idx="3975">
                  <c:v>7.521</c:v>
                </c:pt>
                <c:pt idx="3976">
                  <c:v>7.508</c:v>
                </c:pt>
                <c:pt idx="3977">
                  <c:v>7.499</c:v>
                </c:pt>
                <c:pt idx="3978">
                  <c:v>7.481</c:v>
                </c:pt>
                <c:pt idx="3979">
                  <c:v>7.475</c:v>
                </c:pt>
                <c:pt idx="3980">
                  <c:v>7.474</c:v>
                </c:pt>
                <c:pt idx="3981">
                  <c:v>7.47</c:v>
                </c:pt>
                <c:pt idx="3982">
                  <c:v>7.468</c:v>
                </c:pt>
                <c:pt idx="3983">
                  <c:v>7.457</c:v>
                </c:pt>
                <c:pt idx="3984">
                  <c:v>7.444</c:v>
                </c:pt>
                <c:pt idx="3985">
                  <c:v>7.411</c:v>
                </c:pt>
                <c:pt idx="3986">
                  <c:v>7.403</c:v>
                </c:pt>
                <c:pt idx="3987">
                  <c:v>7.386</c:v>
                </c:pt>
                <c:pt idx="3988">
                  <c:v>7.382</c:v>
                </c:pt>
                <c:pt idx="3989">
                  <c:v>7.379</c:v>
                </c:pt>
                <c:pt idx="3990">
                  <c:v>7.372</c:v>
                </c:pt>
                <c:pt idx="3991">
                  <c:v>7.359</c:v>
                </c:pt>
                <c:pt idx="3992">
                  <c:v>7.343</c:v>
                </c:pt>
                <c:pt idx="3993">
                  <c:v>7.341</c:v>
                </c:pt>
                <c:pt idx="3994">
                  <c:v>7.332</c:v>
                </c:pt>
                <c:pt idx="3995">
                  <c:v>7.326</c:v>
                </c:pt>
                <c:pt idx="3996">
                  <c:v>7.32</c:v>
                </c:pt>
                <c:pt idx="3997">
                  <c:v>7.309</c:v>
                </c:pt>
                <c:pt idx="3998">
                  <c:v>7.274</c:v>
                </c:pt>
                <c:pt idx="3999">
                  <c:v>7.27</c:v>
                </c:pt>
                <c:pt idx="4000">
                  <c:v>7.258</c:v>
                </c:pt>
                <c:pt idx="4001">
                  <c:v>7.257</c:v>
                </c:pt>
                <c:pt idx="4002">
                  <c:v>7.257</c:v>
                </c:pt>
                <c:pt idx="4003">
                  <c:v>7.248</c:v>
                </c:pt>
                <c:pt idx="4004">
                  <c:v>7.232</c:v>
                </c:pt>
                <c:pt idx="4005">
                  <c:v>7.224</c:v>
                </c:pt>
                <c:pt idx="4006">
                  <c:v>7.196</c:v>
                </c:pt>
                <c:pt idx="4007">
                  <c:v>7.175</c:v>
                </c:pt>
                <c:pt idx="4008">
                  <c:v>7.172</c:v>
                </c:pt>
                <c:pt idx="4009">
                  <c:v>7.16</c:v>
                </c:pt>
                <c:pt idx="4010">
                  <c:v>7.15</c:v>
                </c:pt>
                <c:pt idx="4011">
                  <c:v>7.147</c:v>
                </c:pt>
                <c:pt idx="4012">
                  <c:v>7.146</c:v>
                </c:pt>
                <c:pt idx="4013">
                  <c:v>7.132</c:v>
                </c:pt>
                <c:pt idx="4014">
                  <c:v>7.124</c:v>
                </c:pt>
                <c:pt idx="4015">
                  <c:v>7.115</c:v>
                </c:pt>
                <c:pt idx="4016">
                  <c:v>7.098</c:v>
                </c:pt>
                <c:pt idx="4017">
                  <c:v>7.079</c:v>
                </c:pt>
                <c:pt idx="4018">
                  <c:v>7.07</c:v>
                </c:pt>
                <c:pt idx="4019">
                  <c:v>7.065</c:v>
                </c:pt>
                <c:pt idx="4020">
                  <c:v>7.044</c:v>
                </c:pt>
                <c:pt idx="4021">
                  <c:v>7.039</c:v>
                </c:pt>
                <c:pt idx="4022">
                  <c:v>7.03</c:v>
                </c:pt>
                <c:pt idx="4023">
                  <c:v>7.023</c:v>
                </c:pt>
                <c:pt idx="4024">
                  <c:v>7.016</c:v>
                </c:pt>
                <c:pt idx="4025">
                  <c:v>7.006</c:v>
                </c:pt>
                <c:pt idx="4026">
                  <c:v>6.977</c:v>
                </c:pt>
                <c:pt idx="4027">
                  <c:v>6.977</c:v>
                </c:pt>
                <c:pt idx="4028">
                  <c:v>6.968</c:v>
                </c:pt>
                <c:pt idx="4029">
                  <c:v>6.962</c:v>
                </c:pt>
                <c:pt idx="4030">
                  <c:v>6.946</c:v>
                </c:pt>
                <c:pt idx="4031">
                  <c:v>6.946</c:v>
                </c:pt>
                <c:pt idx="4032">
                  <c:v>6.929</c:v>
                </c:pt>
                <c:pt idx="4033">
                  <c:v>6.925</c:v>
                </c:pt>
                <c:pt idx="4034">
                  <c:v>6.916</c:v>
                </c:pt>
                <c:pt idx="4035">
                  <c:v>6.902</c:v>
                </c:pt>
                <c:pt idx="4036">
                  <c:v>6.877</c:v>
                </c:pt>
                <c:pt idx="4037">
                  <c:v>6.876</c:v>
                </c:pt>
                <c:pt idx="4038">
                  <c:v>6.876</c:v>
                </c:pt>
                <c:pt idx="4039">
                  <c:v>6.875</c:v>
                </c:pt>
                <c:pt idx="4040">
                  <c:v>6.873</c:v>
                </c:pt>
                <c:pt idx="4041">
                  <c:v>6.847</c:v>
                </c:pt>
                <c:pt idx="4042">
                  <c:v>6.845</c:v>
                </c:pt>
                <c:pt idx="4043">
                  <c:v>6.844</c:v>
                </c:pt>
                <c:pt idx="4044">
                  <c:v>6.838</c:v>
                </c:pt>
                <c:pt idx="4045">
                  <c:v>6.837</c:v>
                </c:pt>
                <c:pt idx="4046">
                  <c:v>6.833</c:v>
                </c:pt>
                <c:pt idx="4047">
                  <c:v>6.832</c:v>
                </c:pt>
                <c:pt idx="4048">
                  <c:v>6.826</c:v>
                </c:pt>
                <c:pt idx="4049">
                  <c:v>6.819</c:v>
                </c:pt>
                <c:pt idx="4050">
                  <c:v>6.817</c:v>
                </c:pt>
                <c:pt idx="4051">
                  <c:v>6.8</c:v>
                </c:pt>
                <c:pt idx="4052">
                  <c:v>6.791</c:v>
                </c:pt>
                <c:pt idx="4053">
                  <c:v>6.789</c:v>
                </c:pt>
                <c:pt idx="4054">
                  <c:v>6.772</c:v>
                </c:pt>
                <c:pt idx="4055">
                  <c:v>6.746</c:v>
                </c:pt>
                <c:pt idx="4056">
                  <c:v>6.726</c:v>
                </c:pt>
                <c:pt idx="4057">
                  <c:v>6.693</c:v>
                </c:pt>
                <c:pt idx="4058">
                  <c:v>6.685</c:v>
                </c:pt>
                <c:pt idx="4059">
                  <c:v>6.679</c:v>
                </c:pt>
                <c:pt idx="4060">
                  <c:v>6.671</c:v>
                </c:pt>
                <c:pt idx="4061">
                  <c:v>6.662</c:v>
                </c:pt>
                <c:pt idx="4062">
                  <c:v>6.661</c:v>
                </c:pt>
                <c:pt idx="4063">
                  <c:v>6.659</c:v>
                </c:pt>
                <c:pt idx="4064">
                  <c:v>6.651</c:v>
                </c:pt>
                <c:pt idx="4065">
                  <c:v>6.647</c:v>
                </c:pt>
                <c:pt idx="4066">
                  <c:v>6.617</c:v>
                </c:pt>
                <c:pt idx="4067">
                  <c:v>6.617</c:v>
                </c:pt>
                <c:pt idx="4068">
                  <c:v>6.6</c:v>
                </c:pt>
                <c:pt idx="4069">
                  <c:v>6.598</c:v>
                </c:pt>
                <c:pt idx="4070">
                  <c:v>6.59</c:v>
                </c:pt>
                <c:pt idx="4071">
                  <c:v>6.583</c:v>
                </c:pt>
                <c:pt idx="4072">
                  <c:v>6.567</c:v>
                </c:pt>
                <c:pt idx="4073">
                  <c:v>6.555</c:v>
                </c:pt>
                <c:pt idx="4074">
                  <c:v>6.54</c:v>
                </c:pt>
                <c:pt idx="4075">
                  <c:v>6.532</c:v>
                </c:pt>
                <c:pt idx="4076">
                  <c:v>6.529</c:v>
                </c:pt>
                <c:pt idx="4077">
                  <c:v>6.524</c:v>
                </c:pt>
                <c:pt idx="4078">
                  <c:v>6.516</c:v>
                </c:pt>
                <c:pt idx="4079">
                  <c:v>6.513</c:v>
                </c:pt>
                <c:pt idx="4080">
                  <c:v>6.508</c:v>
                </c:pt>
                <c:pt idx="4081">
                  <c:v>6.496</c:v>
                </c:pt>
                <c:pt idx="4082">
                  <c:v>6.488</c:v>
                </c:pt>
                <c:pt idx="4083">
                  <c:v>6.462</c:v>
                </c:pt>
                <c:pt idx="4084">
                  <c:v>6.456</c:v>
                </c:pt>
                <c:pt idx="4085">
                  <c:v>6.433</c:v>
                </c:pt>
                <c:pt idx="4086">
                  <c:v>6.422</c:v>
                </c:pt>
                <c:pt idx="4087">
                  <c:v>6.417</c:v>
                </c:pt>
                <c:pt idx="4088">
                  <c:v>6.402</c:v>
                </c:pt>
                <c:pt idx="4089">
                  <c:v>6.401</c:v>
                </c:pt>
                <c:pt idx="4090">
                  <c:v>6.395</c:v>
                </c:pt>
                <c:pt idx="4091">
                  <c:v>6.367</c:v>
                </c:pt>
                <c:pt idx="4092">
                  <c:v>6.36</c:v>
                </c:pt>
                <c:pt idx="4093">
                  <c:v>6.334</c:v>
                </c:pt>
                <c:pt idx="4094">
                  <c:v>6.328</c:v>
                </c:pt>
                <c:pt idx="4095">
                  <c:v>6.327</c:v>
                </c:pt>
                <c:pt idx="4096">
                  <c:v>6.327</c:v>
                </c:pt>
                <c:pt idx="4097">
                  <c:v>6.3</c:v>
                </c:pt>
                <c:pt idx="4098">
                  <c:v>6.288</c:v>
                </c:pt>
                <c:pt idx="4099">
                  <c:v>6.287</c:v>
                </c:pt>
                <c:pt idx="4100">
                  <c:v>6.281</c:v>
                </c:pt>
                <c:pt idx="4101">
                  <c:v>6.266</c:v>
                </c:pt>
                <c:pt idx="4102">
                  <c:v>6.259</c:v>
                </c:pt>
                <c:pt idx="4103">
                  <c:v>6.256</c:v>
                </c:pt>
                <c:pt idx="4104">
                  <c:v>6.254</c:v>
                </c:pt>
                <c:pt idx="4105">
                  <c:v>6.251</c:v>
                </c:pt>
                <c:pt idx="4106">
                  <c:v>6.247</c:v>
                </c:pt>
                <c:pt idx="4107">
                  <c:v>6.233</c:v>
                </c:pt>
                <c:pt idx="4108">
                  <c:v>6.218</c:v>
                </c:pt>
                <c:pt idx="4109">
                  <c:v>6.21</c:v>
                </c:pt>
                <c:pt idx="4110">
                  <c:v>6.208</c:v>
                </c:pt>
                <c:pt idx="4111">
                  <c:v>6.197</c:v>
                </c:pt>
                <c:pt idx="4112">
                  <c:v>6.194</c:v>
                </c:pt>
                <c:pt idx="4113">
                  <c:v>6.183</c:v>
                </c:pt>
                <c:pt idx="4114">
                  <c:v>6.18</c:v>
                </c:pt>
                <c:pt idx="4115">
                  <c:v>6.175</c:v>
                </c:pt>
                <c:pt idx="4116">
                  <c:v>6.171</c:v>
                </c:pt>
                <c:pt idx="4117">
                  <c:v>6.16</c:v>
                </c:pt>
                <c:pt idx="4118">
                  <c:v>6.139</c:v>
                </c:pt>
                <c:pt idx="4119">
                  <c:v>6.112</c:v>
                </c:pt>
                <c:pt idx="4120">
                  <c:v>6.099</c:v>
                </c:pt>
                <c:pt idx="4121">
                  <c:v>6.094</c:v>
                </c:pt>
                <c:pt idx="4122">
                  <c:v>6.093</c:v>
                </c:pt>
                <c:pt idx="4123">
                  <c:v>6.077</c:v>
                </c:pt>
                <c:pt idx="4124">
                  <c:v>6.058</c:v>
                </c:pt>
                <c:pt idx="4125">
                  <c:v>6.052</c:v>
                </c:pt>
                <c:pt idx="4126">
                  <c:v>6.039</c:v>
                </c:pt>
                <c:pt idx="4127">
                  <c:v>6.037</c:v>
                </c:pt>
                <c:pt idx="4128">
                  <c:v>6.031</c:v>
                </c:pt>
                <c:pt idx="4129">
                  <c:v>6.021</c:v>
                </c:pt>
                <c:pt idx="4130">
                  <c:v>6.007</c:v>
                </c:pt>
                <c:pt idx="4131">
                  <c:v>5.993</c:v>
                </c:pt>
                <c:pt idx="4132">
                  <c:v>5.992</c:v>
                </c:pt>
                <c:pt idx="4133">
                  <c:v>5.988</c:v>
                </c:pt>
                <c:pt idx="4134">
                  <c:v>5.976</c:v>
                </c:pt>
                <c:pt idx="4135">
                  <c:v>5.974</c:v>
                </c:pt>
                <c:pt idx="4136">
                  <c:v>5.974</c:v>
                </c:pt>
                <c:pt idx="4137">
                  <c:v>5.97</c:v>
                </c:pt>
                <c:pt idx="4138">
                  <c:v>5.97</c:v>
                </c:pt>
                <c:pt idx="4139">
                  <c:v>5.963</c:v>
                </c:pt>
                <c:pt idx="4140">
                  <c:v>5.937</c:v>
                </c:pt>
                <c:pt idx="4141">
                  <c:v>5.932</c:v>
                </c:pt>
                <c:pt idx="4142">
                  <c:v>5.93</c:v>
                </c:pt>
                <c:pt idx="4143">
                  <c:v>5.928</c:v>
                </c:pt>
                <c:pt idx="4144">
                  <c:v>5.926</c:v>
                </c:pt>
                <c:pt idx="4145">
                  <c:v>5.924</c:v>
                </c:pt>
                <c:pt idx="4146">
                  <c:v>5.921</c:v>
                </c:pt>
                <c:pt idx="4147">
                  <c:v>5.914</c:v>
                </c:pt>
                <c:pt idx="4148">
                  <c:v>5.91</c:v>
                </c:pt>
                <c:pt idx="4149">
                  <c:v>5.909</c:v>
                </c:pt>
                <c:pt idx="4150">
                  <c:v>5.903</c:v>
                </c:pt>
                <c:pt idx="4151">
                  <c:v>5.889</c:v>
                </c:pt>
                <c:pt idx="4152">
                  <c:v>5.875</c:v>
                </c:pt>
                <c:pt idx="4153">
                  <c:v>153.555</c:v>
                </c:pt>
                <c:pt idx="4154">
                  <c:v>137.798</c:v>
                </c:pt>
                <c:pt idx="4155">
                  <c:v>130.033</c:v>
                </c:pt>
                <c:pt idx="4156">
                  <c:v>104.479</c:v>
                </c:pt>
                <c:pt idx="4157">
                  <c:v>99.407</c:v>
                </c:pt>
                <c:pt idx="4158">
                  <c:v>96.35</c:v>
                </c:pt>
                <c:pt idx="4159">
                  <c:v>89.359</c:v>
                </c:pt>
                <c:pt idx="4160">
                  <c:v>86.093</c:v>
                </c:pt>
                <c:pt idx="4161">
                  <c:v>85.789</c:v>
                </c:pt>
                <c:pt idx="4162">
                  <c:v>81.795</c:v>
                </c:pt>
                <c:pt idx="4163">
                  <c:v>78.688</c:v>
                </c:pt>
                <c:pt idx="4164">
                  <c:v>77.719</c:v>
                </c:pt>
                <c:pt idx="4165">
                  <c:v>74.24</c:v>
                </c:pt>
                <c:pt idx="4166">
                  <c:v>72.061</c:v>
                </c:pt>
                <c:pt idx="4167">
                  <c:v>71.919</c:v>
                </c:pt>
                <c:pt idx="4168">
                  <c:v>69.882</c:v>
                </c:pt>
                <c:pt idx="4169">
                  <c:v>68.446</c:v>
                </c:pt>
                <c:pt idx="4170">
                  <c:v>67.677</c:v>
                </c:pt>
                <c:pt idx="4171">
                  <c:v>67.452</c:v>
                </c:pt>
                <c:pt idx="4172">
                  <c:v>66.969</c:v>
                </c:pt>
                <c:pt idx="4173">
                  <c:v>66.133</c:v>
                </c:pt>
                <c:pt idx="4174">
                  <c:v>61.979</c:v>
                </c:pt>
                <c:pt idx="4175">
                  <c:v>61.068</c:v>
                </c:pt>
                <c:pt idx="4176">
                  <c:v>60.628</c:v>
                </c:pt>
                <c:pt idx="4177">
                  <c:v>59.696</c:v>
                </c:pt>
                <c:pt idx="4178">
                  <c:v>57.522</c:v>
                </c:pt>
                <c:pt idx="4179">
                  <c:v>57.446</c:v>
                </c:pt>
                <c:pt idx="4180">
                  <c:v>56.575</c:v>
                </c:pt>
                <c:pt idx="4181">
                  <c:v>55.538</c:v>
                </c:pt>
                <c:pt idx="4182">
                  <c:v>55.031</c:v>
                </c:pt>
                <c:pt idx="4183">
                  <c:v>53.678</c:v>
                </c:pt>
                <c:pt idx="4184">
                  <c:v>53.565</c:v>
                </c:pt>
                <c:pt idx="4185">
                  <c:v>53.537</c:v>
                </c:pt>
                <c:pt idx="4186">
                  <c:v>53.354</c:v>
                </c:pt>
                <c:pt idx="4187">
                  <c:v>51.866</c:v>
                </c:pt>
                <c:pt idx="4188">
                  <c:v>50.304</c:v>
                </c:pt>
                <c:pt idx="4189">
                  <c:v>49.742</c:v>
                </c:pt>
                <c:pt idx="4190">
                  <c:v>49.051</c:v>
                </c:pt>
                <c:pt idx="4191">
                  <c:v>48.927</c:v>
                </c:pt>
                <c:pt idx="4192">
                  <c:v>46.24</c:v>
                </c:pt>
                <c:pt idx="4193">
                  <c:v>44.885</c:v>
                </c:pt>
                <c:pt idx="4194">
                  <c:v>43.459</c:v>
                </c:pt>
                <c:pt idx="4195">
                  <c:v>42.972</c:v>
                </c:pt>
                <c:pt idx="4196">
                  <c:v>42.959</c:v>
                </c:pt>
                <c:pt idx="4197">
                  <c:v>42.707</c:v>
                </c:pt>
                <c:pt idx="4198">
                  <c:v>42.542</c:v>
                </c:pt>
                <c:pt idx="4199">
                  <c:v>42.031</c:v>
                </c:pt>
                <c:pt idx="4200">
                  <c:v>40.706</c:v>
                </c:pt>
                <c:pt idx="4201">
                  <c:v>40.696</c:v>
                </c:pt>
                <c:pt idx="4202">
                  <c:v>40.649</c:v>
                </c:pt>
                <c:pt idx="4203">
                  <c:v>40.532</c:v>
                </c:pt>
                <c:pt idx="4204">
                  <c:v>40.448</c:v>
                </c:pt>
                <c:pt idx="4205">
                  <c:v>39.653</c:v>
                </c:pt>
                <c:pt idx="4206">
                  <c:v>39.063</c:v>
                </c:pt>
                <c:pt idx="4207">
                  <c:v>38.272</c:v>
                </c:pt>
                <c:pt idx="4208">
                  <c:v>37.955</c:v>
                </c:pt>
                <c:pt idx="4209">
                  <c:v>37.617</c:v>
                </c:pt>
                <c:pt idx="4210">
                  <c:v>37.035</c:v>
                </c:pt>
                <c:pt idx="4211">
                  <c:v>36.946</c:v>
                </c:pt>
                <c:pt idx="4212">
                  <c:v>36.473</c:v>
                </c:pt>
                <c:pt idx="4213">
                  <c:v>36.301</c:v>
                </c:pt>
                <c:pt idx="4214">
                  <c:v>35.915</c:v>
                </c:pt>
                <c:pt idx="4215">
                  <c:v>35.782</c:v>
                </c:pt>
                <c:pt idx="4216">
                  <c:v>35.276</c:v>
                </c:pt>
                <c:pt idx="4217">
                  <c:v>35.014</c:v>
                </c:pt>
                <c:pt idx="4218">
                  <c:v>34.299</c:v>
                </c:pt>
                <c:pt idx="4219">
                  <c:v>33.144</c:v>
                </c:pt>
                <c:pt idx="4220">
                  <c:v>33.104</c:v>
                </c:pt>
                <c:pt idx="4221">
                  <c:v>33.073</c:v>
                </c:pt>
                <c:pt idx="4222">
                  <c:v>32.897</c:v>
                </c:pt>
                <c:pt idx="4223">
                  <c:v>32.779</c:v>
                </c:pt>
                <c:pt idx="4224">
                  <c:v>32.75</c:v>
                </c:pt>
                <c:pt idx="4225">
                  <c:v>32.658</c:v>
                </c:pt>
                <c:pt idx="4226">
                  <c:v>31.91</c:v>
                </c:pt>
                <c:pt idx="4227">
                  <c:v>31.901</c:v>
                </c:pt>
                <c:pt idx="4228">
                  <c:v>31.822</c:v>
                </c:pt>
                <c:pt idx="4229">
                  <c:v>31.145</c:v>
                </c:pt>
                <c:pt idx="4230">
                  <c:v>31.113</c:v>
                </c:pt>
                <c:pt idx="4231">
                  <c:v>31.062</c:v>
                </c:pt>
                <c:pt idx="4232">
                  <c:v>30.994</c:v>
                </c:pt>
                <c:pt idx="4233">
                  <c:v>30.573</c:v>
                </c:pt>
                <c:pt idx="4234">
                  <c:v>30.553</c:v>
                </c:pt>
                <c:pt idx="4235">
                  <c:v>30.549</c:v>
                </c:pt>
                <c:pt idx="4236">
                  <c:v>30.117</c:v>
                </c:pt>
                <c:pt idx="4237">
                  <c:v>29.596</c:v>
                </c:pt>
                <c:pt idx="4238">
                  <c:v>29.429</c:v>
                </c:pt>
                <c:pt idx="4239">
                  <c:v>29.089</c:v>
                </c:pt>
                <c:pt idx="4240">
                  <c:v>27.833</c:v>
                </c:pt>
                <c:pt idx="4241">
                  <c:v>27.829</c:v>
                </c:pt>
                <c:pt idx="4242">
                  <c:v>27.786</c:v>
                </c:pt>
                <c:pt idx="4243">
                  <c:v>27.704</c:v>
                </c:pt>
                <c:pt idx="4244">
                  <c:v>27.572</c:v>
                </c:pt>
                <c:pt idx="4245">
                  <c:v>27.36</c:v>
                </c:pt>
                <c:pt idx="4246">
                  <c:v>27.168</c:v>
                </c:pt>
                <c:pt idx="4247">
                  <c:v>27.16</c:v>
                </c:pt>
                <c:pt idx="4248">
                  <c:v>27.086</c:v>
                </c:pt>
                <c:pt idx="4249">
                  <c:v>26.83</c:v>
                </c:pt>
                <c:pt idx="4250">
                  <c:v>26.514</c:v>
                </c:pt>
                <c:pt idx="4251">
                  <c:v>26.379</c:v>
                </c:pt>
                <c:pt idx="4252">
                  <c:v>26.246</c:v>
                </c:pt>
                <c:pt idx="4253">
                  <c:v>25.993</c:v>
                </c:pt>
                <c:pt idx="4254">
                  <c:v>25.799</c:v>
                </c:pt>
                <c:pt idx="4255">
                  <c:v>25.659</c:v>
                </c:pt>
                <c:pt idx="4256">
                  <c:v>25.624</c:v>
                </c:pt>
                <c:pt idx="4257">
                  <c:v>25.585</c:v>
                </c:pt>
                <c:pt idx="4258">
                  <c:v>25.515</c:v>
                </c:pt>
                <c:pt idx="4259">
                  <c:v>25.421</c:v>
                </c:pt>
                <c:pt idx="4260">
                  <c:v>25.223</c:v>
                </c:pt>
                <c:pt idx="4261">
                  <c:v>25.165</c:v>
                </c:pt>
                <c:pt idx="4262">
                  <c:v>24.992</c:v>
                </c:pt>
                <c:pt idx="4263">
                  <c:v>24.989</c:v>
                </c:pt>
                <c:pt idx="4264">
                  <c:v>24.83</c:v>
                </c:pt>
                <c:pt idx="4265">
                  <c:v>24.775</c:v>
                </c:pt>
                <c:pt idx="4266">
                  <c:v>24.7</c:v>
                </c:pt>
                <c:pt idx="4267">
                  <c:v>24.658</c:v>
                </c:pt>
                <c:pt idx="4268">
                  <c:v>24.542</c:v>
                </c:pt>
                <c:pt idx="4269">
                  <c:v>24.423</c:v>
                </c:pt>
                <c:pt idx="4270">
                  <c:v>24.385</c:v>
                </c:pt>
                <c:pt idx="4271">
                  <c:v>24.384</c:v>
                </c:pt>
                <c:pt idx="4272">
                  <c:v>24.122</c:v>
                </c:pt>
                <c:pt idx="4273">
                  <c:v>24.069</c:v>
                </c:pt>
                <c:pt idx="4274">
                  <c:v>23.842</c:v>
                </c:pt>
                <c:pt idx="4275">
                  <c:v>23.599</c:v>
                </c:pt>
                <c:pt idx="4276">
                  <c:v>23.505</c:v>
                </c:pt>
                <c:pt idx="4277">
                  <c:v>23.491</c:v>
                </c:pt>
                <c:pt idx="4278">
                  <c:v>22.639</c:v>
                </c:pt>
                <c:pt idx="4279">
                  <c:v>22.594</c:v>
                </c:pt>
                <c:pt idx="4280">
                  <c:v>22.531</c:v>
                </c:pt>
                <c:pt idx="4281">
                  <c:v>22.4</c:v>
                </c:pt>
                <c:pt idx="4282">
                  <c:v>22.334</c:v>
                </c:pt>
                <c:pt idx="4283">
                  <c:v>22.166</c:v>
                </c:pt>
                <c:pt idx="4284">
                  <c:v>21.964</c:v>
                </c:pt>
                <c:pt idx="4285">
                  <c:v>21.852</c:v>
                </c:pt>
                <c:pt idx="4286">
                  <c:v>21.818</c:v>
                </c:pt>
                <c:pt idx="4287">
                  <c:v>21.619</c:v>
                </c:pt>
                <c:pt idx="4288">
                  <c:v>21.608</c:v>
                </c:pt>
                <c:pt idx="4289">
                  <c:v>21.246</c:v>
                </c:pt>
                <c:pt idx="4290">
                  <c:v>21.171</c:v>
                </c:pt>
                <c:pt idx="4291">
                  <c:v>21.125</c:v>
                </c:pt>
                <c:pt idx="4292">
                  <c:v>21.077</c:v>
                </c:pt>
                <c:pt idx="4293">
                  <c:v>21.027</c:v>
                </c:pt>
                <c:pt idx="4294">
                  <c:v>21.023</c:v>
                </c:pt>
                <c:pt idx="4295">
                  <c:v>20.682</c:v>
                </c:pt>
                <c:pt idx="4296">
                  <c:v>20.574</c:v>
                </c:pt>
                <c:pt idx="4297">
                  <c:v>20.357</c:v>
                </c:pt>
                <c:pt idx="4298">
                  <c:v>20.203</c:v>
                </c:pt>
                <c:pt idx="4299">
                  <c:v>20.176</c:v>
                </c:pt>
                <c:pt idx="4300">
                  <c:v>20.13</c:v>
                </c:pt>
                <c:pt idx="4301">
                  <c:v>20.053</c:v>
                </c:pt>
                <c:pt idx="4302">
                  <c:v>19.807</c:v>
                </c:pt>
                <c:pt idx="4303">
                  <c:v>19.762</c:v>
                </c:pt>
                <c:pt idx="4304">
                  <c:v>19.731</c:v>
                </c:pt>
                <c:pt idx="4305">
                  <c:v>19.704</c:v>
                </c:pt>
                <c:pt idx="4306">
                  <c:v>19.691</c:v>
                </c:pt>
                <c:pt idx="4307">
                  <c:v>19.66</c:v>
                </c:pt>
                <c:pt idx="4308">
                  <c:v>19.586</c:v>
                </c:pt>
                <c:pt idx="4309">
                  <c:v>19.518</c:v>
                </c:pt>
                <c:pt idx="4310">
                  <c:v>19.492</c:v>
                </c:pt>
                <c:pt idx="4311">
                  <c:v>19.439</c:v>
                </c:pt>
                <c:pt idx="4312">
                  <c:v>19.401</c:v>
                </c:pt>
                <c:pt idx="4313">
                  <c:v>19.043</c:v>
                </c:pt>
                <c:pt idx="4314">
                  <c:v>19.001</c:v>
                </c:pt>
                <c:pt idx="4315">
                  <c:v>18.886</c:v>
                </c:pt>
                <c:pt idx="4316">
                  <c:v>18.492</c:v>
                </c:pt>
                <c:pt idx="4317">
                  <c:v>18.447</c:v>
                </c:pt>
                <c:pt idx="4318">
                  <c:v>18.443</c:v>
                </c:pt>
                <c:pt idx="4319">
                  <c:v>18.265</c:v>
                </c:pt>
                <c:pt idx="4320">
                  <c:v>18.257</c:v>
                </c:pt>
                <c:pt idx="4321">
                  <c:v>18.253</c:v>
                </c:pt>
                <c:pt idx="4322">
                  <c:v>18.219</c:v>
                </c:pt>
                <c:pt idx="4323">
                  <c:v>17.957</c:v>
                </c:pt>
                <c:pt idx="4324">
                  <c:v>17.911</c:v>
                </c:pt>
                <c:pt idx="4325">
                  <c:v>17.895</c:v>
                </c:pt>
                <c:pt idx="4326">
                  <c:v>17.793</c:v>
                </c:pt>
                <c:pt idx="4327">
                  <c:v>17.766</c:v>
                </c:pt>
                <c:pt idx="4328">
                  <c:v>17.726</c:v>
                </c:pt>
                <c:pt idx="4329">
                  <c:v>17.724</c:v>
                </c:pt>
                <c:pt idx="4330">
                  <c:v>17.683</c:v>
                </c:pt>
                <c:pt idx="4331">
                  <c:v>17.681</c:v>
                </c:pt>
                <c:pt idx="4332">
                  <c:v>17.651</c:v>
                </c:pt>
                <c:pt idx="4333">
                  <c:v>17.576</c:v>
                </c:pt>
                <c:pt idx="4334">
                  <c:v>17.575</c:v>
                </c:pt>
                <c:pt idx="4335">
                  <c:v>17.514</c:v>
                </c:pt>
                <c:pt idx="4336">
                  <c:v>17.251</c:v>
                </c:pt>
                <c:pt idx="4337">
                  <c:v>17.076</c:v>
                </c:pt>
                <c:pt idx="4338">
                  <c:v>17.008</c:v>
                </c:pt>
                <c:pt idx="4339">
                  <c:v>16.918</c:v>
                </c:pt>
                <c:pt idx="4340">
                  <c:v>16.898</c:v>
                </c:pt>
                <c:pt idx="4341">
                  <c:v>16.85</c:v>
                </c:pt>
                <c:pt idx="4342">
                  <c:v>16.804</c:v>
                </c:pt>
                <c:pt idx="4343">
                  <c:v>16.726</c:v>
                </c:pt>
                <c:pt idx="4344">
                  <c:v>16.721</c:v>
                </c:pt>
                <c:pt idx="4345">
                  <c:v>16.612</c:v>
                </c:pt>
                <c:pt idx="4346">
                  <c:v>16.569</c:v>
                </c:pt>
                <c:pt idx="4347">
                  <c:v>16.532</c:v>
                </c:pt>
                <c:pt idx="4348">
                  <c:v>16.532</c:v>
                </c:pt>
                <c:pt idx="4349">
                  <c:v>16.444</c:v>
                </c:pt>
                <c:pt idx="4350">
                  <c:v>16.435</c:v>
                </c:pt>
                <c:pt idx="4351">
                  <c:v>16.39</c:v>
                </c:pt>
                <c:pt idx="4352">
                  <c:v>16.312</c:v>
                </c:pt>
                <c:pt idx="4353">
                  <c:v>16.212</c:v>
                </c:pt>
                <c:pt idx="4354">
                  <c:v>16.198</c:v>
                </c:pt>
                <c:pt idx="4355">
                  <c:v>16.166</c:v>
                </c:pt>
                <c:pt idx="4356">
                  <c:v>16.111</c:v>
                </c:pt>
                <c:pt idx="4357">
                  <c:v>16.03</c:v>
                </c:pt>
                <c:pt idx="4358">
                  <c:v>15.858</c:v>
                </c:pt>
                <c:pt idx="4359">
                  <c:v>15.847</c:v>
                </c:pt>
                <c:pt idx="4360">
                  <c:v>15.78</c:v>
                </c:pt>
                <c:pt idx="4361">
                  <c:v>15.77</c:v>
                </c:pt>
                <c:pt idx="4362">
                  <c:v>15.684</c:v>
                </c:pt>
                <c:pt idx="4363">
                  <c:v>15.674</c:v>
                </c:pt>
                <c:pt idx="4364">
                  <c:v>15.567</c:v>
                </c:pt>
                <c:pt idx="4365">
                  <c:v>15.49</c:v>
                </c:pt>
                <c:pt idx="4366">
                  <c:v>15.475</c:v>
                </c:pt>
                <c:pt idx="4367">
                  <c:v>15.473</c:v>
                </c:pt>
                <c:pt idx="4368">
                  <c:v>15.251</c:v>
                </c:pt>
                <c:pt idx="4369">
                  <c:v>15.237</c:v>
                </c:pt>
                <c:pt idx="4370">
                  <c:v>15.208</c:v>
                </c:pt>
                <c:pt idx="4371">
                  <c:v>15.207</c:v>
                </c:pt>
                <c:pt idx="4372">
                  <c:v>15.202</c:v>
                </c:pt>
                <c:pt idx="4373">
                  <c:v>15.159</c:v>
                </c:pt>
                <c:pt idx="4374">
                  <c:v>15.115</c:v>
                </c:pt>
                <c:pt idx="4375">
                  <c:v>15.09</c:v>
                </c:pt>
                <c:pt idx="4376">
                  <c:v>15.075</c:v>
                </c:pt>
                <c:pt idx="4377">
                  <c:v>15.061</c:v>
                </c:pt>
                <c:pt idx="4378">
                  <c:v>15.018</c:v>
                </c:pt>
                <c:pt idx="4379">
                  <c:v>14.981</c:v>
                </c:pt>
                <c:pt idx="4380">
                  <c:v>14.981</c:v>
                </c:pt>
                <c:pt idx="4381">
                  <c:v>14.938</c:v>
                </c:pt>
                <c:pt idx="4382">
                  <c:v>14.912</c:v>
                </c:pt>
                <c:pt idx="4383">
                  <c:v>14.824</c:v>
                </c:pt>
                <c:pt idx="4384">
                  <c:v>14.722</c:v>
                </c:pt>
                <c:pt idx="4385">
                  <c:v>14.651</c:v>
                </c:pt>
                <c:pt idx="4386">
                  <c:v>14.641</c:v>
                </c:pt>
                <c:pt idx="4387">
                  <c:v>14.609</c:v>
                </c:pt>
                <c:pt idx="4388">
                  <c:v>14.606</c:v>
                </c:pt>
                <c:pt idx="4389">
                  <c:v>14.554</c:v>
                </c:pt>
                <c:pt idx="4390">
                  <c:v>14.485</c:v>
                </c:pt>
                <c:pt idx="4391">
                  <c:v>14.483</c:v>
                </c:pt>
                <c:pt idx="4392">
                  <c:v>14.466</c:v>
                </c:pt>
                <c:pt idx="4393">
                  <c:v>14.44</c:v>
                </c:pt>
                <c:pt idx="4394">
                  <c:v>14.433</c:v>
                </c:pt>
                <c:pt idx="4395">
                  <c:v>14.423</c:v>
                </c:pt>
                <c:pt idx="4396">
                  <c:v>14.421</c:v>
                </c:pt>
                <c:pt idx="4397">
                  <c:v>14.345</c:v>
                </c:pt>
                <c:pt idx="4398">
                  <c:v>14.316</c:v>
                </c:pt>
                <c:pt idx="4399">
                  <c:v>14.263</c:v>
                </c:pt>
                <c:pt idx="4400">
                  <c:v>14.26</c:v>
                </c:pt>
                <c:pt idx="4401">
                  <c:v>14.19</c:v>
                </c:pt>
                <c:pt idx="4402">
                  <c:v>14.186</c:v>
                </c:pt>
                <c:pt idx="4403">
                  <c:v>14.174</c:v>
                </c:pt>
                <c:pt idx="4404">
                  <c:v>14.173</c:v>
                </c:pt>
                <c:pt idx="4405">
                  <c:v>14.171</c:v>
                </c:pt>
                <c:pt idx="4406">
                  <c:v>14.15</c:v>
                </c:pt>
                <c:pt idx="4407">
                  <c:v>14.14</c:v>
                </c:pt>
                <c:pt idx="4408">
                  <c:v>14.128</c:v>
                </c:pt>
                <c:pt idx="4409">
                  <c:v>14.069</c:v>
                </c:pt>
                <c:pt idx="4410">
                  <c:v>14.054</c:v>
                </c:pt>
                <c:pt idx="4411">
                  <c:v>14.04</c:v>
                </c:pt>
                <c:pt idx="4412">
                  <c:v>13.985</c:v>
                </c:pt>
                <c:pt idx="4413">
                  <c:v>13.925</c:v>
                </c:pt>
                <c:pt idx="4414">
                  <c:v>13.919</c:v>
                </c:pt>
                <c:pt idx="4415">
                  <c:v>13.835</c:v>
                </c:pt>
                <c:pt idx="4416">
                  <c:v>13.789</c:v>
                </c:pt>
                <c:pt idx="4417">
                  <c:v>13.771</c:v>
                </c:pt>
                <c:pt idx="4418">
                  <c:v>13.771</c:v>
                </c:pt>
                <c:pt idx="4419">
                  <c:v>13.669</c:v>
                </c:pt>
                <c:pt idx="4420">
                  <c:v>13.637</c:v>
                </c:pt>
                <c:pt idx="4421">
                  <c:v>13.598</c:v>
                </c:pt>
                <c:pt idx="4422">
                  <c:v>13.589</c:v>
                </c:pt>
                <c:pt idx="4423">
                  <c:v>13.531</c:v>
                </c:pt>
                <c:pt idx="4424">
                  <c:v>13.429</c:v>
                </c:pt>
                <c:pt idx="4425">
                  <c:v>13.418</c:v>
                </c:pt>
                <c:pt idx="4426">
                  <c:v>13.416</c:v>
                </c:pt>
                <c:pt idx="4427">
                  <c:v>13.409</c:v>
                </c:pt>
                <c:pt idx="4428">
                  <c:v>13.386</c:v>
                </c:pt>
                <c:pt idx="4429">
                  <c:v>13.367</c:v>
                </c:pt>
                <c:pt idx="4430">
                  <c:v>13.355</c:v>
                </c:pt>
                <c:pt idx="4431">
                  <c:v>13.332</c:v>
                </c:pt>
                <c:pt idx="4432">
                  <c:v>13.33</c:v>
                </c:pt>
                <c:pt idx="4433">
                  <c:v>13.295</c:v>
                </c:pt>
                <c:pt idx="4434">
                  <c:v>13.258</c:v>
                </c:pt>
                <c:pt idx="4435">
                  <c:v>13.227</c:v>
                </c:pt>
                <c:pt idx="4436">
                  <c:v>13.225</c:v>
                </c:pt>
                <c:pt idx="4437">
                  <c:v>13.213</c:v>
                </c:pt>
                <c:pt idx="4438">
                  <c:v>13.084</c:v>
                </c:pt>
                <c:pt idx="4439">
                  <c:v>13.043</c:v>
                </c:pt>
                <c:pt idx="4440">
                  <c:v>13.035</c:v>
                </c:pt>
                <c:pt idx="4441">
                  <c:v>13.017</c:v>
                </c:pt>
                <c:pt idx="4442">
                  <c:v>12.989</c:v>
                </c:pt>
                <c:pt idx="4443">
                  <c:v>12.947</c:v>
                </c:pt>
                <c:pt idx="4444">
                  <c:v>12.924</c:v>
                </c:pt>
                <c:pt idx="4445">
                  <c:v>12.911</c:v>
                </c:pt>
                <c:pt idx="4446">
                  <c:v>12.821</c:v>
                </c:pt>
                <c:pt idx="4447">
                  <c:v>12.798</c:v>
                </c:pt>
                <c:pt idx="4448">
                  <c:v>12.716</c:v>
                </c:pt>
                <c:pt idx="4449">
                  <c:v>12.702</c:v>
                </c:pt>
                <c:pt idx="4450">
                  <c:v>12.611</c:v>
                </c:pt>
                <c:pt idx="4451">
                  <c:v>12.588</c:v>
                </c:pt>
                <c:pt idx="4452">
                  <c:v>12.571</c:v>
                </c:pt>
                <c:pt idx="4453">
                  <c:v>12.556</c:v>
                </c:pt>
                <c:pt idx="4454">
                  <c:v>12.535</c:v>
                </c:pt>
                <c:pt idx="4455">
                  <c:v>12.529</c:v>
                </c:pt>
                <c:pt idx="4456">
                  <c:v>12.496</c:v>
                </c:pt>
                <c:pt idx="4457">
                  <c:v>12.471</c:v>
                </c:pt>
                <c:pt idx="4458">
                  <c:v>12.462</c:v>
                </c:pt>
                <c:pt idx="4459">
                  <c:v>12.461</c:v>
                </c:pt>
                <c:pt idx="4460">
                  <c:v>12.439</c:v>
                </c:pt>
                <c:pt idx="4461">
                  <c:v>12.437</c:v>
                </c:pt>
                <c:pt idx="4462">
                  <c:v>12.425</c:v>
                </c:pt>
                <c:pt idx="4463">
                  <c:v>12.424</c:v>
                </c:pt>
                <c:pt idx="4464">
                  <c:v>12.376</c:v>
                </c:pt>
                <c:pt idx="4465">
                  <c:v>12.349</c:v>
                </c:pt>
                <c:pt idx="4466">
                  <c:v>12.334</c:v>
                </c:pt>
                <c:pt idx="4467">
                  <c:v>12.331</c:v>
                </c:pt>
                <c:pt idx="4468">
                  <c:v>12.295</c:v>
                </c:pt>
                <c:pt idx="4469">
                  <c:v>12.257</c:v>
                </c:pt>
                <c:pt idx="4470">
                  <c:v>12.189</c:v>
                </c:pt>
                <c:pt idx="4471">
                  <c:v>12.176</c:v>
                </c:pt>
                <c:pt idx="4472">
                  <c:v>12.171</c:v>
                </c:pt>
                <c:pt idx="4473">
                  <c:v>12.108</c:v>
                </c:pt>
                <c:pt idx="4474">
                  <c:v>12.091</c:v>
                </c:pt>
                <c:pt idx="4475">
                  <c:v>12.068</c:v>
                </c:pt>
                <c:pt idx="4476">
                  <c:v>12.065</c:v>
                </c:pt>
                <c:pt idx="4477">
                  <c:v>12.014</c:v>
                </c:pt>
                <c:pt idx="4478">
                  <c:v>12.013</c:v>
                </c:pt>
                <c:pt idx="4479">
                  <c:v>11.968</c:v>
                </c:pt>
                <c:pt idx="4480">
                  <c:v>11.954</c:v>
                </c:pt>
                <c:pt idx="4481">
                  <c:v>11.917</c:v>
                </c:pt>
                <c:pt idx="4482">
                  <c:v>11.899</c:v>
                </c:pt>
                <c:pt idx="4483">
                  <c:v>11.882</c:v>
                </c:pt>
                <c:pt idx="4484">
                  <c:v>11.873</c:v>
                </c:pt>
                <c:pt idx="4485">
                  <c:v>11.86</c:v>
                </c:pt>
                <c:pt idx="4486">
                  <c:v>11.857</c:v>
                </c:pt>
                <c:pt idx="4487">
                  <c:v>11.848</c:v>
                </c:pt>
                <c:pt idx="4488">
                  <c:v>11.811</c:v>
                </c:pt>
                <c:pt idx="4489">
                  <c:v>11.794</c:v>
                </c:pt>
                <c:pt idx="4490">
                  <c:v>11.696</c:v>
                </c:pt>
                <c:pt idx="4491">
                  <c:v>11.653</c:v>
                </c:pt>
                <c:pt idx="4492">
                  <c:v>11.653</c:v>
                </c:pt>
                <c:pt idx="4493">
                  <c:v>11.63</c:v>
                </c:pt>
                <c:pt idx="4494">
                  <c:v>11.622</c:v>
                </c:pt>
                <c:pt idx="4495">
                  <c:v>11.588</c:v>
                </c:pt>
                <c:pt idx="4496">
                  <c:v>11.566</c:v>
                </c:pt>
                <c:pt idx="4497">
                  <c:v>11.55</c:v>
                </c:pt>
                <c:pt idx="4498">
                  <c:v>11.544</c:v>
                </c:pt>
                <c:pt idx="4499">
                  <c:v>11.512</c:v>
                </c:pt>
                <c:pt idx="4500">
                  <c:v>11.511</c:v>
                </c:pt>
                <c:pt idx="4501">
                  <c:v>11.475</c:v>
                </c:pt>
                <c:pt idx="4502">
                  <c:v>11.465</c:v>
                </c:pt>
                <c:pt idx="4503">
                  <c:v>11.439</c:v>
                </c:pt>
                <c:pt idx="4504">
                  <c:v>11.403</c:v>
                </c:pt>
                <c:pt idx="4505">
                  <c:v>11.38</c:v>
                </c:pt>
                <c:pt idx="4506">
                  <c:v>11.357</c:v>
                </c:pt>
                <c:pt idx="4507">
                  <c:v>11.34</c:v>
                </c:pt>
                <c:pt idx="4508">
                  <c:v>11.206</c:v>
                </c:pt>
                <c:pt idx="4509">
                  <c:v>11.191</c:v>
                </c:pt>
                <c:pt idx="4510">
                  <c:v>11.142</c:v>
                </c:pt>
                <c:pt idx="4511">
                  <c:v>11.133</c:v>
                </c:pt>
                <c:pt idx="4512">
                  <c:v>11.132</c:v>
                </c:pt>
                <c:pt idx="4513">
                  <c:v>11.13</c:v>
                </c:pt>
                <c:pt idx="4514">
                  <c:v>11.108</c:v>
                </c:pt>
                <c:pt idx="4515">
                  <c:v>11.101</c:v>
                </c:pt>
                <c:pt idx="4516">
                  <c:v>11.089</c:v>
                </c:pt>
                <c:pt idx="4517">
                  <c:v>11.085</c:v>
                </c:pt>
                <c:pt idx="4518">
                  <c:v>11.075</c:v>
                </c:pt>
                <c:pt idx="4519">
                  <c:v>11.035</c:v>
                </c:pt>
                <c:pt idx="4520">
                  <c:v>11.029</c:v>
                </c:pt>
                <c:pt idx="4521">
                  <c:v>11.024</c:v>
                </c:pt>
                <c:pt idx="4522">
                  <c:v>10.993</c:v>
                </c:pt>
                <c:pt idx="4523">
                  <c:v>10.959</c:v>
                </c:pt>
                <c:pt idx="4524">
                  <c:v>10.945</c:v>
                </c:pt>
                <c:pt idx="4525">
                  <c:v>10.936</c:v>
                </c:pt>
                <c:pt idx="4526">
                  <c:v>10.935</c:v>
                </c:pt>
                <c:pt idx="4527">
                  <c:v>10.91</c:v>
                </c:pt>
                <c:pt idx="4528">
                  <c:v>10.889</c:v>
                </c:pt>
                <c:pt idx="4529">
                  <c:v>10.881</c:v>
                </c:pt>
                <c:pt idx="4530">
                  <c:v>10.878</c:v>
                </c:pt>
                <c:pt idx="4531">
                  <c:v>10.817</c:v>
                </c:pt>
                <c:pt idx="4532">
                  <c:v>10.77</c:v>
                </c:pt>
                <c:pt idx="4533">
                  <c:v>10.764</c:v>
                </c:pt>
                <c:pt idx="4534">
                  <c:v>10.727</c:v>
                </c:pt>
                <c:pt idx="4535">
                  <c:v>10.712</c:v>
                </c:pt>
                <c:pt idx="4536">
                  <c:v>10.706</c:v>
                </c:pt>
                <c:pt idx="4537">
                  <c:v>10.626</c:v>
                </c:pt>
                <c:pt idx="4538">
                  <c:v>10.606</c:v>
                </c:pt>
                <c:pt idx="4539">
                  <c:v>10.606</c:v>
                </c:pt>
                <c:pt idx="4540">
                  <c:v>10.592</c:v>
                </c:pt>
                <c:pt idx="4541">
                  <c:v>10.57</c:v>
                </c:pt>
                <c:pt idx="4542">
                  <c:v>10.53</c:v>
                </c:pt>
                <c:pt idx="4543">
                  <c:v>10.514</c:v>
                </c:pt>
                <c:pt idx="4544">
                  <c:v>10.504</c:v>
                </c:pt>
                <c:pt idx="4545">
                  <c:v>10.488</c:v>
                </c:pt>
                <c:pt idx="4546">
                  <c:v>10.484</c:v>
                </c:pt>
                <c:pt idx="4547">
                  <c:v>10.451</c:v>
                </c:pt>
                <c:pt idx="4548">
                  <c:v>10.416</c:v>
                </c:pt>
                <c:pt idx="4549">
                  <c:v>10.395</c:v>
                </c:pt>
                <c:pt idx="4550">
                  <c:v>10.389</c:v>
                </c:pt>
                <c:pt idx="4551">
                  <c:v>10.386</c:v>
                </c:pt>
                <c:pt idx="4552">
                  <c:v>10.35</c:v>
                </c:pt>
                <c:pt idx="4553">
                  <c:v>10.323</c:v>
                </c:pt>
                <c:pt idx="4554">
                  <c:v>10.308</c:v>
                </c:pt>
                <c:pt idx="4555">
                  <c:v>10.279</c:v>
                </c:pt>
                <c:pt idx="4556">
                  <c:v>10.268</c:v>
                </c:pt>
                <c:pt idx="4557">
                  <c:v>10.265</c:v>
                </c:pt>
                <c:pt idx="4558">
                  <c:v>10.261</c:v>
                </c:pt>
                <c:pt idx="4559">
                  <c:v>10.247</c:v>
                </c:pt>
                <c:pt idx="4560">
                  <c:v>10.217</c:v>
                </c:pt>
                <c:pt idx="4561">
                  <c:v>10.217</c:v>
                </c:pt>
                <c:pt idx="4562">
                  <c:v>10.216</c:v>
                </c:pt>
                <c:pt idx="4563">
                  <c:v>10.216</c:v>
                </c:pt>
                <c:pt idx="4564">
                  <c:v>10.206</c:v>
                </c:pt>
                <c:pt idx="4565">
                  <c:v>10.197</c:v>
                </c:pt>
                <c:pt idx="4566">
                  <c:v>10.182</c:v>
                </c:pt>
                <c:pt idx="4567">
                  <c:v>10.171</c:v>
                </c:pt>
                <c:pt idx="4568">
                  <c:v>10.164</c:v>
                </c:pt>
                <c:pt idx="4569">
                  <c:v>10.157</c:v>
                </c:pt>
                <c:pt idx="4570">
                  <c:v>10.139</c:v>
                </c:pt>
                <c:pt idx="4571">
                  <c:v>10.126</c:v>
                </c:pt>
                <c:pt idx="4572">
                  <c:v>10.124</c:v>
                </c:pt>
                <c:pt idx="4573">
                  <c:v>10.091</c:v>
                </c:pt>
                <c:pt idx="4574">
                  <c:v>10.083</c:v>
                </c:pt>
                <c:pt idx="4575">
                  <c:v>10.025</c:v>
                </c:pt>
                <c:pt idx="4576">
                  <c:v>10.024</c:v>
                </c:pt>
                <c:pt idx="4577">
                  <c:v>10.011</c:v>
                </c:pt>
                <c:pt idx="4578">
                  <c:v>10.005</c:v>
                </c:pt>
                <c:pt idx="4579">
                  <c:v>9.988</c:v>
                </c:pt>
                <c:pt idx="4580">
                  <c:v>9.985</c:v>
                </c:pt>
                <c:pt idx="4581">
                  <c:v>9.981</c:v>
                </c:pt>
                <c:pt idx="4582">
                  <c:v>9.933</c:v>
                </c:pt>
                <c:pt idx="4583">
                  <c:v>9.924</c:v>
                </c:pt>
                <c:pt idx="4584">
                  <c:v>9.915</c:v>
                </c:pt>
                <c:pt idx="4585">
                  <c:v>9.911</c:v>
                </c:pt>
                <c:pt idx="4586">
                  <c:v>9.891</c:v>
                </c:pt>
                <c:pt idx="4587">
                  <c:v>9.89</c:v>
                </c:pt>
                <c:pt idx="4588">
                  <c:v>9.878</c:v>
                </c:pt>
                <c:pt idx="4589">
                  <c:v>9.866</c:v>
                </c:pt>
                <c:pt idx="4590">
                  <c:v>9.85</c:v>
                </c:pt>
                <c:pt idx="4591">
                  <c:v>9.844</c:v>
                </c:pt>
                <c:pt idx="4592">
                  <c:v>9.814</c:v>
                </c:pt>
                <c:pt idx="4593">
                  <c:v>9.804</c:v>
                </c:pt>
                <c:pt idx="4594">
                  <c:v>9.785</c:v>
                </c:pt>
                <c:pt idx="4595">
                  <c:v>9.783</c:v>
                </c:pt>
                <c:pt idx="4596">
                  <c:v>9.77</c:v>
                </c:pt>
                <c:pt idx="4597">
                  <c:v>9.763</c:v>
                </c:pt>
                <c:pt idx="4598">
                  <c:v>9.747</c:v>
                </c:pt>
                <c:pt idx="4599">
                  <c:v>9.728</c:v>
                </c:pt>
                <c:pt idx="4600">
                  <c:v>9.727</c:v>
                </c:pt>
                <c:pt idx="4601">
                  <c:v>9.697</c:v>
                </c:pt>
                <c:pt idx="4602">
                  <c:v>9.692</c:v>
                </c:pt>
                <c:pt idx="4603">
                  <c:v>9.675</c:v>
                </c:pt>
                <c:pt idx="4604">
                  <c:v>9.664</c:v>
                </c:pt>
                <c:pt idx="4605">
                  <c:v>9.653</c:v>
                </c:pt>
                <c:pt idx="4606">
                  <c:v>9.652</c:v>
                </c:pt>
                <c:pt idx="4607">
                  <c:v>9.651</c:v>
                </c:pt>
                <c:pt idx="4608">
                  <c:v>9.645</c:v>
                </c:pt>
                <c:pt idx="4609">
                  <c:v>9.641</c:v>
                </c:pt>
                <c:pt idx="4610">
                  <c:v>9.639</c:v>
                </c:pt>
                <c:pt idx="4611">
                  <c:v>9.627</c:v>
                </c:pt>
                <c:pt idx="4612">
                  <c:v>9.62</c:v>
                </c:pt>
                <c:pt idx="4613">
                  <c:v>9.611</c:v>
                </c:pt>
                <c:pt idx="4614">
                  <c:v>9.608</c:v>
                </c:pt>
                <c:pt idx="4615">
                  <c:v>9.594</c:v>
                </c:pt>
                <c:pt idx="4616">
                  <c:v>9.59</c:v>
                </c:pt>
                <c:pt idx="4617">
                  <c:v>9.581</c:v>
                </c:pt>
                <c:pt idx="4618">
                  <c:v>9.574</c:v>
                </c:pt>
                <c:pt idx="4619">
                  <c:v>9.571</c:v>
                </c:pt>
                <c:pt idx="4620">
                  <c:v>9.566</c:v>
                </c:pt>
                <c:pt idx="4621">
                  <c:v>9.552</c:v>
                </c:pt>
                <c:pt idx="4622">
                  <c:v>9.522</c:v>
                </c:pt>
                <c:pt idx="4623">
                  <c:v>9.499</c:v>
                </c:pt>
                <c:pt idx="4624">
                  <c:v>9.484</c:v>
                </c:pt>
                <c:pt idx="4625">
                  <c:v>9.463</c:v>
                </c:pt>
                <c:pt idx="4626">
                  <c:v>9.449</c:v>
                </c:pt>
                <c:pt idx="4627">
                  <c:v>9.449</c:v>
                </c:pt>
                <c:pt idx="4628">
                  <c:v>9.428</c:v>
                </c:pt>
                <c:pt idx="4629">
                  <c:v>9.422</c:v>
                </c:pt>
                <c:pt idx="4630">
                  <c:v>9.417</c:v>
                </c:pt>
                <c:pt idx="4631">
                  <c:v>9.415</c:v>
                </c:pt>
                <c:pt idx="4632">
                  <c:v>9.409</c:v>
                </c:pt>
                <c:pt idx="4633">
                  <c:v>9.36</c:v>
                </c:pt>
                <c:pt idx="4634">
                  <c:v>9.352</c:v>
                </c:pt>
                <c:pt idx="4635">
                  <c:v>9.346</c:v>
                </c:pt>
                <c:pt idx="4636">
                  <c:v>9.341</c:v>
                </c:pt>
                <c:pt idx="4637">
                  <c:v>9.324</c:v>
                </c:pt>
                <c:pt idx="4638">
                  <c:v>9.31</c:v>
                </c:pt>
                <c:pt idx="4639">
                  <c:v>9.285</c:v>
                </c:pt>
                <c:pt idx="4640">
                  <c:v>9.276</c:v>
                </c:pt>
                <c:pt idx="4641">
                  <c:v>9.274</c:v>
                </c:pt>
                <c:pt idx="4642">
                  <c:v>9.267</c:v>
                </c:pt>
                <c:pt idx="4643">
                  <c:v>9.231</c:v>
                </c:pt>
                <c:pt idx="4644">
                  <c:v>9.225</c:v>
                </c:pt>
                <c:pt idx="4645">
                  <c:v>9.22</c:v>
                </c:pt>
                <c:pt idx="4646">
                  <c:v>9.199</c:v>
                </c:pt>
                <c:pt idx="4647">
                  <c:v>9.183</c:v>
                </c:pt>
                <c:pt idx="4648">
                  <c:v>9.171</c:v>
                </c:pt>
                <c:pt idx="4649">
                  <c:v>9.169</c:v>
                </c:pt>
                <c:pt idx="4650">
                  <c:v>9.168</c:v>
                </c:pt>
                <c:pt idx="4651">
                  <c:v>9.156</c:v>
                </c:pt>
                <c:pt idx="4652">
                  <c:v>9.154</c:v>
                </c:pt>
                <c:pt idx="4653">
                  <c:v>9.129</c:v>
                </c:pt>
                <c:pt idx="4654">
                  <c:v>9.125</c:v>
                </c:pt>
                <c:pt idx="4655">
                  <c:v>9.125</c:v>
                </c:pt>
                <c:pt idx="4656">
                  <c:v>9.105</c:v>
                </c:pt>
                <c:pt idx="4657">
                  <c:v>9.096</c:v>
                </c:pt>
                <c:pt idx="4658">
                  <c:v>9.096</c:v>
                </c:pt>
                <c:pt idx="4659">
                  <c:v>9.081</c:v>
                </c:pt>
                <c:pt idx="4660">
                  <c:v>9.045</c:v>
                </c:pt>
                <c:pt idx="4661">
                  <c:v>9.042</c:v>
                </c:pt>
                <c:pt idx="4662">
                  <c:v>9.031</c:v>
                </c:pt>
                <c:pt idx="4663">
                  <c:v>9.029</c:v>
                </c:pt>
                <c:pt idx="4664">
                  <c:v>9.026</c:v>
                </c:pt>
                <c:pt idx="4665">
                  <c:v>9.019</c:v>
                </c:pt>
                <c:pt idx="4666">
                  <c:v>9.016</c:v>
                </c:pt>
                <c:pt idx="4667">
                  <c:v>8.991</c:v>
                </c:pt>
                <c:pt idx="4668">
                  <c:v>8.99</c:v>
                </c:pt>
                <c:pt idx="4669">
                  <c:v>8.984</c:v>
                </c:pt>
                <c:pt idx="4670">
                  <c:v>8.98</c:v>
                </c:pt>
                <c:pt idx="4671">
                  <c:v>8.979</c:v>
                </c:pt>
                <c:pt idx="4672">
                  <c:v>8.948</c:v>
                </c:pt>
                <c:pt idx="4673">
                  <c:v>8.934</c:v>
                </c:pt>
                <c:pt idx="4674">
                  <c:v>8.932</c:v>
                </c:pt>
                <c:pt idx="4675">
                  <c:v>8.929</c:v>
                </c:pt>
                <c:pt idx="4676">
                  <c:v>8.925</c:v>
                </c:pt>
                <c:pt idx="4677">
                  <c:v>8.901</c:v>
                </c:pt>
                <c:pt idx="4678">
                  <c:v>8.895</c:v>
                </c:pt>
                <c:pt idx="4679">
                  <c:v>8.887</c:v>
                </c:pt>
                <c:pt idx="4680">
                  <c:v>8.887</c:v>
                </c:pt>
                <c:pt idx="4681">
                  <c:v>8.872</c:v>
                </c:pt>
                <c:pt idx="4682">
                  <c:v>8.867</c:v>
                </c:pt>
                <c:pt idx="4683">
                  <c:v>8.849</c:v>
                </c:pt>
                <c:pt idx="4684">
                  <c:v>8.848</c:v>
                </c:pt>
                <c:pt idx="4685">
                  <c:v>8.841</c:v>
                </c:pt>
                <c:pt idx="4686">
                  <c:v>8.839</c:v>
                </c:pt>
                <c:pt idx="4687">
                  <c:v>8.833</c:v>
                </c:pt>
                <c:pt idx="4688">
                  <c:v>8.832</c:v>
                </c:pt>
                <c:pt idx="4689">
                  <c:v>8.825</c:v>
                </c:pt>
                <c:pt idx="4690">
                  <c:v>8.821</c:v>
                </c:pt>
                <c:pt idx="4691">
                  <c:v>8.818</c:v>
                </c:pt>
                <c:pt idx="4692">
                  <c:v>8.801</c:v>
                </c:pt>
                <c:pt idx="4693">
                  <c:v>8.798</c:v>
                </c:pt>
                <c:pt idx="4694">
                  <c:v>8.769</c:v>
                </c:pt>
                <c:pt idx="4695">
                  <c:v>8.765</c:v>
                </c:pt>
                <c:pt idx="4696">
                  <c:v>8.746</c:v>
                </c:pt>
                <c:pt idx="4697">
                  <c:v>8.732</c:v>
                </c:pt>
                <c:pt idx="4698">
                  <c:v>8.695</c:v>
                </c:pt>
                <c:pt idx="4699">
                  <c:v>8.668</c:v>
                </c:pt>
                <c:pt idx="4700">
                  <c:v>8.667</c:v>
                </c:pt>
                <c:pt idx="4701">
                  <c:v>8.667</c:v>
                </c:pt>
                <c:pt idx="4702">
                  <c:v>8.665</c:v>
                </c:pt>
                <c:pt idx="4703">
                  <c:v>8.665</c:v>
                </c:pt>
                <c:pt idx="4704">
                  <c:v>8.662</c:v>
                </c:pt>
                <c:pt idx="4705">
                  <c:v>8.64</c:v>
                </c:pt>
                <c:pt idx="4706">
                  <c:v>8.634</c:v>
                </c:pt>
                <c:pt idx="4707">
                  <c:v>8.626</c:v>
                </c:pt>
                <c:pt idx="4708">
                  <c:v>8.613</c:v>
                </c:pt>
                <c:pt idx="4709">
                  <c:v>8.609</c:v>
                </c:pt>
                <c:pt idx="4710">
                  <c:v>8.604</c:v>
                </c:pt>
                <c:pt idx="4711">
                  <c:v>8.588</c:v>
                </c:pt>
                <c:pt idx="4712">
                  <c:v>8.588</c:v>
                </c:pt>
                <c:pt idx="4713">
                  <c:v>8.562</c:v>
                </c:pt>
                <c:pt idx="4714">
                  <c:v>8.539</c:v>
                </c:pt>
                <c:pt idx="4715">
                  <c:v>8.536</c:v>
                </c:pt>
                <c:pt idx="4716">
                  <c:v>8.519</c:v>
                </c:pt>
                <c:pt idx="4717">
                  <c:v>8.518</c:v>
                </c:pt>
                <c:pt idx="4718">
                  <c:v>8.516</c:v>
                </c:pt>
                <c:pt idx="4719">
                  <c:v>8.496</c:v>
                </c:pt>
                <c:pt idx="4720">
                  <c:v>8.48</c:v>
                </c:pt>
                <c:pt idx="4721">
                  <c:v>8.475</c:v>
                </c:pt>
                <c:pt idx="4722">
                  <c:v>8.467</c:v>
                </c:pt>
                <c:pt idx="4723">
                  <c:v>8.464</c:v>
                </c:pt>
                <c:pt idx="4724">
                  <c:v>8.46</c:v>
                </c:pt>
                <c:pt idx="4725">
                  <c:v>8.453</c:v>
                </c:pt>
                <c:pt idx="4726">
                  <c:v>8.45</c:v>
                </c:pt>
                <c:pt idx="4727">
                  <c:v>8.441</c:v>
                </c:pt>
                <c:pt idx="4728">
                  <c:v>8.439</c:v>
                </c:pt>
                <c:pt idx="4729">
                  <c:v>8.436</c:v>
                </c:pt>
                <c:pt idx="4730">
                  <c:v>8.42</c:v>
                </c:pt>
                <c:pt idx="4731">
                  <c:v>8.414</c:v>
                </c:pt>
                <c:pt idx="4732">
                  <c:v>8.382</c:v>
                </c:pt>
                <c:pt idx="4733">
                  <c:v>8.38</c:v>
                </c:pt>
                <c:pt idx="4734">
                  <c:v>8.374</c:v>
                </c:pt>
                <c:pt idx="4735">
                  <c:v>8.365</c:v>
                </c:pt>
                <c:pt idx="4736">
                  <c:v>8.361</c:v>
                </c:pt>
                <c:pt idx="4737">
                  <c:v>8.347</c:v>
                </c:pt>
                <c:pt idx="4738">
                  <c:v>8.347</c:v>
                </c:pt>
                <c:pt idx="4739">
                  <c:v>8.338</c:v>
                </c:pt>
                <c:pt idx="4740">
                  <c:v>8.328</c:v>
                </c:pt>
                <c:pt idx="4741">
                  <c:v>8.326</c:v>
                </c:pt>
                <c:pt idx="4742">
                  <c:v>8.325</c:v>
                </c:pt>
                <c:pt idx="4743">
                  <c:v>8.308</c:v>
                </c:pt>
                <c:pt idx="4744">
                  <c:v>8.3</c:v>
                </c:pt>
                <c:pt idx="4745">
                  <c:v>8.294</c:v>
                </c:pt>
                <c:pt idx="4746">
                  <c:v>8.294</c:v>
                </c:pt>
                <c:pt idx="4747">
                  <c:v>8.291</c:v>
                </c:pt>
                <c:pt idx="4748">
                  <c:v>8.287</c:v>
                </c:pt>
                <c:pt idx="4749">
                  <c:v>8.267</c:v>
                </c:pt>
                <c:pt idx="4750">
                  <c:v>8.264</c:v>
                </c:pt>
                <c:pt idx="4751">
                  <c:v>8.235</c:v>
                </c:pt>
                <c:pt idx="4752">
                  <c:v>8.223</c:v>
                </c:pt>
                <c:pt idx="4753">
                  <c:v>8.222</c:v>
                </c:pt>
                <c:pt idx="4754">
                  <c:v>8.222</c:v>
                </c:pt>
                <c:pt idx="4755">
                  <c:v>8.208</c:v>
                </c:pt>
                <c:pt idx="4756">
                  <c:v>8.208</c:v>
                </c:pt>
                <c:pt idx="4757">
                  <c:v>8.193</c:v>
                </c:pt>
                <c:pt idx="4758">
                  <c:v>8.176</c:v>
                </c:pt>
                <c:pt idx="4759">
                  <c:v>8.133</c:v>
                </c:pt>
                <c:pt idx="4760">
                  <c:v>8.12</c:v>
                </c:pt>
                <c:pt idx="4761">
                  <c:v>8.12</c:v>
                </c:pt>
                <c:pt idx="4762">
                  <c:v>8.109</c:v>
                </c:pt>
                <c:pt idx="4763">
                  <c:v>8.098</c:v>
                </c:pt>
                <c:pt idx="4764">
                  <c:v>8.093</c:v>
                </c:pt>
                <c:pt idx="4765">
                  <c:v>8.09</c:v>
                </c:pt>
                <c:pt idx="4766">
                  <c:v>8.08</c:v>
                </c:pt>
                <c:pt idx="4767">
                  <c:v>8.077</c:v>
                </c:pt>
                <c:pt idx="4768">
                  <c:v>8.076</c:v>
                </c:pt>
                <c:pt idx="4769">
                  <c:v>8.07</c:v>
                </c:pt>
                <c:pt idx="4770">
                  <c:v>8.043</c:v>
                </c:pt>
                <c:pt idx="4771">
                  <c:v>8.019</c:v>
                </c:pt>
                <c:pt idx="4772">
                  <c:v>8.005</c:v>
                </c:pt>
                <c:pt idx="4773">
                  <c:v>7.996</c:v>
                </c:pt>
                <c:pt idx="4774">
                  <c:v>7.989</c:v>
                </c:pt>
                <c:pt idx="4775">
                  <c:v>7.981</c:v>
                </c:pt>
                <c:pt idx="4776">
                  <c:v>7.965</c:v>
                </c:pt>
                <c:pt idx="4777">
                  <c:v>7.953</c:v>
                </c:pt>
                <c:pt idx="4778">
                  <c:v>7.946</c:v>
                </c:pt>
                <c:pt idx="4779">
                  <c:v>7.924</c:v>
                </c:pt>
                <c:pt idx="4780">
                  <c:v>7.923</c:v>
                </c:pt>
                <c:pt idx="4781">
                  <c:v>7.917</c:v>
                </c:pt>
                <c:pt idx="4782">
                  <c:v>7.916</c:v>
                </c:pt>
                <c:pt idx="4783">
                  <c:v>7.914</c:v>
                </c:pt>
                <c:pt idx="4784">
                  <c:v>7.907</c:v>
                </c:pt>
                <c:pt idx="4785">
                  <c:v>7.897</c:v>
                </c:pt>
                <c:pt idx="4786">
                  <c:v>7.873</c:v>
                </c:pt>
                <c:pt idx="4787">
                  <c:v>7.861</c:v>
                </c:pt>
                <c:pt idx="4788">
                  <c:v>7.859</c:v>
                </c:pt>
                <c:pt idx="4789">
                  <c:v>7.859</c:v>
                </c:pt>
                <c:pt idx="4790">
                  <c:v>7.856</c:v>
                </c:pt>
                <c:pt idx="4791">
                  <c:v>7.849</c:v>
                </c:pt>
                <c:pt idx="4792">
                  <c:v>7.841</c:v>
                </c:pt>
                <c:pt idx="4793">
                  <c:v>7.839</c:v>
                </c:pt>
                <c:pt idx="4794">
                  <c:v>7.833</c:v>
                </c:pt>
                <c:pt idx="4795">
                  <c:v>7.828</c:v>
                </c:pt>
                <c:pt idx="4796">
                  <c:v>7.827</c:v>
                </c:pt>
                <c:pt idx="4797">
                  <c:v>7.82</c:v>
                </c:pt>
                <c:pt idx="4798">
                  <c:v>7.819</c:v>
                </c:pt>
                <c:pt idx="4799">
                  <c:v>7.81</c:v>
                </c:pt>
                <c:pt idx="4800">
                  <c:v>7.792</c:v>
                </c:pt>
                <c:pt idx="4801">
                  <c:v>7.78</c:v>
                </c:pt>
                <c:pt idx="4802">
                  <c:v>7.779</c:v>
                </c:pt>
                <c:pt idx="4803">
                  <c:v>7.776</c:v>
                </c:pt>
                <c:pt idx="4804">
                  <c:v>7.765</c:v>
                </c:pt>
                <c:pt idx="4805">
                  <c:v>7.752</c:v>
                </c:pt>
                <c:pt idx="4806">
                  <c:v>7.739</c:v>
                </c:pt>
                <c:pt idx="4807">
                  <c:v>7.693</c:v>
                </c:pt>
                <c:pt idx="4808">
                  <c:v>7.69</c:v>
                </c:pt>
                <c:pt idx="4809">
                  <c:v>7.682</c:v>
                </c:pt>
                <c:pt idx="4810">
                  <c:v>7.679</c:v>
                </c:pt>
                <c:pt idx="4811">
                  <c:v>7.671</c:v>
                </c:pt>
                <c:pt idx="4812">
                  <c:v>7.658</c:v>
                </c:pt>
                <c:pt idx="4813">
                  <c:v>7.657</c:v>
                </c:pt>
                <c:pt idx="4814">
                  <c:v>7.649</c:v>
                </c:pt>
                <c:pt idx="4815">
                  <c:v>7.648</c:v>
                </c:pt>
                <c:pt idx="4816">
                  <c:v>7.641</c:v>
                </c:pt>
                <c:pt idx="4817">
                  <c:v>7.626</c:v>
                </c:pt>
                <c:pt idx="4818">
                  <c:v>7.617</c:v>
                </c:pt>
                <c:pt idx="4819">
                  <c:v>7.598</c:v>
                </c:pt>
                <c:pt idx="4820">
                  <c:v>7.596</c:v>
                </c:pt>
                <c:pt idx="4821">
                  <c:v>7.595</c:v>
                </c:pt>
                <c:pt idx="4822">
                  <c:v>7.587</c:v>
                </c:pt>
                <c:pt idx="4823">
                  <c:v>7.579</c:v>
                </c:pt>
                <c:pt idx="4824">
                  <c:v>7.559</c:v>
                </c:pt>
                <c:pt idx="4825">
                  <c:v>7.541</c:v>
                </c:pt>
                <c:pt idx="4826">
                  <c:v>7.537</c:v>
                </c:pt>
                <c:pt idx="4827">
                  <c:v>7.537</c:v>
                </c:pt>
                <c:pt idx="4828">
                  <c:v>7.536</c:v>
                </c:pt>
                <c:pt idx="4829">
                  <c:v>7.529</c:v>
                </c:pt>
                <c:pt idx="4830">
                  <c:v>7.528</c:v>
                </c:pt>
                <c:pt idx="4831">
                  <c:v>7.518</c:v>
                </c:pt>
                <c:pt idx="4832">
                  <c:v>7.515</c:v>
                </c:pt>
                <c:pt idx="4833">
                  <c:v>7.51</c:v>
                </c:pt>
                <c:pt idx="4834">
                  <c:v>7.501</c:v>
                </c:pt>
                <c:pt idx="4835">
                  <c:v>7.48</c:v>
                </c:pt>
                <c:pt idx="4836">
                  <c:v>7.476</c:v>
                </c:pt>
                <c:pt idx="4837">
                  <c:v>7.476</c:v>
                </c:pt>
                <c:pt idx="4838">
                  <c:v>7.472</c:v>
                </c:pt>
                <c:pt idx="4839">
                  <c:v>7.472</c:v>
                </c:pt>
                <c:pt idx="4840">
                  <c:v>7.466</c:v>
                </c:pt>
                <c:pt idx="4841">
                  <c:v>7.445</c:v>
                </c:pt>
                <c:pt idx="4842">
                  <c:v>7.423</c:v>
                </c:pt>
                <c:pt idx="4843">
                  <c:v>7.413</c:v>
                </c:pt>
                <c:pt idx="4844">
                  <c:v>7.385</c:v>
                </c:pt>
                <c:pt idx="4845">
                  <c:v>7.383</c:v>
                </c:pt>
                <c:pt idx="4846">
                  <c:v>7.377</c:v>
                </c:pt>
                <c:pt idx="4847">
                  <c:v>7.377</c:v>
                </c:pt>
                <c:pt idx="4848">
                  <c:v>7.367</c:v>
                </c:pt>
                <c:pt idx="4849">
                  <c:v>7.36</c:v>
                </c:pt>
                <c:pt idx="4850">
                  <c:v>7.329</c:v>
                </c:pt>
                <c:pt idx="4851">
                  <c:v>7.326</c:v>
                </c:pt>
                <c:pt idx="4852">
                  <c:v>7.321</c:v>
                </c:pt>
                <c:pt idx="4853">
                  <c:v>7.312</c:v>
                </c:pt>
                <c:pt idx="4854">
                  <c:v>7.312</c:v>
                </c:pt>
                <c:pt idx="4855">
                  <c:v>7.308</c:v>
                </c:pt>
                <c:pt idx="4856">
                  <c:v>7.306</c:v>
                </c:pt>
                <c:pt idx="4857">
                  <c:v>7.296</c:v>
                </c:pt>
                <c:pt idx="4858">
                  <c:v>7.293</c:v>
                </c:pt>
                <c:pt idx="4859">
                  <c:v>7.287</c:v>
                </c:pt>
                <c:pt idx="4860">
                  <c:v>7.278</c:v>
                </c:pt>
                <c:pt idx="4861">
                  <c:v>7.259</c:v>
                </c:pt>
                <c:pt idx="4862">
                  <c:v>7.253</c:v>
                </c:pt>
                <c:pt idx="4863">
                  <c:v>7.239</c:v>
                </c:pt>
                <c:pt idx="4864">
                  <c:v>7.209</c:v>
                </c:pt>
                <c:pt idx="4865">
                  <c:v>7.206</c:v>
                </c:pt>
                <c:pt idx="4866">
                  <c:v>7.187</c:v>
                </c:pt>
                <c:pt idx="4867">
                  <c:v>7.182</c:v>
                </c:pt>
                <c:pt idx="4868">
                  <c:v>7.182</c:v>
                </c:pt>
                <c:pt idx="4869">
                  <c:v>7.178</c:v>
                </c:pt>
                <c:pt idx="4870">
                  <c:v>7.177</c:v>
                </c:pt>
                <c:pt idx="4871">
                  <c:v>7.172</c:v>
                </c:pt>
                <c:pt idx="4872">
                  <c:v>7.17</c:v>
                </c:pt>
                <c:pt idx="4873">
                  <c:v>7.169</c:v>
                </c:pt>
                <c:pt idx="4874">
                  <c:v>7.163</c:v>
                </c:pt>
                <c:pt idx="4875">
                  <c:v>7.15</c:v>
                </c:pt>
                <c:pt idx="4876">
                  <c:v>7.143</c:v>
                </c:pt>
                <c:pt idx="4877">
                  <c:v>7.123</c:v>
                </c:pt>
                <c:pt idx="4878">
                  <c:v>7.096</c:v>
                </c:pt>
                <c:pt idx="4879">
                  <c:v>7.091</c:v>
                </c:pt>
                <c:pt idx="4880">
                  <c:v>7.087</c:v>
                </c:pt>
                <c:pt idx="4881">
                  <c:v>7.081</c:v>
                </c:pt>
                <c:pt idx="4882">
                  <c:v>7.08</c:v>
                </c:pt>
                <c:pt idx="4883">
                  <c:v>7.077</c:v>
                </c:pt>
                <c:pt idx="4884">
                  <c:v>7.076</c:v>
                </c:pt>
                <c:pt idx="4885">
                  <c:v>7.073</c:v>
                </c:pt>
                <c:pt idx="4886">
                  <c:v>7.069</c:v>
                </c:pt>
                <c:pt idx="4887">
                  <c:v>7.063</c:v>
                </c:pt>
                <c:pt idx="4888">
                  <c:v>7.052</c:v>
                </c:pt>
                <c:pt idx="4889">
                  <c:v>7.052</c:v>
                </c:pt>
                <c:pt idx="4890">
                  <c:v>7.03</c:v>
                </c:pt>
                <c:pt idx="4891">
                  <c:v>7.007</c:v>
                </c:pt>
                <c:pt idx="4892">
                  <c:v>6.972</c:v>
                </c:pt>
                <c:pt idx="4893">
                  <c:v>6.971</c:v>
                </c:pt>
                <c:pt idx="4894">
                  <c:v>6.952</c:v>
                </c:pt>
                <c:pt idx="4895">
                  <c:v>6.952</c:v>
                </c:pt>
                <c:pt idx="4896">
                  <c:v>6.922</c:v>
                </c:pt>
                <c:pt idx="4897">
                  <c:v>6.918</c:v>
                </c:pt>
                <c:pt idx="4898">
                  <c:v>6.911</c:v>
                </c:pt>
                <c:pt idx="4899">
                  <c:v>6.91</c:v>
                </c:pt>
                <c:pt idx="4900">
                  <c:v>6.881</c:v>
                </c:pt>
                <c:pt idx="4901">
                  <c:v>6.872</c:v>
                </c:pt>
                <c:pt idx="4902">
                  <c:v>6.864</c:v>
                </c:pt>
                <c:pt idx="4903">
                  <c:v>6.847</c:v>
                </c:pt>
                <c:pt idx="4904">
                  <c:v>6.846</c:v>
                </c:pt>
                <c:pt idx="4905">
                  <c:v>6.842</c:v>
                </c:pt>
                <c:pt idx="4906">
                  <c:v>6.839</c:v>
                </c:pt>
                <c:pt idx="4907">
                  <c:v>6.828</c:v>
                </c:pt>
                <c:pt idx="4908">
                  <c:v>6.826</c:v>
                </c:pt>
                <c:pt idx="4909">
                  <c:v>6.823</c:v>
                </c:pt>
                <c:pt idx="4910">
                  <c:v>6.817</c:v>
                </c:pt>
                <c:pt idx="4911">
                  <c:v>6.815</c:v>
                </c:pt>
                <c:pt idx="4912">
                  <c:v>6.795</c:v>
                </c:pt>
                <c:pt idx="4913">
                  <c:v>6.795</c:v>
                </c:pt>
                <c:pt idx="4914">
                  <c:v>6.787</c:v>
                </c:pt>
                <c:pt idx="4915">
                  <c:v>6.772</c:v>
                </c:pt>
                <c:pt idx="4916">
                  <c:v>6.765</c:v>
                </c:pt>
                <c:pt idx="4917">
                  <c:v>6.764</c:v>
                </c:pt>
                <c:pt idx="4918">
                  <c:v>6.76</c:v>
                </c:pt>
                <c:pt idx="4919">
                  <c:v>6.752</c:v>
                </c:pt>
                <c:pt idx="4920">
                  <c:v>6.745</c:v>
                </c:pt>
                <c:pt idx="4921">
                  <c:v>6.733</c:v>
                </c:pt>
                <c:pt idx="4922">
                  <c:v>6.73</c:v>
                </c:pt>
                <c:pt idx="4923">
                  <c:v>6.716</c:v>
                </c:pt>
                <c:pt idx="4924">
                  <c:v>6.708</c:v>
                </c:pt>
                <c:pt idx="4925">
                  <c:v>6.699</c:v>
                </c:pt>
                <c:pt idx="4926">
                  <c:v>6.691</c:v>
                </c:pt>
                <c:pt idx="4927">
                  <c:v>6.68</c:v>
                </c:pt>
                <c:pt idx="4928">
                  <c:v>6.67</c:v>
                </c:pt>
                <c:pt idx="4929">
                  <c:v>6.669</c:v>
                </c:pt>
                <c:pt idx="4930">
                  <c:v>6.647</c:v>
                </c:pt>
                <c:pt idx="4931">
                  <c:v>6.645</c:v>
                </c:pt>
                <c:pt idx="4932">
                  <c:v>6.644</c:v>
                </c:pt>
                <c:pt idx="4933">
                  <c:v>6.634</c:v>
                </c:pt>
                <c:pt idx="4934">
                  <c:v>6.626</c:v>
                </c:pt>
                <c:pt idx="4935">
                  <c:v>6.615</c:v>
                </c:pt>
                <c:pt idx="4936">
                  <c:v>6.609</c:v>
                </c:pt>
                <c:pt idx="4937">
                  <c:v>6.609</c:v>
                </c:pt>
                <c:pt idx="4938">
                  <c:v>6.607</c:v>
                </c:pt>
                <c:pt idx="4939">
                  <c:v>6.607</c:v>
                </c:pt>
                <c:pt idx="4940">
                  <c:v>6.595</c:v>
                </c:pt>
                <c:pt idx="4941">
                  <c:v>6.595</c:v>
                </c:pt>
                <c:pt idx="4942">
                  <c:v>6.59</c:v>
                </c:pt>
                <c:pt idx="4943">
                  <c:v>6.582</c:v>
                </c:pt>
                <c:pt idx="4944">
                  <c:v>6.58</c:v>
                </c:pt>
                <c:pt idx="4945">
                  <c:v>6.567</c:v>
                </c:pt>
                <c:pt idx="4946">
                  <c:v>6.548</c:v>
                </c:pt>
                <c:pt idx="4947">
                  <c:v>6.531</c:v>
                </c:pt>
                <c:pt idx="4948">
                  <c:v>6.523</c:v>
                </c:pt>
                <c:pt idx="4949">
                  <c:v>6.519</c:v>
                </c:pt>
                <c:pt idx="4950">
                  <c:v>6.518</c:v>
                </c:pt>
                <c:pt idx="4951">
                  <c:v>6.51</c:v>
                </c:pt>
                <c:pt idx="4952">
                  <c:v>6.503</c:v>
                </c:pt>
                <c:pt idx="4953">
                  <c:v>6.499</c:v>
                </c:pt>
                <c:pt idx="4954">
                  <c:v>6.496</c:v>
                </c:pt>
                <c:pt idx="4955">
                  <c:v>6.494</c:v>
                </c:pt>
                <c:pt idx="4956">
                  <c:v>6.493</c:v>
                </c:pt>
                <c:pt idx="4957">
                  <c:v>6.484</c:v>
                </c:pt>
                <c:pt idx="4958">
                  <c:v>6.479</c:v>
                </c:pt>
                <c:pt idx="4959">
                  <c:v>6.471</c:v>
                </c:pt>
                <c:pt idx="4960">
                  <c:v>6.469</c:v>
                </c:pt>
                <c:pt idx="4961">
                  <c:v>6.44</c:v>
                </c:pt>
                <c:pt idx="4962">
                  <c:v>6.435</c:v>
                </c:pt>
                <c:pt idx="4963">
                  <c:v>6.426</c:v>
                </c:pt>
                <c:pt idx="4964">
                  <c:v>6.409</c:v>
                </c:pt>
                <c:pt idx="4965">
                  <c:v>6.402</c:v>
                </c:pt>
                <c:pt idx="4966">
                  <c:v>6.379</c:v>
                </c:pt>
                <c:pt idx="4967">
                  <c:v>6.375</c:v>
                </c:pt>
                <c:pt idx="4968">
                  <c:v>6.374</c:v>
                </c:pt>
                <c:pt idx="4969">
                  <c:v>6.358</c:v>
                </c:pt>
                <c:pt idx="4970">
                  <c:v>6.348</c:v>
                </c:pt>
                <c:pt idx="4971">
                  <c:v>6.348</c:v>
                </c:pt>
                <c:pt idx="4972">
                  <c:v>6.34</c:v>
                </c:pt>
                <c:pt idx="4973">
                  <c:v>6.315</c:v>
                </c:pt>
                <c:pt idx="4974">
                  <c:v>6.314</c:v>
                </c:pt>
                <c:pt idx="4975">
                  <c:v>6.298</c:v>
                </c:pt>
                <c:pt idx="4976">
                  <c:v>6.297</c:v>
                </c:pt>
                <c:pt idx="4977">
                  <c:v>6.294</c:v>
                </c:pt>
                <c:pt idx="4978">
                  <c:v>6.292</c:v>
                </c:pt>
                <c:pt idx="4979">
                  <c:v>6.262</c:v>
                </c:pt>
                <c:pt idx="4980">
                  <c:v>6.254</c:v>
                </c:pt>
                <c:pt idx="4981">
                  <c:v>6.254</c:v>
                </c:pt>
                <c:pt idx="4982">
                  <c:v>6.229</c:v>
                </c:pt>
                <c:pt idx="4983">
                  <c:v>6.19</c:v>
                </c:pt>
                <c:pt idx="4984">
                  <c:v>6.189</c:v>
                </c:pt>
                <c:pt idx="4985">
                  <c:v>6.169</c:v>
                </c:pt>
                <c:pt idx="4986">
                  <c:v>6.168</c:v>
                </c:pt>
                <c:pt idx="4987">
                  <c:v>6.156</c:v>
                </c:pt>
                <c:pt idx="4988">
                  <c:v>6.15</c:v>
                </c:pt>
                <c:pt idx="4989">
                  <c:v>6.147</c:v>
                </c:pt>
                <c:pt idx="4990">
                  <c:v>6.13</c:v>
                </c:pt>
                <c:pt idx="4991">
                  <c:v>6.129</c:v>
                </c:pt>
                <c:pt idx="4992">
                  <c:v>6.11</c:v>
                </c:pt>
                <c:pt idx="4993">
                  <c:v>6.11</c:v>
                </c:pt>
                <c:pt idx="4994">
                  <c:v>6.089</c:v>
                </c:pt>
                <c:pt idx="4995">
                  <c:v>6.083</c:v>
                </c:pt>
                <c:pt idx="4996">
                  <c:v>6.08</c:v>
                </c:pt>
                <c:pt idx="4997">
                  <c:v>6.08</c:v>
                </c:pt>
                <c:pt idx="4998">
                  <c:v>6.079</c:v>
                </c:pt>
                <c:pt idx="4999">
                  <c:v>6.073</c:v>
                </c:pt>
                <c:pt idx="5000">
                  <c:v>6.066</c:v>
                </c:pt>
                <c:pt idx="5001">
                  <c:v>6.066</c:v>
                </c:pt>
                <c:pt idx="5002">
                  <c:v>6.057</c:v>
                </c:pt>
                <c:pt idx="5003">
                  <c:v>6.045</c:v>
                </c:pt>
                <c:pt idx="5004">
                  <c:v>6.044</c:v>
                </c:pt>
                <c:pt idx="5005">
                  <c:v>6.035</c:v>
                </c:pt>
                <c:pt idx="5006">
                  <c:v>6.033</c:v>
                </c:pt>
                <c:pt idx="5007">
                  <c:v>6.031</c:v>
                </c:pt>
                <c:pt idx="5008">
                  <c:v>6.026</c:v>
                </c:pt>
                <c:pt idx="5009">
                  <c:v>6.024</c:v>
                </c:pt>
                <c:pt idx="5010">
                  <c:v>6.017</c:v>
                </c:pt>
                <c:pt idx="5011">
                  <c:v>6.014</c:v>
                </c:pt>
                <c:pt idx="5012">
                  <c:v>6.012</c:v>
                </c:pt>
                <c:pt idx="5013">
                  <c:v>6.01</c:v>
                </c:pt>
                <c:pt idx="5014">
                  <c:v>5.989</c:v>
                </c:pt>
                <c:pt idx="5015">
                  <c:v>5.979</c:v>
                </c:pt>
                <c:pt idx="5016">
                  <c:v>5.971</c:v>
                </c:pt>
                <c:pt idx="5017">
                  <c:v>5.962</c:v>
                </c:pt>
                <c:pt idx="5018">
                  <c:v>5.949</c:v>
                </c:pt>
                <c:pt idx="5019">
                  <c:v>5.947</c:v>
                </c:pt>
                <c:pt idx="5020">
                  <c:v>5.936</c:v>
                </c:pt>
                <c:pt idx="5021">
                  <c:v>5.934</c:v>
                </c:pt>
                <c:pt idx="5022">
                  <c:v>5.915</c:v>
                </c:pt>
                <c:pt idx="5023">
                  <c:v>5.907</c:v>
                </c:pt>
                <c:pt idx="5024">
                  <c:v>5.899</c:v>
                </c:pt>
                <c:pt idx="5025">
                  <c:v>5.884</c:v>
                </c:pt>
                <c:pt idx="5026">
                  <c:v>5.869</c:v>
                </c:pt>
                <c:pt idx="5027">
                  <c:v>5.86</c:v>
                </c:pt>
                <c:pt idx="5028">
                  <c:v>5.854</c:v>
                </c:pt>
                <c:pt idx="5029">
                  <c:v>5.845</c:v>
                </c:pt>
                <c:pt idx="5030">
                  <c:v>5.833</c:v>
                </c:pt>
                <c:pt idx="5031">
                  <c:v>5.825</c:v>
                </c:pt>
                <c:pt idx="5032">
                  <c:v>5.821</c:v>
                </c:pt>
                <c:pt idx="5033">
                  <c:v>5.819</c:v>
                </c:pt>
                <c:pt idx="5034">
                  <c:v>5.799</c:v>
                </c:pt>
                <c:pt idx="5035">
                  <c:v>5.797</c:v>
                </c:pt>
                <c:pt idx="5036">
                  <c:v>5.796</c:v>
                </c:pt>
                <c:pt idx="5037">
                  <c:v>5.793</c:v>
                </c:pt>
                <c:pt idx="5038">
                  <c:v>172.492</c:v>
                </c:pt>
                <c:pt idx="5039">
                  <c:v>115.1</c:v>
                </c:pt>
                <c:pt idx="5040">
                  <c:v>111.112</c:v>
                </c:pt>
                <c:pt idx="5041">
                  <c:v>106.641</c:v>
                </c:pt>
                <c:pt idx="5042">
                  <c:v>103.259</c:v>
                </c:pt>
                <c:pt idx="5043">
                  <c:v>101.809</c:v>
                </c:pt>
                <c:pt idx="5044">
                  <c:v>93.945</c:v>
                </c:pt>
                <c:pt idx="5045">
                  <c:v>93.791</c:v>
                </c:pt>
                <c:pt idx="5046">
                  <c:v>87.663</c:v>
                </c:pt>
                <c:pt idx="5047">
                  <c:v>80.962</c:v>
                </c:pt>
                <c:pt idx="5048">
                  <c:v>77.906</c:v>
                </c:pt>
                <c:pt idx="5049">
                  <c:v>76.601</c:v>
                </c:pt>
                <c:pt idx="5050">
                  <c:v>76.174</c:v>
                </c:pt>
                <c:pt idx="5051">
                  <c:v>73.378</c:v>
                </c:pt>
                <c:pt idx="5052">
                  <c:v>72.969</c:v>
                </c:pt>
                <c:pt idx="5053">
                  <c:v>71.534</c:v>
                </c:pt>
                <c:pt idx="5054">
                  <c:v>71.194</c:v>
                </c:pt>
                <c:pt idx="5055">
                  <c:v>69.427</c:v>
                </c:pt>
                <c:pt idx="5056">
                  <c:v>67.679</c:v>
                </c:pt>
                <c:pt idx="5057">
                  <c:v>65.373</c:v>
                </c:pt>
                <c:pt idx="5058">
                  <c:v>62.705</c:v>
                </c:pt>
                <c:pt idx="5059">
                  <c:v>60.429</c:v>
                </c:pt>
                <c:pt idx="5060">
                  <c:v>59.954</c:v>
                </c:pt>
                <c:pt idx="5061">
                  <c:v>56.365</c:v>
                </c:pt>
                <c:pt idx="5062">
                  <c:v>55.935</c:v>
                </c:pt>
                <c:pt idx="5063">
                  <c:v>53.671</c:v>
                </c:pt>
                <c:pt idx="5064">
                  <c:v>52.89</c:v>
                </c:pt>
                <c:pt idx="5065">
                  <c:v>52.876</c:v>
                </c:pt>
                <c:pt idx="5066">
                  <c:v>52.79</c:v>
                </c:pt>
                <c:pt idx="5067">
                  <c:v>52.272</c:v>
                </c:pt>
                <c:pt idx="5068">
                  <c:v>50.697</c:v>
                </c:pt>
                <c:pt idx="5069">
                  <c:v>49.272</c:v>
                </c:pt>
                <c:pt idx="5070">
                  <c:v>48.066</c:v>
                </c:pt>
                <c:pt idx="5071">
                  <c:v>47.574</c:v>
                </c:pt>
                <c:pt idx="5072">
                  <c:v>47.558</c:v>
                </c:pt>
                <c:pt idx="5073">
                  <c:v>47.41</c:v>
                </c:pt>
                <c:pt idx="5074">
                  <c:v>47.163</c:v>
                </c:pt>
                <c:pt idx="5075">
                  <c:v>46.436</c:v>
                </c:pt>
                <c:pt idx="5076">
                  <c:v>46.394</c:v>
                </c:pt>
                <c:pt idx="5077">
                  <c:v>44.755</c:v>
                </c:pt>
                <c:pt idx="5078">
                  <c:v>44.08</c:v>
                </c:pt>
                <c:pt idx="5079">
                  <c:v>43.78</c:v>
                </c:pt>
                <c:pt idx="5080">
                  <c:v>43.772</c:v>
                </c:pt>
                <c:pt idx="5081">
                  <c:v>43.547</c:v>
                </c:pt>
                <c:pt idx="5082">
                  <c:v>43.289</c:v>
                </c:pt>
                <c:pt idx="5083">
                  <c:v>43.151</c:v>
                </c:pt>
                <c:pt idx="5084">
                  <c:v>42.88</c:v>
                </c:pt>
                <c:pt idx="5085">
                  <c:v>42.543</c:v>
                </c:pt>
                <c:pt idx="5086">
                  <c:v>42.48</c:v>
                </c:pt>
                <c:pt idx="5087">
                  <c:v>42.404</c:v>
                </c:pt>
                <c:pt idx="5088">
                  <c:v>42.398</c:v>
                </c:pt>
                <c:pt idx="5089">
                  <c:v>41.868</c:v>
                </c:pt>
                <c:pt idx="5090">
                  <c:v>41.654</c:v>
                </c:pt>
                <c:pt idx="5091">
                  <c:v>41.589</c:v>
                </c:pt>
                <c:pt idx="5092">
                  <c:v>39.68</c:v>
                </c:pt>
                <c:pt idx="5093">
                  <c:v>39.535</c:v>
                </c:pt>
                <c:pt idx="5094">
                  <c:v>39.533</c:v>
                </c:pt>
                <c:pt idx="5095">
                  <c:v>39.354</c:v>
                </c:pt>
                <c:pt idx="5096">
                  <c:v>38.86</c:v>
                </c:pt>
                <c:pt idx="5097">
                  <c:v>38.775</c:v>
                </c:pt>
                <c:pt idx="5098">
                  <c:v>38.438</c:v>
                </c:pt>
                <c:pt idx="5099">
                  <c:v>37.218</c:v>
                </c:pt>
                <c:pt idx="5100">
                  <c:v>36.639</c:v>
                </c:pt>
                <c:pt idx="5101">
                  <c:v>36.108</c:v>
                </c:pt>
                <c:pt idx="5102">
                  <c:v>35.997</c:v>
                </c:pt>
                <c:pt idx="5103">
                  <c:v>35.904</c:v>
                </c:pt>
                <c:pt idx="5104">
                  <c:v>35.662</c:v>
                </c:pt>
                <c:pt idx="5105">
                  <c:v>35.314</c:v>
                </c:pt>
                <c:pt idx="5106">
                  <c:v>35.277</c:v>
                </c:pt>
                <c:pt idx="5107">
                  <c:v>34.81</c:v>
                </c:pt>
                <c:pt idx="5108">
                  <c:v>34.785</c:v>
                </c:pt>
                <c:pt idx="5109">
                  <c:v>34.603</c:v>
                </c:pt>
                <c:pt idx="5110">
                  <c:v>33.518</c:v>
                </c:pt>
                <c:pt idx="5111">
                  <c:v>33.355</c:v>
                </c:pt>
                <c:pt idx="5112">
                  <c:v>31.475</c:v>
                </c:pt>
                <c:pt idx="5113">
                  <c:v>30.639</c:v>
                </c:pt>
                <c:pt idx="5114">
                  <c:v>30.604</c:v>
                </c:pt>
                <c:pt idx="5115">
                  <c:v>28.926</c:v>
                </c:pt>
                <c:pt idx="5116">
                  <c:v>28.865</c:v>
                </c:pt>
                <c:pt idx="5117">
                  <c:v>28.853</c:v>
                </c:pt>
                <c:pt idx="5118">
                  <c:v>28.83</c:v>
                </c:pt>
                <c:pt idx="5119">
                  <c:v>28.696</c:v>
                </c:pt>
                <c:pt idx="5120">
                  <c:v>28.598</c:v>
                </c:pt>
                <c:pt idx="5121">
                  <c:v>28.441</c:v>
                </c:pt>
                <c:pt idx="5122">
                  <c:v>28.351</c:v>
                </c:pt>
                <c:pt idx="5123">
                  <c:v>28.131</c:v>
                </c:pt>
                <c:pt idx="5124">
                  <c:v>27.081</c:v>
                </c:pt>
                <c:pt idx="5125">
                  <c:v>26.815</c:v>
                </c:pt>
                <c:pt idx="5126">
                  <c:v>26.762</c:v>
                </c:pt>
                <c:pt idx="5127">
                  <c:v>26.537</c:v>
                </c:pt>
                <c:pt idx="5128">
                  <c:v>26.438</c:v>
                </c:pt>
                <c:pt idx="5129">
                  <c:v>26.178</c:v>
                </c:pt>
                <c:pt idx="5130">
                  <c:v>26.064</c:v>
                </c:pt>
                <c:pt idx="5131">
                  <c:v>26.011</c:v>
                </c:pt>
                <c:pt idx="5132">
                  <c:v>25.901</c:v>
                </c:pt>
                <c:pt idx="5133">
                  <c:v>25.559</c:v>
                </c:pt>
                <c:pt idx="5134">
                  <c:v>25.479</c:v>
                </c:pt>
                <c:pt idx="5135">
                  <c:v>25.427</c:v>
                </c:pt>
                <c:pt idx="5136">
                  <c:v>25.395</c:v>
                </c:pt>
                <c:pt idx="5137">
                  <c:v>25.157</c:v>
                </c:pt>
                <c:pt idx="5138">
                  <c:v>24.996</c:v>
                </c:pt>
                <c:pt idx="5139">
                  <c:v>24.941</c:v>
                </c:pt>
                <c:pt idx="5140">
                  <c:v>24.939</c:v>
                </c:pt>
                <c:pt idx="5141">
                  <c:v>24.875</c:v>
                </c:pt>
                <c:pt idx="5142">
                  <c:v>24.826</c:v>
                </c:pt>
                <c:pt idx="5143">
                  <c:v>24.781</c:v>
                </c:pt>
                <c:pt idx="5144">
                  <c:v>24.647</c:v>
                </c:pt>
                <c:pt idx="5145">
                  <c:v>24.292</c:v>
                </c:pt>
                <c:pt idx="5146">
                  <c:v>23.594</c:v>
                </c:pt>
                <c:pt idx="5147">
                  <c:v>23.529</c:v>
                </c:pt>
                <c:pt idx="5148">
                  <c:v>23.418</c:v>
                </c:pt>
                <c:pt idx="5149">
                  <c:v>23.411</c:v>
                </c:pt>
                <c:pt idx="5150">
                  <c:v>23.253</c:v>
                </c:pt>
                <c:pt idx="5151">
                  <c:v>23.134</c:v>
                </c:pt>
                <c:pt idx="5152">
                  <c:v>22.962</c:v>
                </c:pt>
                <c:pt idx="5153">
                  <c:v>22.74</c:v>
                </c:pt>
                <c:pt idx="5154">
                  <c:v>22.642</c:v>
                </c:pt>
                <c:pt idx="5155">
                  <c:v>22.619</c:v>
                </c:pt>
                <c:pt idx="5156">
                  <c:v>22.555</c:v>
                </c:pt>
                <c:pt idx="5157">
                  <c:v>22.43</c:v>
                </c:pt>
                <c:pt idx="5158">
                  <c:v>22.314</c:v>
                </c:pt>
                <c:pt idx="5159">
                  <c:v>22.171</c:v>
                </c:pt>
                <c:pt idx="5160">
                  <c:v>22.152</c:v>
                </c:pt>
                <c:pt idx="5161">
                  <c:v>22.147</c:v>
                </c:pt>
                <c:pt idx="5162">
                  <c:v>22.071</c:v>
                </c:pt>
                <c:pt idx="5163">
                  <c:v>21.99</c:v>
                </c:pt>
                <c:pt idx="5164">
                  <c:v>21.87</c:v>
                </c:pt>
                <c:pt idx="5165">
                  <c:v>21.483</c:v>
                </c:pt>
                <c:pt idx="5166">
                  <c:v>21.353</c:v>
                </c:pt>
                <c:pt idx="5167">
                  <c:v>21.226</c:v>
                </c:pt>
                <c:pt idx="5168">
                  <c:v>21.149</c:v>
                </c:pt>
                <c:pt idx="5169">
                  <c:v>20.803</c:v>
                </c:pt>
                <c:pt idx="5170">
                  <c:v>20.651</c:v>
                </c:pt>
                <c:pt idx="5171">
                  <c:v>20.611</c:v>
                </c:pt>
                <c:pt idx="5172">
                  <c:v>20.241</c:v>
                </c:pt>
                <c:pt idx="5173">
                  <c:v>20.164</c:v>
                </c:pt>
                <c:pt idx="5174">
                  <c:v>20.077</c:v>
                </c:pt>
                <c:pt idx="5175">
                  <c:v>20.042</c:v>
                </c:pt>
                <c:pt idx="5176">
                  <c:v>20.042</c:v>
                </c:pt>
                <c:pt idx="5177">
                  <c:v>19.943</c:v>
                </c:pt>
                <c:pt idx="5178">
                  <c:v>19.828</c:v>
                </c:pt>
                <c:pt idx="5179">
                  <c:v>19.817</c:v>
                </c:pt>
                <c:pt idx="5180">
                  <c:v>19.811</c:v>
                </c:pt>
                <c:pt idx="5181">
                  <c:v>19.765</c:v>
                </c:pt>
                <c:pt idx="5182">
                  <c:v>19.707</c:v>
                </c:pt>
                <c:pt idx="5183">
                  <c:v>19.61</c:v>
                </c:pt>
                <c:pt idx="5184">
                  <c:v>19.585</c:v>
                </c:pt>
                <c:pt idx="5185">
                  <c:v>19.467</c:v>
                </c:pt>
                <c:pt idx="5186">
                  <c:v>19.439</c:v>
                </c:pt>
                <c:pt idx="5187">
                  <c:v>19.348</c:v>
                </c:pt>
                <c:pt idx="5188">
                  <c:v>19.298</c:v>
                </c:pt>
                <c:pt idx="5189">
                  <c:v>19.225</c:v>
                </c:pt>
                <c:pt idx="5190">
                  <c:v>19.003</c:v>
                </c:pt>
                <c:pt idx="5191">
                  <c:v>18.999</c:v>
                </c:pt>
                <c:pt idx="5192">
                  <c:v>18.94</c:v>
                </c:pt>
                <c:pt idx="5193">
                  <c:v>18.885</c:v>
                </c:pt>
                <c:pt idx="5194">
                  <c:v>18.884</c:v>
                </c:pt>
                <c:pt idx="5195">
                  <c:v>18.834</c:v>
                </c:pt>
                <c:pt idx="5196">
                  <c:v>18.808</c:v>
                </c:pt>
                <c:pt idx="5197">
                  <c:v>18.796</c:v>
                </c:pt>
                <c:pt idx="5198">
                  <c:v>18.794</c:v>
                </c:pt>
                <c:pt idx="5199">
                  <c:v>18.743</c:v>
                </c:pt>
                <c:pt idx="5200">
                  <c:v>18.695</c:v>
                </c:pt>
                <c:pt idx="5201">
                  <c:v>18.652</c:v>
                </c:pt>
                <c:pt idx="5202">
                  <c:v>18.646</c:v>
                </c:pt>
                <c:pt idx="5203">
                  <c:v>18.556</c:v>
                </c:pt>
                <c:pt idx="5204">
                  <c:v>18.451</c:v>
                </c:pt>
                <c:pt idx="5205">
                  <c:v>18.437</c:v>
                </c:pt>
                <c:pt idx="5206">
                  <c:v>18.422</c:v>
                </c:pt>
                <c:pt idx="5207">
                  <c:v>18.377</c:v>
                </c:pt>
                <c:pt idx="5208">
                  <c:v>18.364</c:v>
                </c:pt>
                <c:pt idx="5209">
                  <c:v>18.353</c:v>
                </c:pt>
                <c:pt idx="5210">
                  <c:v>18.092</c:v>
                </c:pt>
                <c:pt idx="5211">
                  <c:v>18.08</c:v>
                </c:pt>
                <c:pt idx="5212">
                  <c:v>18.073</c:v>
                </c:pt>
                <c:pt idx="5213">
                  <c:v>18.071</c:v>
                </c:pt>
                <c:pt idx="5214">
                  <c:v>18.037</c:v>
                </c:pt>
                <c:pt idx="5215">
                  <c:v>18.036</c:v>
                </c:pt>
                <c:pt idx="5216">
                  <c:v>18.031</c:v>
                </c:pt>
                <c:pt idx="5217">
                  <c:v>17.942</c:v>
                </c:pt>
                <c:pt idx="5218">
                  <c:v>17.934</c:v>
                </c:pt>
                <c:pt idx="5219">
                  <c:v>17.931</c:v>
                </c:pt>
                <c:pt idx="5220">
                  <c:v>17.911</c:v>
                </c:pt>
                <c:pt idx="5221">
                  <c:v>17.812</c:v>
                </c:pt>
                <c:pt idx="5222">
                  <c:v>17.76</c:v>
                </c:pt>
                <c:pt idx="5223">
                  <c:v>17.624</c:v>
                </c:pt>
                <c:pt idx="5224">
                  <c:v>17.524</c:v>
                </c:pt>
                <c:pt idx="5225">
                  <c:v>17.492</c:v>
                </c:pt>
                <c:pt idx="5226">
                  <c:v>17.484</c:v>
                </c:pt>
                <c:pt idx="5227">
                  <c:v>17.477</c:v>
                </c:pt>
                <c:pt idx="5228">
                  <c:v>17.457</c:v>
                </c:pt>
                <c:pt idx="5229">
                  <c:v>17.442</c:v>
                </c:pt>
                <c:pt idx="5230">
                  <c:v>17.225</c:v>
                </c:pt>
                <c:pt idx="5231">
                  <c:v>17.182</c:v>
                </c:pt>
                <c:pt idx="5232">
                  <c:v>17.117</c:v>
                </c:pt>
                <c:pt idx="5233">
                  <c:v>17.107</c:v>
                </c:pt>
                <c:pt idx="5234">
                  <c:v>16.872</c:v>
                </c:pt>
                <c:pt idx="5235">
                  <c:v>16.689</c:v>
                </c:pt>
                <c:pt idx="5236">
                  <c:v>16.599</c:v>
                </c:pt>
                <c:pt idx="5237">
                  <c:v>16.509</c:v>
                </c:pt>
                <c:pt idx="5238">
                  <c:v>16.494</c:v>
                </c:pt>
                <c:pt idx="5239">
                  <c:v>16.361</c:v>
                </c:pt>
                <c:pt idx="5240">
                  <c:v>16.33</c:v>
                </c:pt>
                <c:pt idx="5241">
                  <c:v>16.286</c:v>
                </c:pt>
                <c:pt idx="5242">
                  <c:v>16.252</c:v>
                </c:pt>
                <c:pt idx="5243">
                  <c:v>16.247</c:v>
                </c:pt>
                <c:pt idx="5244">
                  <c:v>16.222</c:v>
                </c:pt>
                <c:pt idx="5245">
                  <c:v>16.219</c:v>
                </c:pt>
                <c:pt idx="5246">
                  <c:v>16.213</c:v>
                </c:pt>
                <c:pt idx="5247">
                  <c:v>16.186</c:v>
                </c:pt>
                <c:pt idx="5248">
                  <c:v>16.002</c:v>
                </c:pt>
                <c:pt idx="5249">
                  <c:v>15.969</c:v>
                </c:pt>
                <c:pt idx="5250">
                  <c:v>15.914</c:v>
                </c:pt>
                <c:pt idx="5251">
                  <c:v>15.85</c:v>
                </c:pt>
                <c:pt idx="5252">
                  <c:v>15.85</c:v>
                </c:pt>
                <c:pt idx="5253">
                  <c:v>15.742</c:v>
                </c:pt>
                <c:pt idx="5254">
                  <c:v>15.694</c:v>
                </c:pt>
                <c:pt idx="5255">
                  <c:v>15.661</c:v>
                </c:pt>
                <c:pt idx="5256">
                  <c:v>15.605</c:v>
                </c:pt>
                <c:pt idx="5257">
                  <c:v>15.534</c:v>
                </c:pt>
                <c:pt idx="5258">
                  <c:v>15.499</c:v>
                </c:pt>
                <c:pt idx="5259">
                  <c:v>15.471</c:v>
                </c:pt>
                <c:pt idx="5260">
                  <c:v>15.435</c:v>
                </c:pt>
                <c:pt idx="5261">
                  <c:v>15.434</c:v>
                </c:pt>
                <c:pt idx="5262">
                  <c:v>15.386</c:v>
                </c:pt>
                <c:pt idx="5263">
                  <c:v>15.16</c:v>
                </c:pt>
                <c:pt idx="5264">
                  <c:v>15.155</c:v>
                </c:pt>
                <c:pt idx="5265">
                  <c:v>15.111</c:v>
                </c:pt>
                <c:pt idx="5266">
                  <c:v>15.07</c:v>
                </c:pt>
                <c:pt idx="5267">
                  <c:v>15.031</c:v>
                </c:pt>
                <c:pt idx="5268">
                  <c:v>14.934</c:v>
                </c:pt>
                <c:pt idx="5269">
                  <c:v>14.916</c:v>
                </c:pt>
                <c:pt idx="5270">
                  <c:v>14.914</c:v>
                </c:pt>
                <c:pt idx="5271">
                  <c:v>14.904</c:v>
                </c:pt>
                <c:pt idx="5272">
                  <c:v>14.823</c:v>
                </c:pt>
                <c:pt idx="5273">
                  <c:v>14.728</c:v>
                </c:pt>
                <c:pt idx="5274">
                  <c:v>14.718</c:v>
                </c:pt>
                <c:pt idx="5275">
                  <c:v>14.694</c:v>
                </c:pt>
                <c:pt idx="5276">
                  <c:v>14.692</c:v>
                </c:pt>
                <c:pt idx="5277">
                  <c:v>14.687</c:v>
                </c:pt>
                <c:pt idx="5278">
                  <c:v>14.625</c:v>
                </c:pt>
                <c:pt idx="5279">
                  <c:v>14.625</c:v>
                </c:pt>
                <c:pt idx="5280">
                  <c:v>14.609</c:v>
                </c:pt>
                <c:pt idx="5281">
                  <c:v>14.604</c:v>
                </c:pt>
                <c:pt idx="5282">
                  <c:v>14.598</c:v>
                </c:pt>
                <c:pt idx="5283">
                  <c:v>14.545</c:v>
                </c:pt>
                <c:pt idx="5284">
                  <c:v>14.444</c:v>
                </c:pt>
                <c:pt idx="5285">
                  <c:v>14.403</c:v>
                </c:pt>
                <c:pt idx="5286">
                  <c:v>14.388</c:v>
                </c:pt>
                <c:pt idx="5287">
                  <c:v>14.384</c:v>
                </c:pt>
                <c:pt idx="5288">
                  <c:v>14.291</c:v>
                </c:pt>
                <c:pt idx="5289">
                  <c:v>14.29</c:v>
                </c:pt>
                <c:pt idx="5290">
                  <c:v>14.287</c:v>
                </c:pt>
                <c:pt idx="5291">
                  <c:v>14.268</c:v>
                </c:pt>
                <c:pt idx="5292">
                  <c:v>14.267</c:v>
                </c:pt>
                <c:pt idx="5293">
                  <c:v>14.252</c:v>
                </c:pt>
                <c:pt idx="5294">
                  <c:v>14.221</c:v>
                </c:pt>
                <c:pt idx="5295">
                  <c:v>14.151</c:v>
                </c:pt>
                <c:pt idx="5296">
                  <c:v>14.136</c:v>
                </c:pt>
                <c:pt idx="5297">
                  <c:v>14.065</c:v>
                </c:pt>
                <c:pt idx="5298">
                  <c:v>14.062</c:v>
                </c:pt>
                <c:pt idx="5299">
                  <c:v>14.062</c:v>
                </c:pt>
                <c:pt idx="5300">
                  <c:v>14.039</c:v>
                </c:pt>
                <c:pt idx="5301">
                  <c:v>14.025</c:v>
                </c:pt>
                <c:pt idx="5302">
                  <c:v>13.988</c:v>
                </c:pt>
                <c:pt idx="5303">
                  <c:v>13.949</c:v>
                </c:pt>
                <c:pt idx="5304">
                  <c:v>13.884</c:v>
                </c:pt>
                <c:pt idx="5305">
                  <c:v>13.858</c:v>
                </c:pt>
                <c:pt idx="5306">
                  <c:v>13.82</c:v>
                </c:pt>
                <c:pt idx="5307">
                  <c:v>13.76</c:v>
                </c:pt>
                <c:pt idx="5308">
                  <c:v>13.75</c:v>
                </c:pt>
                <c:pt idx="5309">
                  <c:v>13.642</c:v>
                </c:pt>
                <c:pt idx="5310">
                  <c:v>13.641</c:v>
                </c:pt>
                <c:pt idx="5311">
                  <c:v>13.621</c:v>
                </c:pt>
                <c:pt idx="5312">
                  <c:v>13.621</c:v>
                </c:pt>
                <c:pt idx="5313">
                  <c:v>13.593</c:v>
                </c:pt>
                <c:pt idx="5314">
                  <c:v>13.579</c:v>
                </c:pt>
                <c:pt idx="5315">
                  <c:v>13.572</c:v>
                </c:pt>
                <c:pt idx="5316">
                  <c:v>13.54</c:v>
                </c:pt>
                <c:pt idx="5317">
                  <c:v>13.519</c:v>
                </c:pt>
                <c:pt idx="5318">
                  <c:v>13.515</c:v>
                </c:pt>
                <c:pt idx="5319">
                  <c:v>13.513</c:v>
                </c:pt>
                <c:pt idx="5320">
                  <c:v>13.474</c:v>
                </c:pt>
                <c:pt idx="5321">
                  <c:v>13.453</c:v>
                </c:pt>
                <c:pt idx="5322">
                  <c:v>13.406</c:v>
                </c:pt>
                <c:pt idx="5323">
                  <c:v>13.382</c:v>
                </c:pt>
                <c:pt idx="5324">
                  <c:v>13.307</c:v>
                </c:pt>
                <c:pt idx="5325">
                  <c:v>13.306</c:v>
                </c:pt>
                <c:pt idx="5326">
                  <c:v>13.296</c:v>
                </c:pt>
                <c:pt idx="5327">
                  <c:v>13.263</c:v>
                </c:pt>
                <c:pt idx="5328">
                  <c:v>13.248</c:v>
                </c:pt>
                <c:pt idx="5329">
                  <c:v>13.238</c:v>
                </c:pt>
                <c:pt idx="5330">
                  <c:v>13.199</c:v>
                </c:pt>
                <c:pt idx="5331">
                  <c:v>13.128</c:v>
                </c:pt>
                <c:pt idx="5332">
                  <c:v>13.115</c:v>
                </c:pt>
                <c:pt idx="5333">
                  <c:v>13.091</c:v>
                </c:pt>
                <c:pt idx="5334">
                  <c:v>13.058</c:v>
                </c:pt>
                <c:pt idx="5335">
                  <c:v>13.049</c:v>
                </c:pt>
                <c:pt idx="5336">
                  <c:v>12.989</c:v>
                </c:pt>
                <c:pt idx="5337">
                  <c:v>12.989</c:v>
                </c:pt>
                <c:pt idx="5338">
                  <c:v>12.987</c:v>
                </c:pt>
                <c:pt idx="5339">
                  <c:v>12.949</c:v>
                </c:pt>
                <c:pt idx="5340">
                  <c:v>12.862</c:v>
                </c:pt>
                <c:pt idx="5341">
                  <c:v>12.858</c:v>
                </c:pt>
                <c:pt idx="5342">
                  <c:v>12.855</c:v>
                </c:pt>
                <c:pt idx="5343">
                  <c:v>12.833</c:v>
                </c:pt>
                <c:pt idx="5344">
                  <c:v>12.758</c:v>
                </c:pt>
                <c:pt idx="5345">
                  <c:v>12.672</c:v>
                </c:pt>
                <c:pt idx="5346">
                  <c:v>12.67</c:v>
                </c:pt>
                <c:pt idx="5347">
                  <c:v>12.654</c:v>
                </c:pt>
                <c:pt idx="5348">
                  <c:v>12.649</c:v>
                </c:pt>
                <c:pt idx="5349">
                  <c:v>12.635</c:v>
                </c:pt>
                <c:pt idx="5350">
                  <c:v>12.618</c:v>
                </c:pt>
                <c:pt idx="5351">
                  <c:v>12.593</c:v>
                </c:pt>
                <c:pt idx="5352">
                  <c:v>12.577</c:v>
                </c:pt>
                <c:pt idx="5353">
                  <c:v>12.568</c:v>
                </c:pt>
                <c:pt idx="5354">
                  <c:v>12.557</c:v>
                </c:pt>
                <c:pt idx="5355">
                  <c:v>12.476</c:v>
                </c:pt>
                <c:pt idx="5356">
                  <c:v>12.461</c:v>
                </c:pt>
                <c:pt idx="5357">
                  <c:v>12.441</c:v>
                </c:pt>
                <c:pt idx="5358">
                  <c:v>12.436</c:v>
                </c:pt>
                <c:pt idx="5359">
                  <c:v>12.398</c:v>
                </c:pt>
                <c:pt idx="5360">
                  <c:v>12.382</c:v>
                </c:pt>
                <c:pt idx="5361">
                  <c:v>12.377</c:v>
                </c:pt>
                <c:pt idx="5362">
                  <c:v>12.371</c:v>
                </c:pt>
                <c:pt idx="5363">
                  <c:v>12.371</c:v>
                </c:pt>
                <c:pt idx="5364">
                  <c:v>12.361</c:v>
                </c:pt>
                <c:pt idx="5365">
                  <c:v>12.325</c:v>
                </c:pt>
                <c:pt idx="5366">
                  <c:v>12.321</c:v>
                </c:pt>
                <c:pt idx="5367">
                  <c:v>12.276</c:v>
                </c:pt>
                <c:pt idx="5368">
                  <c:v>12.253</c:v>
                </c:pt>
                <c:pt idx="5369">
                  <c:v>12.231</c:v>
                </c:pt>
                <c:pt idx="5370">
                  <c:v>12.211</c:v>
                </c:pt>
                <c:pt idx="5371">
                  <c:v>12.201</c:v>
                </c:pt>
                <c:pt idx="5372">
                  <c:v>12.195</c:v>
                </c:pt>
                <c:pt idx="5373">
                  <c:v>12.168</c:v>
                </c:pt>
                <c:pt idx="5374">
                  <c:v>12.149</c:v>
                </c:pt>
                <c:pt idx="5375">
                  <c:v>12.112</c:v>
                </c:pt>
                <c:pt idx="5376">
                  <c:v>12.028</c:v>
                </c:pt>
                <c:pt idx="5377">
                  <c:v>12.008</c:v>
                </c:pt>
                <c:pt idx="5378">
                  <c:v>11.968</c:v>
                </c:pt>
                <c:pt idx="5379">
                  <c:v>11.935</c:v>
                </c:pt>
                <c:pt idx="5380">
                  <c:v>11.931</c:v>
                </c:pt>
                <c:pt idx="5381">
                  <c:v>11.928</c:v>
                </c:pt>
                <c:pt idx="5382">
                  <c:v>11.895</c:v>
                </c:pt>
                <c:pt idx="5383">
                  <c:v>11.863</c:v>
                </c:pt>
                <c:pt idx="5384">
                  <c:v>11.861</c:v>
                </c:pt>
                <c:pt idx="5385">
                  <c:v>11.836</c:v>
                </c:pt>
                <c:pt idx="5386">
                  <c:v>11.778</c:v>
                </c:pt>
                <c:pt idx="5387">
                  <c:v>11.766</c:v>
                </c:pt>
                <c:pt idx="5388">
                  <c:v>11.736</c:v>
                </c:pt>
                <c:pt idx="5389">
                  <c:v>11.73</c:v>
                </c:pt>
                <c:pt idx="5390">
                  <c:v>11.723</c:v>
                </c:pt>
                <c:pt idx="5391">
                  <c:v>11.716</c:v>
                </c:pt>
                <c:pt idx="5392">
                  <c:v>11.714</c:v>
                </c:pt>
                <c:pt idx="5393">
                  <c:v>11.71</c:v>
                </c:pt>
                <c:pt idx="5394">
                  <c:v>11.644</c:v>
                </c:pt>
                <c:pt idx="5395">
                  <c:v>11.636</c:v>
                </c:pt>
                <c:pt idx="5396">
                  <c:v>11.612</c:v>
                </c:pt>
                <c:pt idx="5397">
                  <c:v>11.604</c:v>
                </c:pt>
                <c:pt idx="5398">
                  <c:v>11.596</c:v>
                </c:pt>
                <c:pt idx="5399">
                  <c:v>11.588</c:v>
                </c:pt>
                <c:pt idx="5400">
                  <c:v>11.585</c:v>
                </c:pt>
                <c:pt idx="5401">
                  <c:v>11.56</c:v>
                </c:pt>
                <c:pt idx="5402">
                  <c:v>11.555</c:v>
                </c:pt>
                <c:pt idx="5403">
                  <c:v>11.554</c:v>
                </c:pt>
                <c:pt idx="5404">
                  <c:v>11.532</c:v>
                </c:pt>
                <c:pt idx="5405">
                  <c:v>11.501</c:v>
                </c:pt>
                <c:pt idx="5406">
                  <c:v>11.44</c:v>
                </c:pt>
                <c:pt idx="5407">
                  <c:v>11.438</c:v>
                </c:pt>
                <c:pt idx="5408">
                  <c:v>11.428</c:v>
                </c:pt>
                <c:pt idx="5409">
                  <c:v>11.403</c:v>
                </c:pt>
                <c:pt idx="5410">
                  <c:v>11.385</c:v>
                </c:pt>
                <c:pt idx="5411">
                  <c:v>11.38</c:v>
                </c:pt>
                <c:pt idx="5412">
                  <c:v>11.38</c:v>
                </c:pt>
                <c:pt idx="5413">
                  <c:v>11.322</c:v>
                </c:pt>
                <c:pt idx="5414">
                  <c:v>11.297</c:v>
                </c:pt>
                <c:pt idx="5415">
                  <c:v>11.293</c:v>
                </c:pt>
                <c:pt idx="5416">
                  <c:v>11.283</c:v>
                </c:pt>
                <c:pt idx="5417">
                  <c:v>11.233</c:v>
                </c:pt>
                <c:pt idx="5418">
                  <c:v>11.224</c:v>
                </c:pt>
                <c:pt idx="5419">
                  <c:v>11.162</c:v>
                </c:pt>
                <c:pt idx="5420">
                  <c:v>11.119</c:v>
                </c:pt>
                <c:pt idx="5421">
                  <c:v>11.081</c:v>
                </c:pt>
                <c:pt idx="5422">
                  <c:v>11.072</c:v>
                </c:pt>
                <c:pt idx="5423">
                  <c:v>11.068</c:v>
                </c:pt>
                <c:pt idx="5424">
                  <c:v>11.066</c:v>
                </c:pt>
                <c:pt idx="5425">
                  <c:v>11.057</c:v>
                </c:pt>
                <c:pt idx="5426">
                  <c:v>11.053</c:v>
                </c:pt>
                <c:pt idx="5427">
                  <c:v>11.047</c:v>
                </c:pt>
                <c:pt idx="5428">
                  <c:v>11.039</c:v>
                </c:pt>
                <c:pt idx="5429">
                  <c:v>11.029</c:v>
                </c:pt>
                <c:pt idx="5430">
                  <c:v>11.007</c:v>
                </c:pt>
                <c:pt idx="5431">
                  <c:v>10.994</c:v>
                </c:pt>
                <c:pt idx="5432">
                  <c:v>10.96</c:v>
                </c:pt>
                <c:pt idx="5433">
                  <c:v>10.889</c:v>
                </c:pt>
                <c:pt idx="5434">
                  <c:v>10.88</c:v>
                </c:pt>
                <c:pt idx="5435">
                  <c:v>10.874</c:v>
                </c:pt>
                <c:pt idx="5436">
                  <c:v>10.87</c:v>
                </c:pt>
                <c:pt idx="5437">
                  <c:v>10.827</c:v>
                </c:pt>
                <c:pt idx="5438">
                  <c:v>10.805</c:v>
                </c:pt>
                <c:pt idx="5439">
                  <c:v>10.804</c:v>
                </c:pt>
                <c:pt idx="5440">
                  <c:v>10.803</c:v>
                </c:pt>
                <c:pt idx="5441">
                  <c:v>10.784</c:v>
                </c:pt>
                <c:pt idx="5442">
                  <c:v>10.764</c:v>
                </c:pt>
                <c:pt idx="5443">
                  <c:v>10.735</c:v>
                </c:pt>
                <c:pt idx="5444">
                  <c:v>10.732</c:v>
                </c:pt>
                <c:pt idx="5445">
                  <c:v>10.726</c:v>
                </c:pt>
                <c:pt idx="5446">
                  <c:v>10.701</c:v>
                </c:pt>
                <c:pt idx="5447">
                  <c:v>10.686</c:v>
                </c:pt>
                <c:pt idx="5448">
                  <c:v>10.682</c:v>
                </c:pt>
                <c:pt idx="5449">
                  <c:v>10.608</c:v>
                </c:pt>
                <c:pt idx="5450">
                  <c:v>10.608</c:v>
                </c:pt>
                <c:pt idx="5451">
                  <c:v>10.585</c:v>
                </c:pt>
                <c:pt idx="5452">
                  <c:v>10.577</c:v>
                </c:pt>
                <c:pt idx="5453">
                  <c:v>10.543</c:v>
                </c:pt>
                <c:pt idx="5454">
                  <c:v>10.524</c:v>
                </c:pt>
                <c:pt idx="5455">
                  <c:v>10.522</c:v>
                </c:pt>
                <c:pt idx="5456">
                  <c:v>10.508</c:v>
                </c:pt>
                <c:pt idx="5457">
                  <c:v>10.499</c:v>
                </c:pt>
                <c:pt idx="5458">
                  <c:v>10.488</c:v>
                </c:pt>
                <c:pt idx="5459">
                  <c:v>10.477</c:v>
                </c:pt>
                <c:pt idx="5460">
                  <c:v>10.472</c:v>
                </c:pt>
                <c:pt idx="5461">
                  <c:v>10.47</c:v>
                </c:pt>
                <c:pt idx="5462">
                  <c:v>10.466</c:v>
                </c:pt>
                <c:pt idx="5463">
                  <c:v>10.461</c:v>
                </c:pt>
                <c:pt idx="5464">
                  <c:v>10.453</c:v>
                </c:pt>
                <c:pt idx="5465">
                  <c:v>10.45</c:v>
                </c:pt>
                <c:pt idx="5466">
                  <c:v>10.449</c:v>
                </c:pt>
                <c:pt idx="5467">
                  <c:v>10.44</c:v>
                </c:pt>
                <c:pt idx="5468">
                  <c:v>10.413</c:v>
                </c:pt>
                <c:pt idx="5469">
                  <c:v>10.401</c:v>
                </c:pt>
                <c:pt idx="5470">
                  <c:v>10.396</c:v>
                </c:pt>
                <c:pt idx="5471">
                  <c:v>10.394</c:v>
                </c:pt>
                <c:pt idx="5472">
                  <c:v>10.384</c:v>
                </c:pt>
                <c:pt idx="5473">
                  <c:v>10.349</c:v>
                </c:pt>
                <c:pt idx="5474">
                  <c:v>10.347</c:v>
                </c:pt>
                <c:pt idx="5475">
                  <c:v>10.344</c:v>
                </c:pt>
                <c:pt idx="5476">
                  <c:v>10.336</c:v>
                </c:pt>
                <c:pt idx="5477">
                  <c:v>10.335</c:v>
                </c:pt>
                <c:pt idx="5478">
                  <c:v>10.333</c:v>
                </c:pt>
                <c:pt idx="5479">
                  <c:v>10.291</c:v>
                </c:pt>
                <c:pt idx="5480">
                  <c:v>10.272</c:v>
                </c:pt>
                <c:pt idx="5481">
                  <c:v>10.26</c:v>
                </c:pt>
                <c:pt idx="5482">
                  <c:v>10.234</c:v>
                </c:pt>
                <c:pt idx="5483">
                  <c:v>10.218</c:v>
                </c:pt>
                <c:pt idx="5484">
                  <c:v>10.214</c:v>
                </c:pt>
                <c:pt idx="5485">
                  <c:v>10.185</c:v>
                </c:pt>
                <c:pt idx="5486">
                  <c:v>10.168</c:v>
                </c:pt>
                <c:pt idx="5487">
                  <c:v>10.146</c:v>
                </c:pt>
                <c:pt idx="5488">
                  <c:v>10.138</c:v>
                </c:pt>
                <c:pt idx="5489">
                  <c:v>10.12</c:v>
                </c:pt>
                <c:pt idx="5490">
                  <c:v>10.115</c:v>
                </c:pt>
                <c:pt idx="5491">
                  <c:v>10.114</c:v>
                </c:pt>
                <c:pt idx="5492">
                  <c:v>10.098</c:v>
                </c:pt>
                <c:pt idx="5493">
                  <c:v>10.092</c:v>
                </c:pt>
                <c:pt idx="5494">
                  <c:v>10.089</c:v>
                </c:pt>
                <c:pt idx="5495">
                  <c:v>10.079</c:v>
                </c:pt>
                <c:pt idx="5496">
                  <c:v>10.063</c:v>
                </c:pt>
                <c:pt idx="5497">
                  <c:v>10.062</c:v>
                </c:pt>
                <c:pt idx="5498">
                  <c:v>10.052</c:v>
                </c:pt>
                <c:pt idx="5499">
                  <c:v>10.052</c:v>
                </c:pt>
                <c:pt idx="5500">
                  <c:v>10.036</c:v>
                </c:pt>
                <c:pt idx="5501">
                  <c:v>10.034</c:v>
                </c:pt>
                <c:pt idx="5502">
                  <c:v>10.024</c:v>
                </c:pt>
                <c:pt idx="5503">
                  <c:v>10.023</c:v>
                </c:pt>
                <c:pt idx="5504">
                  <c:v>9.995</c:v>
                </c:pt>
                <c:pt idx="5505">
                  <c:v>9.977</c:v>
                </c:pt>
                <c:pt idx="5506">
                  <c:v>9.975</c:v>
                </c:pt>
                <c:pt idx="5507">
                  <c:v>9.962</c:v>
                </c:pt>
                <c:pt idx="5508">
                  <c:v>9.959</c:v>
                </c:pt>
                <c:pt idx="5509">
                  <c:v>9.947</c:v>
                </c:pt>
                <c:pt idx="5510">
                  <c:v>9.938</c:v>
                </c:pt>
                <c:pt idx="5511">
                  <c:v>9.931</c:v>
                </c:pt>
                <c:pt idx="5512">
                  <c:v>9.915</c:v>
                </c:pt>
                <c:pt idx="5513">
                  <c:v>9.881</c:v>
                </c:pt>
                <c:pt idx="5514">
                  <c:v>9.86</c:v>
                </c:pt>
                <c:pt idx="5515">
                  <c:v>9.858</c:v>
                </c:pt>
                <c:pt idx="5516">
                  <c:v>9.858</c:v>
                </c:pt>
                <c:pt idx="5517">
                  <c:v>9.849</c:v>
                </c:pt>
                <c:pt idx="5518">
                  <c:v>9.848</c:v>
                </c:pt>
                <c:pt idx="5519">
                  <c:v>9.818</c:v>
                </c:pt>
                <c:pt idx="5520">
                  <c:v>9.812</c:v>
                </c:pt>
                <c:pt idx="5521">
                  <c:v>9.707</c:v>
                </c:pt>
                <c:pt idx="5522">
                  <c:v>9.701</c:v>
                </c:pt>
                <c:pt idx="5523">
                  <c:v>9.693</c:v>
                </c:pt>
                <c:pt idx="5524">
                  <c:v>9.686</c:v>
                </c:pt>
                <c:pt idx="5525">
                  <c:v>9.681</c:v>
                </c:pt>
                <c:pt idx="5526">
                  <c:v>9.667</c:v>
                </c:pt>
                <c:pt idx="5527">
                  <c:v>9.655</c:v>
                </c:pt>
                <c:pt idx="5528">
                  <c:v>9.643</c:v>
                </c:pt>
                <c:pt idx="5529">
                  <c:v>9.631</c:v>
                </c:pt>
                <c:pt idx="5530">
                  <c:v>9.631</c:v>
                </c:pt>
                <c:pt idx="5531">
                  <c:v>9.624</c:v>
                </c:pt>
                <c:pt idx="5532">
                  <c:v>9.598</c:v>
                </c:pt>
                <c:pt idx="5533">
                  <c:v>9.589</c:v>
                </c:pt>
                <c:pt idx="5534">
                  <c:v>9.587</c:v>
                </c:pt>
                <c:pt idx="5535">
                  <c:v>9.587</c:v>
                </c:pt>
                <c:pt idx="5536">
                  <c:v>9.577</c:v>
                </c:pt>
                <c:pt idx="5537">
                  <c:v>9.575</c:v>
                </c:pt>
                <c:pt idx="5538">
                  <c:v>9.573</c:v>
                </c:pt>
                <c:pt idx="5539">
                  <c:v>9.572</c:v>
                </c:pt>
                <c:pt idx="5540">
                  <c:v>9.556</c:v>
                </c:pt>
                <c:pt idx="5541">
                  <c:v>9.551</c:v>
                </c:pt>
                <c:pt idx="5542">
                  <c:v>9.537</c:v>
                </c:pt>
                <c:pt idx="5543">
                  <c:v>9.515</c:v>
                </c:pt>
                <c:pt idx="5544">
                  <c:v>9.506</c:v>
                </c:pt>
                <c:pt idx="5545">
                  <c:v>9.498</c:v>
                </c:pt>
                <c:pt idx="5546">
                  <c:v>9.482</c:v>
                </c:pt>
                <c:pt idx="5547">
                  <c:v>9.48</c:v>
                </c:pt>
                <c:pt idx="5548">
                  <c:v>9.448</c:v>
                </c:pt>
                <c:pt idx="5549">
                  <c:v>9.447</c:v>
                </c:pt>
                <c:pt idx="5550">
                  <c:v>9.442</c:v>
                </c:pt>
                <c:pt idx="5551">
                  <c:v>9.442</c:v>
                </c:pt>
                <c:pt idx="5552">
                  <c:v>9.435</c:v>
                </c:pt>
                <c:pt idx="5553">
                  <c:v>9.43</c:v>
                </c:pt>
                <c:pt idx="5554">
                  <c:v>9.419</c:v>
                </c:pt>
                <c:pt idx="5555">
                  <c:v>9.379</c:v>
                </c:pt>
                <c:pt idx="5556">
                  <c:v>9.378</c:v>
                </c:pt>
                <c:pt idx="5557">
                  <c:v>9.338</c:v>
                </c:pt>
                <c:pt idx="5558">
                  <c:v>9.336</c:v>
                </c:pt>
                <c:pt idx="5559">
                  <c:v>9.329</c:v>
                </c:pt>
                <c:pt idx="5560">
                  <c:v>9.324</c:v>
                </c:pt>
                <c:pt idx="5561">
                  <c:v>9.323</c:v>
                </c:pt>
                <c:pt idx="5562">
                  <c:v>9.317</c:v>
                </c:pt>
                <c:pt idx="5563">
                  <c:v>9.276</c:v>
                </c:pt>
                <c:pt idx="5564">
                  <c:v>9.262</c:v>
                </c:pt>
                <c:pt idx="5565">
                  <c:v>9.251</c:v>
                </c:pt>
                <c:pt idx="5566">
                  <c:v>9.243</c:v>
                </c:pt>
                <c:pt idx="5567">
                  <c:v>9.241</c:v>
                </c:pt>
                <c:pt idx="5568">
                  <c:v>9.202</c:v>
                </c:pt>
                <c:pt idx="5569">
                  <c:v>9.199</c:v>
                </c:pt>
                <c:pt idx="5570">
                  <c:v>9.191</c:v>
                </c:pt>
                <c:pt idx="5571">
                  <c:v>9.19</c:v>
                </c:pt>
                <c:pt idx="5572">
                  <c:v>9.174</c:v>
                </c:pt>
                <c:pt idx="5573">
                  <c:v>9.166</c:v>
                </c:pt>
                <c:pt idx="5574">
                  <c:v>9.154</c:v>
                </c:pt>
                <c:pt idx="5575">
                  <c:v>9.153</c:v>
                </c:pt>
                <c:pt idx="5576">
                  <c:v>9.152</c:v>
                </c:pt>
                <c:pt idx="5577">
                  <c:v>9.149</c:v>
                </c:pt>
                <c:pt idx="5578">
                  <c:v>9.148</c:v>
                </c:pt>
                <c:pt idx="5579">
                  <c:v>9.144</c:v>
                </c:pt>
                <c:pt idx="5580">
                  <c:v>9.141</c:v>
                </c:pt>
                <c:pt idx="5581">
                  <c:v>9.137</c:v>
                </c:pt>
                <c:pt idx="5582">
                  <c:v>9.118</c:v>
                </c:pt>
                <c:pt idx="5583">
                  <c:v>9.116</c:v>
                </c:pt>
                <c:pt idx="5584">
                  <c:v>9.105</c:v>
                </c:pt>
                <c:pt idx="5585">
                  <c:v>9.095</c:v>
                </c:pt>
                <c:pt idx="5586">
                  <c:v>9.091</c:v>
                </c:pt>
                <c:pt idx="5587">
                  <c:v>9.075</c:v>
                </c:pt>
                <c:pt idx="5588">
                  <c:v>9.074</c:v>
                </c:pt>
                <c:pt idx="5589">
                  <c:v>9.067</c:v>
                </c:pt>
                <c:pt idx="5590">
                  <c:v>9.063</c:v>
                </c:pt>
                <c:pt idx="5591">
                  <c:v>9.052</c:v>
                </c:pt>
                <c:pt idx="5592">
                  <c:v>9.031</c:v>
                </c:pt>
                <c:pt idx="5593">
                  <c:v>9.021</c:v>
                </c:pt>
                <c:pt idx="5594">
                  <c:v>9.018</c:v>
                </c:pt>
                <c:pt idx="5595">
                  <c:v>9.009</c:v>
                </c:pt>
                <c:pt idx="5596">
                  <c:v>9.008</c:v>
                </c:pt>
                <c:pt idx="5597">
                  <c:v>8.972</c:v>
                </c:pt>
                <c:pt idx="5598">
                  <c:v>8.951</c:v>
                </c:pt>
                <c:pt idx="5599">
                  <c:v>8.916</c:v>
                </c:pt>
                <c:pt idx="5600">
                  <c:v>8.913</c:v>
                </c:pt>
                <c:pt idx="5601">
                  <c:v>8.909</c:v>
                </c:pt>
                <c:pt idx="5602">
                  <c:v>8.902</c:v>
                </c:pt>
                <c:pt idx="5603">
                  <c:v>8.898</c:v>
                </c:pt>
                <c:pt idx="5604">
                  <c:v>8.894</c:v>
                </c:pt>
                <c:pt idx="5605">
                  <c:v>8.893</c:v>
                </c:pt>
                <c:pt idx="5606">
                  <c:v>8.865</c:v>
                </c:pt>
                <c:pt idx="5607">
                  <c:v>8.861</c:v>
                </c:pt>
                <c:pt idx="5608">
                  <c:v>8.859</c:v>
                </c:pt>
                <c:pt idx="5609">
                  <c:v>8.835</c:v>
                </c:pt>
                <c:pt idx="5610">
                  <c:v>8.832</c:v>
                </c:pt>
                <c:pt idx="5611">
                  <c:v>8.79</c:v>
                </c:pt>
                <c:pt idx="5612">
                  <c:v>8.785</c:v>
                </c:pt>
                <c:pt idx="5613">
                  <c:v>8.772</c:v>
                </c:pt>
                <c:pt idx="5614">
                  <c:v>8.764</c:v>
                </c:pt>
                <c:pt idx="5615">
                  <c:v>8.763</c:v>
                </c:pt>
                <c:pt idx="5616">
                  <c:v>8.76</c:v>
                </c:pt>
                <c:pt idx="5617">
                  <c:v>8.754</c:v>
                </c:pt>
                <c:pt idx="5618">
                  <c:v>8.751</c:v>
                </c:pt>
                <c:pt idx="5619">
                  <c:v>8.74</c:v>
                </c:pt>
                <c:pt idx="5620">
                  <c:v>8.712</c:v>
                </c:pt>
                <c:pt idx="5621">
                  <c:v>8.708</c:v>
                </c:pt>
                <c:pt idx="5622">
                  <c:v>8.705</c:v>
                </c:pt>
                <c:pt idx="5623">
                  <c:v>8.698</c:v>
                </c:pt>
                <c:pt idx="5624">
                  <c:v>8.684</c:v>
                </c:pt>
                <c:pt idx="5625">
                  <c:v>8.673</c:v>
                </c:pt>
                <c:pt idx="5626">
                  <c:v>8.655</c:v>
                </c:pt>
                <c:pt idx="5627">
                  <c:v>8.651</c:v>
                </c:pt>
                <c:pt idx="5628">
                  <c:v>8.649</c:v>
                </c:pt>
                <c:pt idx="5629">
                  <c:v>8.627</c:v>
                </c:pt>
                <c:pt idx="5630">
                  <c:v>8.62</c:v>
                </c:pt>
                <c:pt idx="5631">
                  <c:v>8.608</c:v>
                </c:pt>
                <c:pt idx="5632">
                  <c:v>8.604</c:v>
                </c:pt>
                <c:pt idx="5633">
                  <c:v>8.604</c:v>
                </c:pt>
                <c:pt idx="5634">
                  <c:v>8.599</c:v>
                </c:pt>
                <c:pt idx="5635">
                  <c:v>8.583</c:v>
                </c:pt>
                <c:pt idx="5636">
                  <c:v>8.581</c:v>
                </c:pt>
                <c:pt idx="5637">
                  <c:v>8.574</c:v>
                </c:pt>
                <c:pt idx="5638">
                  <c:v>8.57</c:v>
                </c:pt>
                <c:pt idx="5639">
                  <c:v>8.566</c:v>
                </c:pt>
                <c:pt idx="5640">
                  <c:v>8.563</c:v>
                </c:pt>
                <c:pt idx="5641">
                  <c:v>8.527</c:v>
                </c:pt>
                <c:pt idx="5642">
                  <c:v>8.52</c:v>
                </c:pt>
                <c:pt idx="5643">
                  <c:v>8.495</c:v>
                </c:pt>
                <c:pt idx="5644">
                  <c:v>8.491</c:v>
                </c:pt>
                <c:pt idx="5645">
                  <c:v>8.49</c:v>
                </c:pt>
                <c:pt idx="5646">
                  <c:v>8.481</c:v>
                </c:pt>
                <c:pt idx="5647">
                  <c:v>8.47</c:v>
                </c:pt>
                <c:pt idx="5648">
                  <c:v>8.466</c:v>
                </c:pt>
                <c:pt idx="5649">
                  <c:v>8.437</c:v>
                </c:pt>
                <c:pt idx="5650">
                  <c:v>8.422</c:v>
                </c:pt>
                <c:pt idx="5651">
                  <c:v>8.421</c:v>
                </c:pt>
                <c:pt idx="5652">
                  <c:v>8.42</c:v>
                </c:pt>
                <c:pt idx="5653">
                  <c:v>8.418</c:v>
                </c:pt>
                <c:pt idx="5654">
                  <c:v>8.416</c:v>
                </c:pt>
                <c:pt idx="5655">
                  <c:v>8.408</c:v>
                </c:pt>
                <c:pt idx="5656">
                  <c:v>8.407</c:v>
                </c:pt>
                <c:pt idx="5657">
                  <c:v>8.378</c:v>
                </c:pt>
                <c:pt idx="5658">
                  <c:v>8.377</c:v>
                </c:pt>
                <c:pt idx="5659">
                  <c:v>8.363</c:v>
                </c:pt>
                <c:pt idx="5660">
                  <c:v>8.34</c:v>
                </c:pt>
                <c:pt idx="5661">
                  <c:v>8.328</c:v>
                </c:pt>
                <c:pt idx="5662">
                  <c:v>8.304</c:v>
                </c:pt>
                <c:pt idx="5663">
                  <c:v>8.296</c:v>
                </c:pt>
                <c:pt idx="5664">
                  <c:v>8.287</c:v>
                </c:pt>
                <c:pt idx="5665">
                  <c:v>8.284</c:v>
                </c:pt>
                <c:pt idx="5666">
                  <c:v>8.282</c:v>
                </c:pt>
                <c:pt idx="5667">
                  <c:v>8.27</c:v>
                </c:pt>
                <c:pt idx="5668">
                  <c:v>8.261</c:v>
                </c:pt>
                <c:pt idx="5669">
                  <c:v>8.242</c:v>
                </c:pt>
                <c:pt idx="5670">
                  <c:v>8.24</c:v>
                </c:pt>
                <c:pt idx="5671">
                  <c:v>8.223</c:v>
                </c:pt>
                <c:pt idx="5672">
                  <c:v>8.223</c:v>
                </c:pt>
                <c:pt idx="5673">
                  <c:v>8.213</c:v>
                </c:pt>
                <c:pt idx="5674">
                  <c:v>8.205</c:v>
                </c:pt>
                <c:pt idx="5675">
                  <c:v>8.2</c:v>
                </c:pt>
                <c:pt idx="5676">
                  <c:v>8.189</c:v>
                </c:pt>
                <c:pt idx="5677">
                  <c:v>8.163</c:v>
                </c:pt>
                <c:pt idx="5678">
                  <c:v>8.155</c:v>
                </c:pt>
                <c:pt idx="5679">
                  <c:v>8.154</c:v>
                </c:pt>
                <c:pt idx="5680">
                  <c:v>8.15</c:v>
                </c:pt>
                <c:pt idx="5681">
                  <c:v>8.147</c:v>
                </c:pt>
                <c:pt idx="5682">
                  <c:v>8.128</c:v>
                </c:pt>
                <c:pt idx="5683">
                  <c:v>8.12</c:v>
                </c:pt>
                <c:pt idx="5684">
                  <c:v>8.118</c:v>
                </c:pt>
                <c:pt idx="5685">
                  <c:v>8.109</c:v>
                </c:pt>
                <c:pt idx="5686">
                  <c:v>8.09</c:v>
                </c:pt>
                <c:pt idx="5687">
                  <c:v>8.084</c:v>
                </c:pt>
                <c:pt idx="5688">
                  <c:v>8.078</c:v>
                </c:pt>
                <c:pt idx="5689">
                  <c:v>8.074</c:v>
                </c:pt>
                <c:pt idx="5690">
                  <c:v>8.064</c:v>
                </c:pt>
                <c:pt idx="5691">
                  <c:v>8.063</c:v>
                </c:pt>
                <c:pt idx="5692">
                  <c:v>8.062</c:v>
                </c:pt>
                <c:pt idx="5693">
                  <c:v>8.057</c:v>
                </c:pt>
                <c:pt idx="5694">
                  <c:v>8.032</c:v>
                </c:pt>
                <c:pt idx="5695">
                  <c:v>8.029</c:v>
                </c:pt>
                <c:pt idx="5696">
                  <c:v>8.027</c:v>
                </c:pt>
                <c:pt idx="5697">
                  <c:v>8.006</c:v>
                </c:pt>
                <c:pt idx="5698">
                  <c:v>7.976</c:v>
                </c:pt>
                <c:pt idx="5699">
                  <c:v>7.965</c:v>
                </c:pt>
                <c:pt idx="5700">
                  <c:v>7.937</c:v>
                </c:pt>
                <c:pt idx="5701">
                  <c:v>7.926</c:v>
                </c:pt>
                <c:pt idx="5702">
                  <c:v>7.926</c:v>
                </c:pt>
                <c:pt idx="5703">
                  <c:v>7.919</c:v>
                </c:pt>
                <c:pt idx="5704">
                  <c:v>7.885</c:v>
                </c:pt>
                <c:pt idx="5705">
                  <c:v>7.876</c:v>
                </c:pt>
                <c:pt idx="5706">
                  <c:v>7.869</c:v>
                </c:pt>
                <c:pt idx="5707">
                  <c:v>7.865</c:v>
                </c:pt>
                <c:pt idx="5708">
                  <c:v>7.862</c:v>
                </c:pt>
                <c:pt idx="5709">
                  <c:v>7.851</c:v>
                </c:pt>
                <c:pt idx="5710">
                  <c:v>7.833</c:v>
                </c:pt>
                <c:pt idx="5711">
                  <c:v>7.833</c:v>
                </c:pt>
                <c:pt idx="5712">
                  <c:v>7.832</c:v>
                </c:pt>
                <c:pt idx="5713">
                  <c:v>7.825</c:v>
                </c:pt>
                <c:pt idx="5714">
                  <c:v>7.814</c:v>
                </c:pt>
                <c:pt idx="5715">
                  <c:v>7.791</c:v>
                </c:pt>
                <c:pt idx="5716">
                  <c:v>7.788</c:v>
                </c:pt>
                <c:pt idx="5717">
                  <c:v>7.785</c:v>
                </c:pt>
                <c:pt idx="5718">
                  <c:v>7.78</c:v>
                </c:pt>
                <c:pt idx="5719">
                  <c:v>7.762</c:v>
                </c:pt>
                <c:pt idx="5720">
                  <c:v>7.759</c:v>
                </c:pt>
                <c:pt idx="5721">
                  <c:v>7.751</c:v>
                </c:pt>
                <c:pt idx="5722">
                  <c:v>7.744</c:v>
                </c:pt>
                <c:pt idx="5723">
                  <c:v>7.742</c:v>
                </c:pt>
                <c:pt idx="5724">
                  <c:v>7.739</c:v>
                </c:pt>
                <c:pt idx="5725">
                  <c:v>7.738</c:v>
                </c:pt>
                <c:pt idx="5726">
                  <c:v>7.724</c:v>
                </c:pt>
                <c:pt idx="5727">
                  <c:v>7.719</c:v>
                </c:pt>
                <c:pt idx="5728">
                  <c:v>7.703</c:v>
                </c:pt>
                <c:pt idx="5729">
                  <c:v>7.689</c:v>
                </c:pt>
                <c:pt idx="5730">
                  <c:v>7.663</c:v>
                </c:pt>
                <c:pt idx="5731">
                  <c:v>7.653</c:v>
                </c:pt>
                <c:pt idx="5732">
                  <c:v>7.644</c:v>
                </c:pt>
                <c:pt idx="5733">
                  <c:v>7.644</c:v>
                </c:pt>
                <c:pt idx="5734">
                  <c:v>7.643</c:v>
                </c:pt>
                <c:pt idx="5735">
                  <c:v>7.636</c:v>
                </c:pt>
                <c:pt idx="5736">
                  <c:v>7.634</c:v>
                </c:pt>
                <c:pt idx="5737">
                  <c:v>7.631</c:v>
                </c:pt>
                <c:pt idx="5738">
                  <c:v>7.628</c:v>
                </c:pt>
                <c:pt idx="5739">
                  <c:v>7.611</c:v>
                </c:pt>
                <c:pt idx="5740">
                  <c:v>7.606</c:v>
                </c:pt>
                <c:pt idx="5741">
                  <c:v>7.602</c:v>
                </c:pt>
                <c:pt idx="5742">
                  <c:v>7.598</c:v>
                </c:pt>
                <c:pt idx="5743">
                  <c:v>7.595</c:v>
                </c:pt>
                <c:pt idx="5744">
                  <c:v>7.595</c:v>
                </c:pt>
                <c:pt idx="5745">
                  <c:v>7.594</c:v>
                </c:pt>
                <c:pt idx="5746">
                  <c:v>7.592</c:v>
                </c:pt>
                <c:pt idx="5747">
                  <c:v>7.572</c:v>
                </c:pt>
                <c:pt idx="5748">
                  <c:v>7.565</c:v>
                </c:pt>
                <c:pt idx="5749">
                  <c:v>7.552</c:v>
                </c:pt>
                <c:pt idx="5750">
                  <c:v>7.548</c:v>
                </c:pt>
                <c:pt idx="5751">
                  <c:v>7.541</c:v>
                </c:pt>
                <c:pt idx="5752">
                  <c:v>7.539</c:v>
                </c:pt>
                <c:pt idx="5753">
                  <c:v>7.538</c:v>
                </c:pt>
                <c:pt idx="5754">
                  <c:v>7.518</c:v>
                </c:pt>
                <c:pt idx="5755">
                  <c:v>7.518</c:v>
                </c:pt>
                <c:pt idx="5756">
                  <c:v>7.511</c:v>
                </c:pt>
                <c:pt idx="5757">
                  <c:v>7.497</c:v>
                </c:pt>
                <c:pt idx="5758">
                  <c:v>7.492</c:v>
                </c:pt>
                <c:pt idx="5759">
                  <c:v>7.486</c:v>
                </c:pt>
                <c:pt idx="5760">
                  <c:v>7.475</c:v>
                </c:pt>
                <c:pt idx="5761">
                  <c:v>7.449</c:v>
                </c:pt>
                <c:pt idx="5762">
                  <c:v>7.445</c:v>
                </c:pt>
                <c:pt idx="5763">
                  <c:v>7.429</c:v>
                </c:pt>
                <c:pt idx="5764">
                  <c:v>7.414</c:v>
                </c:pt>
                <c:pt idx="5765">
                  <c:v>7.411</c:v>
                </c:pt>
                <c:pt idx="5766">
                  <c:v>7.409</c:v>
                </c:pt>
                <c:pt idx="5767">
                  <c:v>7.399</c:v>
                </c:pt>
                <c:pt idx="5768">
                  <c:v>7.395</c:v>
                </c:pt>
                <c:pt idx="5769">
                  <c:v>7.383</c:v>
                </c:pt>
                <c:pt idx="5770">
                  <c:v>7.382</c:v>
                </c:pt>
                <c:pt idx="5771">
                  <c:v>7.382</c:v>
                </c:pt>
                <c:pt idx="5772">
                  <c:v>7.377</c:v>
                </c:pt>
                <c:pt idx="5773">
                  <c:v>7.368</c:v>
                </c:pt>
                <c:pt idx="5774">
                  <c:v>7.366</c:v>
                </c:pt>
                <c:pt idx="5775">
                  <c:v>7.359</c:v>
                </c:pt>
                <c:pt idx="5776">
                  <c:v>7.359</c:v>
                </c:pt>
                <c:pt idx="5777">
                  <c:v>7.359</c:v>
                </c:pt>
                <c:pt idx="5778">
                  <c:v>7.359</c:v>
                </c:pt>
                <c:pt idx="5779">
                  <c:v>7.351</c:v>
                </c:pt>
                <c:pt idx="5780">
                  <c:v>7.347</c:v>
                </c:pt>
                <c:pt idx="5781">
                  <c:v>7.332</c:v>
                </c:pt>
                <c:pt idx="5782">
                  <c:v>7.327</c:v>
                </c:pt>
                <c:pt idx="5783">
                  <c:v>7.324</c:v>
                </c:pt>
                <c:pt idx="5784">
                  <c:v>7.31</c:v>
                </c:pt>
                <c:pt idx="5785">
                  <c:v>7.307</c:v>
                </c:pt>
                <c:pt idx="5786">
                  <c:v>7.288</c:v>
                </c:pt>
                <c:pt idx="5787">
                  <c:v>7.28</c:v>
                </c:pt>
                <c:pt idx="5788">
                  <c:v>7.275</c:v>
                </c:pt>
                <c:pt idx="5789">
                  <c:v>7.275</c:v>
                </c:pt>
                <c:pt idx="5790">
                  <c:v>7.258</c:v>
                </c:pt>
                <c:pt idx="5791">
                  <c:v>7.256</c:v>
                </c:pt>
                <c:pt idx="5792">
                  <c:v>7.256</c:v>
                </c:pt>
                <c:pt idx="5793">
                  <c:v>7.248</c:v>
                </c:pt>
                <c:pt idx="5794">
                  <c:v>7.247</c:v>
                </c:pt>
                <c:pt idx="5795">
                  <c:v>7.246</c:v>
                </c:pt>
                <c:pt idx="5796">
                  <c:v>7.225</c:v>
                </c:pt>
                <c:pt idx="5797">
                  <c:v>7.21</c:v>
                </c:pt>
                <c:pt idx="5798">
                  <c:v>7.201</c:v>
                </c:pt>
                <c:pt idx="5799">
                  <c:v>7.19</c:v>
                </c:pt>
                <c:pt idx="5800">
                  <c:v>7.184</c:v>
                </c:pt>
                <c:pt idx="5801">
                  <c:v>7.17</c:v>
                </c:pt>
                <c:pt idx="5802">
                  <c:v>7.168</c:v>
                </c:pt>
                <c:pt idx="5803">
                  <c:v>7.167</c:v>
                </c:pt>
                <c:pt idx="5804">
                  <c:v>7.146</c:v>
                </c:pt>
                <c:pt idx="5805">
                  <c:v>7.141</c:v>
                </c:pt>
                <c:pt idx="5806">
                  <c:v>7.14</c:v>
                </c:pt>
                <c:pt idx="5807">
                  <c:v>7.136</c:v>
                </c:pt>
                <c:pt idx="5808">
                  <c:v>7.135</c:v>
                </c:pt>
                <c:pt idx="5809">
                  <c:v>7.129</c:v>
                </c:pt>
                <c:pt idx="5810">
                  <c:v>7.121</c:v>
                </c:pt>
                <c:pt idx="5811">
                  <c:v>7.121</c:v>
                </c:pt>
                <c:pt idx="5812">
                  <c:v>7.108</c:v>
                </c:pt>
                <c:pt idx="5813">
                  <c:v>7.107</c:v>
                </c:pt>
                <c:pt idx="5814">
                  <c:v>7.075</c:v>
                </c:pt>
                <c:pt idx="5815">
                  <c:v>7.074</c:v>
                </c:pt>
                <c:pt idx="5816">
                  <c:v>7.053</c:v>
                </c:pt>
                <c:pt idx="5817">
                  <c:v>7.044</c:v>
                </c:pt>
                <c:pt idx="5818">
                  <c:v>7.044</c:v>
                </c:pt>
                <c:pt idx="5819">
                  <c:v>7.043</c:v>
                </c:pt>
                <c:pt idx="5820">
                  <c:v>7.041</c:v>
                </c:pt>
                <c:pt idx="5821">
                  <c:v>7.038</c:v>
                </c:pt>
                <c:pt idx="5822">
                  <c:v>7.033</c:v>
                </c:pt>
                <c:pt idx="5823">
                  <c:v>7.026</c:v>
                </c:pt>
                <c:pt idx="5824">
                  <c:v>7.017</c:v>
                </c:pt>
                <c:pt idx="5825">
                  <c:v>7.015</c:v>
                </c:pt>
                <c:pt idx="5826">
                  <c:v>7.01</c:v>
                </c:pt>
                <c:pt idx="5827">
                  <c:v>7.005</c:v>
                </c:pt>
                <c:pt idx="5828">
                  <c:v>7.004</c:v>
                </c:pt>
                <c:pt idx="5829">
                  <c:v>7.003</c:v>
                </c:pt>
                <c:pt idx="5830">
                  <c:v>6.984</c:v>
                </c:pt>
                <c:pt idx="5831">
                  <c:v>6.971</c:v>
                </c:pt>
                <c:pt idx="5832">
                  <c:v>6.968</c:v>
                </c:pt>
                <c:pt idx="5833">
                  <c:v>6.967</c:v>
                </c:pt>
                <c:pt idx="5834">
                  <c:v>6.96</c:v>
                </c:pt>
                <c:pt idx="5835">
                  <c:v>6.952</c:v>
                </c:pt>
                <c:pt idx="5836">
                  <c:v>6.951</c:v>
                </c:pt>
                <c:pt idx="5837">
                  <c:v>6.949</c:v>
                </c:pt>
                <c:pt idx="5838">
                  <c:v>6.943</c:v>
                </c:pt>
                <c:pt idx="5839">
                  <c:v>6.926</c:v>
                </c:pt>
                <c:pt idx="5840">
                  <c:v>6.925</c:v>
                </c:pt>
                <c:pt idx="5841">
                  <c:v>6.922</c:v>
                </c:pt>
                <c:pt idx="5842">
                  <c:v>6.896</c:v>
                </c:pt>
                <c:pt idx="5843">
                  <c:v>6.896</c:v>
                </c:pt>
                <c:pt idx="5844">
                  <c:v>6.878</c:v>
                </c:pt>
                <c:pt idx="5845">
                  <c:v>6.87</c:v>
                </c:pt>
                <c:pt idx="5846">
                  <c:v>6.867</c:v>
                </c:pt>
                <c:pt idx="5847">
                  <c:v>6.863</c:v>
                </c:pt>
                <c:pt idx="5848">
                  <c:v>6.855</c:v>
                </c:pt>
                <c:pt idx="5849">
                  <c:v>6.847</c:v>
                </c:pt>
                <c:pt idx="5850">
                  <c:v>6.846</c:v>
                </c:pt>
                <c:pt idx="5851">
                  <c:v>6.846</c:v>
                </c:pt>
                <c:pt idx="5852">
                  <c:v>6.842</c:v>
                </c:pt>
                <c:pt idx="5853">
                  <c:v>6.822</c:v>
                </c:pt>
                <c:pt idx="5854">
                  <c:v>6.818</c:v>
                </c:pt>
                <c:pt idx="5855">
                  <c:v>6.813</c:v>
                </c:pt>
                <c:pt idx="5856">
                  <c:v>6.776</c:v>
                </c:pt>
                <c:pt idx="5857">
                  <c:v>6.765</c:v>
                </c:pt>
                <c:pt idx="5858">
                  <c:v>6.764</c:v>
                </c:pt>
                <c:pt idx="5859">
                  <c:v>6.756</c:v>
                </c:pt>
                <c:pt idx="5860">
                  <c:v>6.753</c:v>
                </c:pt>
                <c:pt idx="5861">
                  <c:v>6.743</c:v>
                </c:pt>
                <c:pt idx="5862">
                  <c:v>6.731</c:v>
                </c:pt>
                <c:pt idx="5863">
                  <c:v>6.729</c:v>
                </c:pt>
                <c:pt idx="5864">
                  <c:v>6.728</c:v>
                </c:pt>
                <c:pt idx="5865">
                  <c:v>6.726</c:v>
                </c:pt>
                <c:pt idx="5866">
                  <c:v>6.724</c:v>
                </c:pt>
                <c:pt idx="5867">
                  <c:v>6.721</c:v>
                </c:pt>
                <c:pt idx="5868">
                  <c:v>6.709</c:v>
                </c:pt>
                <c:pt idx="5869">
                  <c:v>6.696</c:v>
                </c:pt>
                <c:pt idx="5870">
                  <c:v>6.691</c:v>
                </c:pt>
                <c:pt idx="5871">
                  <c:v>6.688</c:v>
                </c:pt>
                <c:pt idx="5872">
                  <c:v>6.675</c:v>
                </c:pt>
                <c:pt idx="5873">
                  <c:v>6.675</c:v>
                </c:pt>
                <c:pt idx="5874">
                  <c:v>6.668</c:v>
                </c:pt>
                <c:pt idx="5875">
                  <c:v>6.658</c:v>
                </c:pt>
                <c:pt idx="5876">
                  <c:v>6.643</c:v>
                </c:pt>
                <c:pt idx="5877">
                  <c:v>6.643</c:v>
                </c:pt>
                <c:pt idx="5878">
                  <c:v>6.634</c:v>
                </c:pt>
                <c:pt idx="5879">
                  <c:v>6.627</c:v>
                </c:pt>
                <c:pt idx="5880">
                  <c:v>6.622</c:v>
                </c:pt>
                <c:pt idx="5881">
                  <c:v>6.62</c:v>
                </c:pt>
                <c:pt idx="5882">
                  <c:v>6.619</c:v>
                </c:pt>
                <c:pt idx="5883">
                  <c:v>6.614</c:v>
                </c:pt>
                <c:pt idx="5884">
                  <c:v>6.608</c:v>
                </c:pt>
                <c:pt idx="5885">
                  <c:v>6.607</c:v>
                </c:pt>
                <c:pt idx="5886">
                  <c:v>6.606</c:v>
                </c:pt>
                <c:pt idx="5887">
                  <c:v>6.599</c:v>
                </c:pt>
                <c:pt idx="5888">
                  <c:v>6.597</c:v>
                </c:pt>
                <c:pt idx="5889">
                  <c:v>6.595</c:v>
                </c:pt>
                <c:pt idx="5890">
                  <c:v>6.584</c:v>
                </c:pt>
                <c:pt idx="5891">
                  <c:v>6.573</c:v>
                </c:pt>
                <c:pt idx="5892">
                  <c:v>6.561</c:v>
                </c:pt>
                <c:pt idx="5893">
                  <c:v>6.56</c:v>
                </c:pt>
                <c:pt idx="5894">
                  <c:v>6.549</c:v>
                </c:pt>
                <c:pt idx="5895">
                  <c:v>6.546</c:v>
                </c:pt>
                <c:pt idx="5896">
                  <c:v>6.54</c:v>
                </c:pt>
                <c:pt idx="5897">
                  <c:v>6.508</c:v>
                </c:pt>
                <c:pt idx="5898">
                  <c:v>6.507</c:v>
                </c:pt>
                <c:pt idx="5899">
                  <c:v>6.5</c:v>
                </c:pt>
                <c:pt idx="5900">
                  <c:v>6.496</c:v>
                </c:pt>
                <c:pt idx="5901">
                  <c:v>6.479</c:v>
                </c:pt>
                <c:pt idx="5902">
                  <c:v>6.476</c:v>
                </c:pt>
                <c:pt idx="5903">
                  <c:v>6.475</c:v>
                </c:pt>
                <c:pt idx="5904">
                  <c:v>6.465</c:v>
                </c:pt>
                <c:pt idx="5905">
                  <c:v>6.459</c:v>
                </c:pt>
                <c:pt idx="5906">
                  <c:v>131.976</c:v>
                </c:pt>
                <c:pt idx="5907">
                  <c:v>126.418</c:v>
                </c:pt>
                <c:pt idx="5908">
                  <c:v>120.921</c:v>
                </c:pt>
                <c:pt idx="5909">
                  <c:v>116.873</c:v>
                </c:pt>
                <c:pt idx="5910">
                  <c:v>115.014</c:v>
                </c:pt>
                <c:pt idx="5911">
                  <c:v>110.867</c:v>
                </c:pt>
                <c:pt idx="5912">
                  <c:v>109.3</c:v>
                </c:pt>
                <c:pt idx="5913">
                  <c:v>104.189</c:v>
                </c:pt>
                <c:pt idx="5914">
                  <c:v>95.686</c:v>
                </c:pt>
                <c:pt idx="5915">
                  <c:v>90.208</c:v>
                </c:pt>
                <c:pt idx="5916">
                  <c:v>87.929</c:v>
                </c:pt>
                <c:pt idx="5917">
                  <c:v>84.247</c:v>
                </c:pt>
                <c:pt idx="5918">
                  <c:v>79.993</c:v>
                </c:pt>
                <c:pt idx="5919">
                  <c:v>76.413</c:v>
                </c:pt>
                <c:pt idx="5920">
                  <c:v>74.27</c:v>
                </c:pt>
                <c:pt idx="5921">
                  <c:v>74.008</c:v>
                </c:pt>
                <c:pt idx="5922">
                  <c:v>72.136</c:v>
                </c:pt>
                <c:pt idx="5923">
                  <c:v>69.937</c:v>
                </c:pt>
                <c:pt idx="5924">
                  <c:v>68.693</c:v>
                </c:pt>
                <c:pt idx="5925">
                  <c:v>68.356</c:v>
                </c:pt>
                <c:pt idx="5926">
                  <c:v>68.335</c:v>
                </c:pt>
                <c:pt idx="5927">
                  <c:v>65.839</c:v>
                </c:pt>
                <c:pt idx="5928">
                  <c:v>65.597</c:v>
                </c:pt>
                <c:pt idx="5929">
                  <c:v>61.416</c:v>
                </c:pt>
                <c:pt idx="5930">
                  <c:v>61.173</c:v>
                </c:pt>
                <c:pt idx="5931">
                  <c:v>60.572</c:v>
                </c:pt>
                <c:pt idx="5932">
                  <c:v>59.306</c:v>
                </c:pt>
                <c:pt idx="5933">
                  <c:v>58.248</c:v>
                </c:pt>
                <c:pt idx="5934">
                  <c:v>56.747</c:v>
                </c:pt>
                <c:pt idx="5935">
                  <c:v>54.739</c:v>
                </c:pt>
                <c:pt idx="5936">
                  <c:v>54.568</c:v>
                </c:pt>
                <c:pt idx="5937">
                  <c:v>52.731</c:v>
                </c:pt>
                <c:pt idx="5938">
                  <c:v>51.899</c:v>
                </c:pt>
                <c:pt idx="5939">
                  <c:v>51.512</c:v>
                </c:pt>
                <c:pt idx="5940">
                  <c:v>50.998</c:v>
                </c:pt>
                <c:pt idx="5941">
                  <c:v>50.884</c:v>
                </c:pt>
                <c:pt idx="5942">
                  <c:v>48.646</c:v>
                </c:pt>
                <c:pt idx="5943">
                  <c:v>47.967</c:v>
                </c:pt>
                <c:pt idx="5944">
                  <c:v>47.957</c:v>
                </c:pt>
                <c:pt idx="5945">
                  <c:v>47.712</c:v>
                </c:pt>
                <c:pt idx="5946">
                  <c:v>47.136</c:v>
                </c:pt>
                <c:pt idx="5947">
                  <c:v>46.968</c:v>
                </c:pt>
                <c:pt idx="5948">
                  <c:v>46.79</c:v>
                </c:pt>
                <c:pt idx="5949">
                  <c:v>46.252</c:v>
                </c:pt>
                <c:pt idx="5950">
                  <c:v>45.72</c:v>
                </c:pt>
                <c:pt idx="5951">
                  <c:v>45.321</c:v>
                </c:pt>
                <c:pt idx="5952">
                  <c:v>44.719</c:v>
                </c:pt>
                <c:pt idx="5953">
                  <c:v>44.374</c:v>
                </c:pt>
                <c:pt idx="5954">
                  <c:v>43.367</c:v>
                </c:pt>
                <c:pt idx="5955">
                  <c:v>42.794</c:v>
                </c:pt>
                <c:pt idx="5956">
                  <c:v>41.298</c:v>
                </c:pt>
                <c:pt idx="5957">
                  <c:v>40.947</c:v>
                </c:pt>
                <c:pt idx="5958">
                  <c:v>39.372</c:v>
                </c:pt>
                <c:pt idx="5959">
                  <c:v>39.263</c:v>
                </c:pt>
                <c:pt idx="5960">
                  <c:v>38.048</c:v>
                </c:pt>
                <c:pt idx="5961">
                  <c:v>37.962</c:v>
                </c:pt>
                <c:pt idx="5962">
                  <c:v>37.472</c:v>
                </c:pt>
                <c:pt idx="5963">
                  <c:v>36.874</c:v>
                </c:pt>
                <c:pt idx="5964">
                  <c:v>36.749</c:v>
                </c:pt>
                <c:pt idx="5965">
                  <c:v>36.179</c:v>
                </c:pt>
                <c:pt idx="5966">
                  <c:v>35.776</c:v>
                </c:pt>
                <c:pt idx="5967">
                  <c:v>35.174</c:v>
                </c:pt>
                <c:pt idx="5968">
                  <c:v>34.797</c:v>
                </c:pt>
                <c:pt idx="5969">
                  <c:v>34.559</c:v>
                </c:pt>
                <c:pt idx="5970">
                  <c:v>34.218</c:v>
                </c:pt>
                <c:pt idx="5971">
                  <c:v>34.177</c:v>
                </c:pt>
                <c:pt idx="5972">
                  <c:v>33.999</c:v>
                </c:pt>
                <c:pt idx="5973">
                  <c:v>33.976</c:v>
                </c:pt>
                <c:pt idx="5974">
                  <c:v>33.97</c:v>
                </c:pt>
                <c:pt idx="5975">
                  <c:v>32.603</c:v>
                </c:pt>
                <c:pt idx="5976">
                  <c:v>32.399</c:v>
                </c:pt>
                <c:pt idx="5977">
                  <c:v>32.243</c:v>
                </c:pt>
                <c:pt idx="5978">
                  <c:v>32.154</c:v>
                </c:pt>
                <c:pt idx="5979">
                  <c:v>31.75</c:v>
                </c:pt>
                <c:pt idx="5980">
                  <c:v>31.719</c:v>
                </c:pt>
                <c:pt idx="5981">
                  <c:v>31.556</c:v>
                </c:pt>
                <c:pt idx="5982">
                  <c:v>31.354</c:v>
                </c:pt>
                <c:pt idx="5983">
                  <c:v>31.192</c:v>
                </c:pt>
                <c:pt idx="5984">
                  <c:v>31.063</c:v>
                </c:pt>
                <c:pt idx="5985">
                  <c:v>29.534</c:v>
                </c:pt>
                <c:pt idx="5986">
                  <c:v>29.27</c:v>
                </c:pt>
                <c:pt idx="5987">
                  <c:v>28.792</c:v>
                </c:pt>
                <c:pt idx="5988">
                  <c:v>28.506</c:v>
                </c:pt>
                <c:pt idx="5989">
                  <c:v>28.395</c:v>
                </c:pt>
                <c:pt idx="5990">
                  <c:v>28.339</c:v>
                </c:pt>
                <c:pt idx="5991">
                  <c:v>28.23</c:v>
                </c:pt>
                <c:pt idx="5992">
                  <c:v>28.134</c:v>
                </c:pt>
                <c:pt idx="5993">
                  <c:v>27.74</c:v>
                </c:pt>
                <c:pt idx="5994">
                  <c:v>27.545</c:v>
                </c:pt>
                <c:pt idx="5995">
                  <c:v>27.486</c:v>
                </c:pt>
                <c:pt idx="5996">
                  <c:v>27.313</c:v>
                </c:pt>
                <c:pt idx="5997">
                  <c:v>27.09</c:v>
                </c:pt>
                <c:pt idx="5998">
                  <c:v>27.026</c:v>
                </c:pt>
                <c:pt idx="5999">
                  <c:v>27.026</c:v>
                </c:pt>
                <c:pt idx="6000">
                  <c:v>26.98</c:v>
                </c:pt>
                <c:pt idx="6001">
                  <c:v>26.736</c:v>
                </c:pt>
                <c:pt idx="6002">
                  <c:v>26.679</c:v>
                </c:pt>
                <c:pt idx="6003">
                  <c:v>26.194</c:v>
                </c:pt>
                <c:pt idx="6004">
                  <c:v>26.186</c:v>
                </c:pt>
                <c:pt idx="6005">
                  <c:v>26.054</c:v>
                </c:pt>
                <c:pt idx="6006">
                  <c:v>25.943</c:v>
                </c:pt>
                <c:pt idx="6007">
                  <c:v>25.897</c:v>
                </c:pt>
                <c:pt idx="6008">
                  <c:v>25.68</c:v>
                </c:pt>
                <c:pt idx="6009">
                  <c:v>25.604</c:v>
                </c:pt>
                <c:pt idx="6010">
                  <c:v>25.558</c:v>
                </c:pt>
                <c:pt idx="6011">
                  <c:v>24.682</c:v>
                </c:pt>
                <c:pt idx="6012">
                  <c:v>24.672</c:v>
                </c:pt>
                <c:pt idx="6013">
                  <c:v>24.609</c:v>
                </c:pt>
                <c:pt idx="6014">
                  <c:v>24.531</c:v>
                </c:pt>
                <c:pt idx="6015">
                  <c:v>24.521</c:v>
                </c:pt>
                <c:pt idx="6016">
                  <c:v>24.407</c:v>
                </c:pt>
                <c:pt idx="6017">
                  <c:v>24.368</c:v>
                </c:pt>
                <c:pt idx="6018">
                  <c:v>24.233</c:v>
                </c:pt>
                <c:pt idx="6019">
                  <c:v>24.206</c:v>
                </c:pt>
                <c:pt idx="6020">
                  <c:v>24.195</c:v>
                </c:pt>
                <c:pt idx="6021">
                  <c:v>23.767</c:v>
                </c:pt>
                <c:pt idx="6022">
                  <c:v>23.621</c:v>
                </c:pt>
                <c:pt idx="6023">
                  <c:v>23.6</c:v>
                </c:pt>
                <c:pt idx="6024">
                  <c:v>23.588</c:v>
                </c:pt>
                <c:pt idx="6025">
                  <c:v>23.573</c:v>
                </c:pt>
                <c:pt idx="6026">
                  <c:v>23.39</c:v>
                </c:pt>
                <c:pt idx="6027">
                  <c:v>23.333</c:v>
                </c:pt>
                <c:pt idx="6028">
                  <c:v>23.292</c:v>
                </c:pt>
                <c:pt idx="6029">
                  <c:v>23.27</c:v>
                </c:pt>
                <c:pt idx="6030">
                  <c:v>23.268</c:v>
                </c:pt>
                <c:pt idx="6031">
                  <c:v>23.236</c:v>
                </c:pt>
                <c:pt idx="6032">
                  <c:v>22.998</c:v>
                </c:pt>
                <c:pt idx="6033">
                  <c:v>22.725</c:v>
                </c:pt>
                <c:pt idx="6034">
                  <c:v>22.583</c:v>
                </c:pt>
                <c:pt idx="6035">
                  <c:v>22.431</c:v>
                </c:pt>
                <c:pt idx="6036">
                  <c:v>22.124</c:v>
                </c:pt>
                <c:pt idx="6037">
                  <c:v>22.107</c:v>
                </c:pt>
                <c:pt idx="6038">
                  <c:v>22.044</c:v>
                </c:pt>
                <c:pt idx="6039">
                  <c:v>21.742</c:v>
                </c:pt>
                <c:pt idx="6040">
                  <c:v>21.574</c:v>
                </c:pt>
                <c:pt idx="6041">
                  <c:v>21.529</c:v>
                </c:pt>
                <c:pt idx="6042">
                  <c:v>21.501</c:v>
                </c:pt>
                <c:pt idx="6043">
                  <c:v>21.47</c:v>
                </c:pt>
                <c:pt idx="6044">
                  <c:v>21.47</c:v>
                </c:pt>
                <c:pt idx="6045">
                  <c:v>21.44</c:v>
                </c:pt>
                <c:pt idx="6046">
                  <c:v>21.239</c:v>
                </c:pt>
                <c:pt idx="6047">
                  <c:v>21.01</c:v>
                </c:pt>
                <c:pt idx="6048">
                  <c:v>21.006</c:v>
                </c:pt>
                <c:pt idx="6049">
                  <c:v>20.993</c:v>
                </c:pt>
                <c:pt idx="6050">
                  <c:v>20.777</c:v>
                </c:pt>
                <c:pt idx="6051">
                  <c:v>20.645</c:v>
                </c:pt>
                <c:pt idx="6052">
                  <c:v>20.581</c:v>
                </c:pt>
                <c:pt idx="6053">
                  <c:v>20.544</c:v>
                </c:pt>
                <c:pt idx="6054">
                  <c:v>20.542</c:v>
                </c:pt>
                <c:pt idx="6055">
                  <c:v>20.517</c:v>
                </c:pt>
                <c:pt idx="6056">
                  <c:v>20.482</c:v>
                </c:pt>
                <c:pt idx="6057">
                  <c:v>20.462</c:v>
                </c:pt>
                <c:pt idx="6058">
                  <c:v>20.204</c:v>
                </c:pt>
                <c:pt idx="6059">
                  <c:v>20.089</c:v>
                </c:pt>
                <c:pt idx="6060">
                  <c:v>20.037</c:v>
                </c:pt>
                <c:pt idx="6061">
                  <c:v>19.957</c:v>
                </c:pt>
                <c:pt idx="6062">
                  <c:v>19.789</c:v>
                </c:pt>
                <c:pt idx="6063">
                  <c:v>19.77</c:v>
                </c:pt>
                <c:pt idx="6064">
                  <c:v>19.614</c:v>
                </c:pt>
                <c:pt idx="6065">
                  <c:v>19.49</c:v>
                </c:pt>
                <c:pt idx="6066">
                  <c:v>19.449</c:v>
                </c:pt>
                <c:pt idx="6067">
                  <c:v>19.408</c:v>
                </c:pt>
                <c:pt idx="6068">
                  <c:v>19.346</c:v>
                </c:pt>
                <c:pt idx="6069">
                  <c:v>19.307</c:v>
                </c:pt>
                <c:pt idx="6070">
                  <c:v>19.253</c:v>
                </c:pt>
                <c:pt idx="6071">
                  <c:v>19.249</c:v>
                </c:pt>
                <c:pt idx="6072">
                  <c:v>19.025</c:v>
                </c:pt>
                <c:pt idx="6073">
                  <c:v>18.805</c:v>
                </c:pt>
                <c:pt idx="6074">
                  <c:v>18.787</c:v>
                </c:pt>
                <c:pt idx="6075">
                  <c:v>18.601</c:v>
                </c:pt>
                <c:pt idx="6076">
                  <c:v>18.484</c:v>
                </c:pt>
                <c:pt idx="6077">
                  <c:v>18.482</c:v>
                </c:pt>
                <c:pt idx="6078">
                  <c:v>18.41</c:v>
                </c:pt>
                <c:pt idx="6079">
                  <c:v>18.371</c:v>
                </c:pt>
                <c:pt idx="6080">
                  <c:v>18.318</c:v>
                </c:pt>
                <c:pt idx="6081">
                  <c:v>18.272</c:v>
                </c:pt>
                <c:pt idx="6082">
                  <c:v>18.22</c:v>
                </c:pt>
                <c:pt idx="6083">
                  <c:v>18.099</c:v>
                </c:pt>
                <c:pt idx="6084">
                  <c:v>18.082</c:v>
                </c:pt>
                <c:pt idx="6085">
                  <c:v>17.98</c:v>
                </c:pt>
                <c:pt idx="6086">
                  <c:v>17.944</c:v>
                </c:pt>
                <c:pt idx="6087">
                  <c:v>17.899</c:v>
                </c:pt>
                <c:pt idx="6088">
                  <c:v>17.847</c:v>
                </c:pt>
                <c:pt idx="6089">
                  <c:v>17.841</c:v>
                </c:pt>
                <c:pt idx="6090">
                  <c:v>17.612</c:v>
                </c:pt>
                <c:pt idx="6091">
                  <c:v>17.595</c:v>
                </c:pt>
                <c:pt idx="6092">
                  <c:v>17.46</c:v>
                </c:pt>
                <c:pt idx="6093">
                  <c:v>17.439</c:v>
                </c:pt>
                <c:pt idx="6094">
                  <c:v>17.338</c:v>
                </c:pt>
                <c:pt idx="6095">
                  <c:v>17.336</c:v>
                </c:pt>
                <c:pt idx="6096">
                  <c:v>17.241</c:v>
                </c:pt>
                <c:pt idx="6097">
                  <c:v>17.228</c:v>
                </c:pt>
                <c:pt idx="6098">
                  <c:v>17.197</c:v>
                </c:pt>
                <c:pt idx="6099">
                  <c:v>17.181</c:v>
                </c:pt>
                <c:pt idx="6100">
                  <c:v>17.176</c:v>
                </c:pt>
                <c:pt idx="6101">
                  <c:v>17.159</c:v>
                </c:pt>
                <c:pt idx="6102">
                  <c:v>17.039</c:v>
                </c:pt>
                <c:pt idx="6103">
                  <c:v>16.983</c:v>
                </c:pt>
                <c:pt idx="6104">
                  <c:v>16.923</c:v>
                </c:pt>
                <c:pt idx="6105">
                  <c:v>16.861</c:v>
                </c:pt>
                <c:pt idx="6106">
                  <c:v>16.841</c:v>
                </c:pt>
                <c:pt idx="6107">
                  <c:v>16.813</c:v>
                </c:pt>
                <c:pt idx="6108">
                  <c:v>16.685</c:v>
                </c:pt>
                <c:pt idx="6109">
                  <c:v>16.567</c:v>
                </c:pt>
                <c:pt idx="6110">
                  <c:v>16.546</c:v>
                </c:pt>
                <c:pt idx="6111">
                  <c:v>16.533</c:v>
                </c:pt>
                <c:pt idx="6112">
                  <c:v>16.523</c:v>
                </c:pt>
                <c:pt idx="6113">
                  <c:v>16.417</c:v>
                </c:pt>
                <c:pt idx="6114">
                  <c:v>16.413</c:v>
                </c:pt>
                <c:pt idx="6115">
                  <c:v>16.386</c:v>
                </c:pt>
                <c:pt idx="6116">
                  <c:v>16.283</c:v>
                </c:pt>
                <c:pt idx="6117">
                  <c:v>16.168</c:v>
                </c:pt>
                <c:pt idx="6118">
                  <c:v>16.159</c:v>
                </c:pt>
                <c:pt idx="6119">
                  <c:v>16.136</c:v>
                </c:pt>
                <c:pt idx="6120">
                  <c:v>16.114</c:v>
                </c:pt>
                <c:pt idx="6121">
                  <c:v>16.082</c:v>
                </c:pt>
                <c:pt idx="6122">
                  <c:v>16.033</c:v>
                </c:pt>
                <c:pt idx="6123">
                  <c:v>16.006</c:v>
                </c:pt>
                <c:pt idx="6124">
                  <c:v>15.995</c:v>
                </c:pt>
                <c:pt idx="6125">
                  <c:v>15.976</c:v>
                </c:pt>
                <c:pt idx="6126">
                  <c:v>15.946</c:v>
                </c:pt>
                <c:pt idx="6127">
                  <c:v>15.932</c:v>
                </c:pt>
                <c:pt idx="6128">
                  <c:v>15.919</c:v>
                </c:pt>
                <c:pt idx="6129">
                  <c:v>15.845</c:v>
                </c:pt>
                <c:pt idx="6130">
                  <c:v>15.755</c:v>
                </c:pt>
                <c:pt idx="6131">
                  <c:v>15.752</c:v>
                </c:pt>
                <c:pt idx="6132">
                  <c:v>15.733</c:v>
                </c:pt>
                <c:pt idx="6133">
                  <c:v>15.714</c:v>
                </c:pt>
                <c:pt idx="6134">
                  <c:v>15.69</c:v>
                </c:pt>
                <c:pt idx="6135">
                  <c:v>15.607</c:v>
                </c:pt>
                <c:pt idx="6136">
                  <c:v>15.575</c:v>
                </c:pt>
                <c:pt idx="6137">
                  <c:v>15.552</c:v>
                </c:pt>
                <c:pt idx="6138">
                  <c:v>15.547</c:v>
                </c:pt>
                <c:pt idx="6139">
                  <c:v>15.53</c:v>
                </c:pt>
                <c:pt idx="6140">
                  <c:v>15.528</c:v>
                </c:pt>
                <c:pt idx="6141">
                  <c:v>15.527</c:v>
                </c:pt>
                <c:pt idx="6142">
                  <c:v>15.489</c:v>
                </c:pt>
                <c:pt idx="6143">
                  <c:v>15.458</c:v>
                </c:pt>
                <c:pt idx="6144">
                  <c:v>15.457</c:v>
                </c:pt>
                <c:pt idx="6145">
                  <c:v>15.449</c:v>
                </c:pt>
                <c:pt idx="6146">
                  <c:v>15.437</c:v>
                </c:pt>
                <c:pt idx="6147">
                  <c:v>15.392</c:v>
                </c:pt>
                <c:pt idx="6148">
                  <c:v>15.216</c:v>
                </c:pt>
                <c:pt idx="6149">
                  <c:v>15.161</c:v>
                </c:pt>
                <c:pt idx="6150">
                  <c:v>15.127</c:v>
                </c:pt>
                <c:pt idx="6151">
                  <c:v>15.107</c:v>
                </c:pt>
                <c:pt idx="6152">
                  <c:v>15.105</c:v>
                </c:pt>
                <c:pt idx="6153">
                  <c:v>14.979</c:v>
                </c:pt>
                <c:pt idx="6154">
                  <c:v>14.959</c:v>
                </c:pt>
                <c:pt idx="6155">
                  <c:v>14.957</c:v>
                </c:pt>
                <c:pt idx="6156">
                  <c:v>14.896</c:v>
                </c:pt>
                <c:pt idx="6157">
                  <c:v>14.876</c:v>
                </c:pt>
                <c:pt idx="6158">
                  <c:v>14.863</c:v>
                </c:pt>
                <c:pt idx="6159">
                  <c:v>14.859</c:v>
                </c:pt>
                <c:pt idx="6160">
                  <c:v>14.85</c:v>
                </c:pt>
                <c:pt idx="6161">
                  <c:v>14.806</c:v>
                </c:pt>
                <c:pt idx="6162">
                  <c:v>14.778</c:v>
                </c:pt>
                <c:pt idx="6163">
                  <c:v>14.775</c:v>
                </c:pt>
                <c:pt idx="6164">
                  <c:v>14.762</c:v>
                </c:pt>
                <c:pt idx="6165">
                  <c:v>14.759</c:v>
                </c:pt>
                <c:pt idx="6166">
                  <c:v>14.72</c:v>
                </c:pt>
                <c:pt idx="6167">
                  <c:v>14.669</c:v>
                </c:pt>
                <c:pt idx="6168">
                  <c:v>14.665</c:v>
                </c:pt>
                <c:pt idx="6169">
                  <c:v>14.633</c:v>
                </c:pt>
                <c:pt idx="6170">
                  <c:v>14.579</c:v>
                </c:pt>
                <c:pt idx="6171">
                  <c:v>14.568</c:v>
                </c:pt>
                <c:pt idx="6172">
                  <c:v>14.566</c:v>
                </c:pt>
                <c:pt idx="6173">
                  <c:v>14.475</c:v>
                </c:pt>
                <c:pt idx="6174">
                  <c:v>14.468</c:v>
                </c:pt>
                <c:pt idx="6175">
                  <c:v>14.455</c:v>
                </c:pt>
                <c:pt idx="6176">
                  <c:v>14.422</c:v>
                </c:pt>
                <c:pt idx="6177">
                  <c:v>14.411</c:v>
                </c:pt>
                <c:pt idx="6178">
                  <c:v>14.399</c:v>
                </c:pt>
                <c:pt idx="6179">
                  <c:v>14.392</c:v>
                </c:pt>
                <c:pt idx="6180">
                  <c:v>14.368</c:v>
                </c:pt>
                <c:pt idx="6181">
                  <c:v>14.362</c:v>
                </c:pt>
                <c:pt idx="6182">
                  <c:v>14.348</c:v>
                </c:pt>
                <c:pt idx="6183">
                  <c:v>14.341</c:v>
                </c:pt>
                <c:pt idx="6184">
                  <c:v>14.22</c:v>
                </c:pt>
                <c:pt idx="6185">
                  <c:v>14.216</c:v>
                </c:pt>
                <c:pt idx="6186">
                  <c:v>14.186</c:v>
                </c:pt>
                <c:pt idx="6187">
                  <c:v>14.165</c:v>
                </c:pt>
                <c:pt idx="6188">
                  <c:v>14.148</c:v>
                </c:pt>
                <c:pt idx="6189">
                  <c:v>14.128</c:v>
                </c:pt>
                <c:pt idx="6190">
                  <c:v>14.116</c:v>
                </c:pt>
                <c:pt idx="6191">
                  <c:v>14.113</c:v>
                </c:pt>
                <c:pt idx="6192">
                  <c:v>14.084</c:v>
                </c:pt>
                <c:pt idx="6193">
                  <c:v>14.054</c:v>
                </c:pt>
                <c:pt idx="6194">
                  <c:v>14.052</c:v>
                </c:pt>
                <c:pt idx="6195">
                  <c:v>14.047</c:v>
                </c:pt>
                <c:pt idx="6196">
                  <c:v>14.024</c:v>
                </c:pt>
                <c:pt idx="6197">
                  <c:v>14.018</c:v>
                </c:pt>
                <c:pt idx="6198">
                  <c:v>14.001</c:v>
                </c:pt>
                <c:pt idx="6199">
                  <c:v>13.886</c:v>
                </c:pt>
                <c:pt idx="6200">
                  <c:v>13.883</c:v>
                </c:pt>
                <c:pt idx="6201">
                  <c:v>13.874</c:v>
                </c:pt>
                <c:pt idx="6202">
                  <c:v>13.856</c:v>
                </c:pt>
                <c:pt idx="6203">
                  <c:v>13.777</c:v>
                </c:pt>
                <c:pt idx="6204">
                  <c:v>13.71</c:v>
                </c:pt>
                <c:pt idx="6205">
                  <c:v>13.677</c:v>
                </c:pt>
                <c:pt idx="6206">
                  <c:v>13.67</c:v>
                </c:pt>
                <c:pt idx="6207">
                  <c:v>13.638</c:v>
                </c:pt>
                <c:pt idx="6208">
                  <c:v>13.626</c:v>
                </c:pt>
                <c:pt idx="6209">
                  <c:v>13.587</c:v>
                </c:pt>
                <c:pt idx="6210">
                  <c:v>13.584</c:v>
                </c:pt>
                <c:pt idx="6211">
                  <c:v>13.538</c:v>
                </c:pt>
                <c:pt idx="6212">
                  <c:v>13.491</c:v>
                </c:pt>
                <c:pt idx="6213">
                  <c:v>13.48</c:v>
                </c:pt>
                <c:pt idx="6214">
                  <c:v>13.479</c:v>
                </c:pt>
                <c:pt idx="6215">
                  <c:v>13.467</c:v>
                </c:pt>
                <c:pt idx="6216">
                  <c:v>13.448</c:v>
                </c:pt>
                <c:pt idx="6217">
                  <c:v>13.406</c:v>
                </c:pt>
                <c:pt idx="6218">
                  <c:v>13.399</c:v>
                </c:pt>
                <c:pt idx="6219">
                  <c:v>13.359</c:v>
                </c:pt>
                <c:pt idx="6220">
                  <c:v>13.33</c:v>
                </c:pt>
                <c:pt idx="6221">
                  <c:v>13.328</c:v>
                </c:pt>
                <c:pt idx="6222">
                  <c:v>13.3</c:v>
                </c:pt>
                <c:pt idx="6223">
                  <c:v>13.298</c:v>
                </c:pt>
                <c:pt idx="6224">
                  <c:v>13.286</c:v>
                </c:pt>
                <c:pt idx="6225">
                  <c:v>13.273</c:v>
                </c:pt>
                <c:pt idx="6226">
                  <c:v>13.224</c:v>
                </c:pt>
                <c:pt idx="6227">
                  <c:v>13.179</c:v>
                </c:pt>
                <c:pt idx="6228">
                  <c:v>13.153</c:v>
                </c:pt>
                <c:pt idx="6229">
                  <c:v>13.116</c:v>
                </c:pt>
                <c:pt idx="6230">
                  <c:v>13.113</c:v>
                </c:pt>
                <c:pt idx="6231">
                  <c:v>13.098</c:v>
                </c:pt>
                <c:pt idx="6232">
                  <c:v>13.095</c:v>
                </c:pt>
                <c:pt idx="6233">
                  <c:v>13.093</c:v>
                </c:pt>
                <c:pt idx="6234">
                  <c:v>13.074</c:v>
                </c:pt>
                <c:pt idx="6235">
                  <c:v>13.073</c:v>
                </c:pt>
                <c:pt idx="6236">
                  <c:v>13.064</c:v>
                </c:pt>
                <c:pt idx="6237">
                  <c:v>13.054</c:v>
                </c:pt>
                <c:pt idx="6238">
                  <c:v>13.044</c:v>
                </c:pt>
                <c:pt idx="6239">
                  <c:v>13.041</c:v>
                </c:pt>
                <c:pt idx="6240">
                  <c:v>13.035</c:v>
                </c:pt>
                <c:pt idx="6241">
                  <c:v>13.028</c:v>
                </c:pt>
                <c:pt idx="6242">
                  <c:v>12.969</c:v>
                </c:pt>
                <c:pt idx="6243">
                  <c:v>12.958</c:v>
                </c:pt>
                <c:pt idx="6244">
                  <c:v>12.937</c:v>
                </c:pt>
                <c:pt idx="6245">
                  <c:v>12.917</c:v>
                </c:pt>
                <c:pt idx="6246">
                  <c:v>12.912</c:v>
                </c:pt>
                <c:pt idx="6247">
                  <c:v>12.91</c:v>
                </c:pt>
                <c:pt idx="6248">
                  <c:v>12.905</c:v>
                </c:pt>
                <c:pt idx="6249">
                  <c:v>12.874</c:v>
                </c:pt>
                <c:pt idx="6250">
                  <c:v>12.852</c:v>
                </c:pt>
                <c:pt idx="6251">
                  <c:v>12.742</c:v>
                </c:pt>
                <c:pt idx="6252">
                  <c:v>12.71</c:v>
                </c:pt>
                <c:pt idx="6253">
                  <c:v>12.702</c:v>
                </c:pt>
                <c:pt idx="6254">
                  <c:v>12.675</c:v>
                </c:pt>
                <c:pt idx="6255">
                  <c:v>12.653</c:v>
                </c:pt>
                <c:pt idx="6256">
                  <c:v>12.627</c:v>
                </c:pt>
                <c:pt idx="6257">
                  <c:v>12.609</c:v>
                </c:pt>
                <c:pt idx="6258">
                  <c:v>12.603</c:v>
                </c:pt>
                <c:pt idx="6259">
                  <c:v>12.574</c:v>
                </c:pt>
                <c:pt idx="6260">
                  <c:v>12.556</c:v>
                </c:pt>
                <c:pt idx="6261">
                  <c:v>12.508</c:v>
                </c:pt>
                <c:pt idx="6262">
                  <c:v>12.495</c:v>
                </c:pt>
                <c:pt idx="6263">
                  <c:v>12.467</c:v>
                </c:pt>
                <c:pt idx="6264">
                  <c:v>12.467</c:v>
                </c:pt>
                <c:pt idx="6265">
                  <c:v>12.442</c:v>
                </c:pt>
                <c:pt idx="6266">
                  <c:v>12.439</c:v>
                </c:pt>
                <c:pt idx="6267">
                  <c:v>12.435</c:v>
                </c:pt>
                <c:pt idx="6268">
                  <c:v>12.421</c:v>
                </c:pt>
                <c:pt idx="6269">
                  <c:v>12.369</c:v>
                </c:pt>
                <c:pt idx="6270">
                  <c:v>12.357</c:v>
                </c:pt>
                <c:pt idx="6271">
                  <c:v>12.347</c:v>
                </c:pt>
                <c:pt idx="6272">
                  <c:v>12.346</c:v>
                </c:pt>
                <c:pt idx="6273">
                  <c:v>12.326</c:v>
                </c:pt>
                <c:pt idx="6274">
                  <c:v>12.317</c:v>
                </c:pt>
                <c:pt idx="6275">
                  <c:v>12.316</c:v>
                </c:pt>
                <c:pt idx="6276">
                  <c:v>12.27</c:v>
                </c:pt>
                <c:pt idx="6277">
                  <c:v>12.24</c:v>
                </c:pt>
                <c:pt idx="6278">
                  <c:v>12.226</c:v>
                </c:pt>
                <c:pt idx="6279">
                  <c:v>12.221</c:v>
                </c:pt>
                <c:pt idx="6280">
                  <c:v>12.187</c:v>
                </c:pt>
                <c:pt idx="6281">
                  <c:v>12.177</c:v>
                </c:pt>
                <c:pt idx="6282">
                  <c:v>12.163</c:v>
                </c:pt>
                <c:pt idx="6283">
                  <c:v>12.153</c:v>
                </c:pt>
                <c:pt idx="6284">
                  <c:v>12.139</c:v>
                </c:pt>
                <c:pt idx="6285">
                  <c:v>12.127</c:v>
                </c:pt>
                <c:pt idx="6286">
                  <c:v>12.119</c:v>
                </c:pt>
                <c:pt idx="6287">
                  <c:v>12.111</c:v>
                </c:pt>
                <c:pt idx="6288">
                  <c:v>12.106</c:v>
                </c:pt>
                <c:pt idx="6289">
                  <c:v>12.101</c:v>
                </c:pt>
                <c:pt idx="6290">
                  <c:v>12.095</c:v>
                </c:pt>
                <c:pt idx="6291">
                  <c:v>12.091</c:v>
                </c:pt>
                <c:pt idx="6292">
                  <c:v>12.088</c:v>
                </c:pt>
                <c:pt idx="6293">
                  <c:v>12.081</c:v>
                </c:pt>
                <c:pt idx="6294">
                  <c:v>12.077</c:v>
                </c:pt>
                <c:pt idx="6295">
                  <c:v>12.064</c:v>
                </c:pt>
                <c:pt idx="6296">
                  <c:v>12.046</c:v>
                </c:pt>
                <c:pt idx="6297">
                  <c:v>11.971</c:v>
                </c:pt>
                <c:pt idx="6298">
                  <c:v>11.959</c:v>
                </c:pt>
                <c:pt idx="6299">
                  <c:v>11.922</c:v>
                </c:pt>
                <c:pt idx="6300">
                  <c:v>11.895</c:v>
                </c:pt>
                <c:pt idx="6301">
                  <c:v>11.89</c:v>
                </c:pt>
                <c:pt idx="6302">
                  <c:v>11.874</c:v>
                </c:pt>
                <c:pt idx="6303">
                  <c:v>11.82</c:v>
                </c:pt>
                <c:pt idx="6304">
                  <c:v>11.816</c:v>
                </c:pt>
                <c:pt idx="6305">
                  <c:v>11.792</c:v>
                </c:pt>
                <c:pt idx="6306">
                  <c:v>11.732</c:v>
                </c:pt>
                <c:pt idx="6307">
                  <c:v>11.728</c:v>
                </c:pt>
                <c:pt idx="6308">
                  <c:v>11.724</c:v>
                </c:pt>
                <c:pt idx="6309">
                  <c:v>11.718</c:v>
                </c:pt>
                <c:pt idx="6310">
                  <c:v>11.698</c:v>
                </c:pt>
                <c:pt idx="6311">
                  <c:v>11.69</c:v>
                </c:pt>
                <c:pt idx="6312">
                  <c:v>11.667</c:v>
                </c:pt>
                <c:pt idx="6313">
                  <c:v>11.653</c:v>
                </c:pt>
                <c:pt idx="6314">
                  <c:v>11.645</c:v>
                </c:pt>
                <c:pt idx="6315">
                  <c:v>11.62</c:v>
                </c:pt>
                <c:pt idx="6316">
                  <c:v>11.617</c:v>
                </c:pt>
                <c:pt idx="6317">
                  <c:v>11.617</c:v>
                </c:pt>
                <c:pt idx="6318">
                  <c:v>11.613</c:v>
                </c:pt>
                <c:pt idx="6319">
                  <c:v>11.605</c:v>
                </c:pt>
                <c:pt idx="6320">
                  <c:v>11.599</c:v>
                </c:pt>
                <c:pt idx="6321">
                  <c:v>11.589</c:v>
                </c:pt>
                <c:pt idx="6322">
                  <c:v>11.551</c:v>
                </c:pt>
                <c:pt idx="6323">
                  <c:v>11.55</c:v>
                </c:pt>
                <c:pt idx="6324">
                  <c:v>11.533</c:v>
                </c:pt>
                <c:pt idx="6325">
                  <c:v>11.512</c:v>
                </c:pt>
                <c:pt idx="6326">
                  <c:v>11.511</c:v>
                </c:pt>
                <c:pt idx="6327">
                  <c:v>11.501</c:v>
                </c:pt>
                <c:pt idx="6328">
                  <c:v>11.499</c:v>
                </c:pt>
                <c:pt idx="6329">
                  <c:v>11.487</c:v>
                </c:pt>
                <c:pt idx="6330">
                  <c:v>11.479</c:v>
                </c:pt>
                <c:pt idx="6331">
                  <c:v>11.477</c:v>
                </c:pt>
                <c:pt idx="6332">
                  <c:v>11.435</c:v>
                </c:pt>
                <c:pt idx="6333">
                  <c:v>11.334</c:v>
                </c:pt>
                <c:pt idx="6334">
                  <c:v>11.323</c:v>
                </c:pt>
                <c:pt idx="6335">
                  <c:v>11.322</c:v>
                </c:pt>
                <c:pt idx="6336">
                  <c:v>11.303</c:v>
                </c:pt>
                <c:pt idx="6337">
                  <c:v>11.302</c:v>
                </c:pt>
                <c:pt idx="6338">
                  <c:v>11.297</c:v>
                </c:pt>
                <c:pt idx="6339">
                  <c:v>11.294</c:v>
                </c:pt>
                <c:pt idx="6340">
                  <c:v>11.259</c:v>
                </c:pt>
                <c:pt idx="6341">
                  <c:v>11.251</c:v>
                </c:pt>
                <c:pt idx="6342">
                  <c:v>11.244</c:v>
                </c:pt>
                <c:pt idx="6343">
                  <c:v>11.244</c:v>
                </c:pt>
                <c:pt idx="6344">
                  <c:v>11.237</c:v>
                </c:pt>
                <c:pt idx="6345">
                  <c:v>11.228</c:v>
                </c:pt>
                <c:pt idx="6346">
                  <c:v>11.156</c:v>
                </c:pt>
                <c:pt idx="6347">
                  <c:v>11.149</c:v>
                </c:pt>
                <c:pt idx="6348">
                  <c:v>11.103</c:v>
                </c:pt>
                <c:pt idx="6349">
                  <c:v>11.089</c:v>
                </c:pt>
                <c:pt idx="6350">
                  <c:v>11.088</c:v>
                </c:pt>
                <c:pt idx="6351">
                  <c:v>11.085</c:v>
                </c:pt>
                <c:pt idx="6352">
                  <c:v>11.056</c:v>
                </c:pt>
                <c:pt idx="6353">
                  <c:v>11.038</c:v>
                </c:pt>
                <c:pt idx="6354">
                  <c:v>11.038</c:v>
                </c:pt>
                <c:pt idx="6355">
                  <c:v>11.014</c:v>
                </c:pt>
                <c:pt idx="6356">
                  <c:v>10.986</c:v>
                </c:pt>
                <c:pt idx="6357">
                  <c:v>10.978</c:v>
                </c:pt>
                <c:pt idx="6358">
                  <c:v>10.954</c:v>
                </c:pt>
                <c:pt idx="6359">
                  <c:v>10.951</c:v>
                </c:pt>
                <c:pt idx="6360">
                  <c:v>10.951</c:v>
                </c:pt>
                <c:pt idx="6361">
                  <c:v>10.948</c:v>
                </c:pt>
                <c:pt idx="6362">
                  <c:v>10.938</c:v>
                </c:pt>
                <c:pt idx="6363">
                  <c:v>10.931</c:v>
                </c:pt>
                <c:pt idx="6364">
                  <c:v>10.907</c:v>
                </c:pt>
                <c:pt idx="6365">
                  <c:v>10.905</c:v>
                </c:pt>
                <c:pt idx="6366">
                  <c:v>10.884</c:v>
                </c:pt>
                <c:pt idx="6367">
                  <c:v>10.862</c:v>
                </c:pt>
                <c:pt idx="6368">
                  <c:v>10.845</c:v>
                </c:pt>
                <c:pt idx="6369">
                  <c:v>10.844</c:v>
                </c:pt>
                <c:pt idx="6370">
                  <c:v>10.842</c:v>
                </c:pt>
                <c:pt idx="6371">
                  <c:v>10.83</c:v>
                </c:pt>
                <c:pt idx="6372">
                  <c:v>10.819</c:v>
                </c:pt>
                <c:pt idx="6373">
                  <c:v>10.817</c:v>
                </c:pt>
                <c:pt idx="6374">
                  <c:v>10.799</c:v>
                </c:pt>
                <c:pt idx="6375">
                  <c:v>10.784</c:v>
                </c:pt>
                <c:pt idx="6376">
                  <c:v>10.75</c:v>
                </c:pt>
                <c:pt idx="6377">
                  <c:v>10.736</c:v>
                </c:pt>
                <c:pt idx="6378">
                  <c:v>10.729</c:v>
                </c:pt>
                <c:pt idx="6379">
                  <c:v>10.722</c:v>
                </c:pt>
                <c:pt idx="6380">
                  <c:v>10.718</c:v>
                </c:pt>
                <c:pt idx="6381">
                  <c:v>10.711</c:v>
                </c:pt>
                <c:pt idx="6382">
                  <c:v>10.705</c:v>
                </c:pt>
                <c:pt idx="6383">
                  <c:v>10.702</c:v>
                </c:pt>
                <c:pt idx="6384">
                  <c:v>10.701</c:v>
                </c:pt>
                <c:pt idx="6385">
                  <c:v>10.696</c:v>
                </c:pt>
                <c:pt idx="6386">
                  <c:v>10.688</c:v>
                </c:pt>
                <c:pt idx="6387">
                  <c:v>10.668</c:v>
                </c:pt>
                <c:pt idx="6388">
                  <c:v>10.665</c:v>
                </c:pt>
                <c:pt idx="6389">
                  <c:v>10.661</c:v>
                </c:pt>
                <c:pt idx="6390">
                  <c:v>10.628</c:v>
                </c:pt>
                <c:pt idx="6391">
                  <c:v>10.598</c:v>
                </c:pt>
                <c:pt idx="6392">
                  <c:v>10.59</c:v>
                </c:pt>
                <c:pt idx="6393">
                  <c:v>10.586</c:v>
                </c:pt>
                <c:pt idx="6394">
                  <c:v>10.566</c:v>
                </c:pt>
                <c:pt idx="6395">
                  <c:v>10.552</c:v>
                </c:pt>
                <c:pt idx="6396">
                  <c:v>10.543</c:v>
                </c:pt>
                <c:pt idx="6397">
                  <c:v>10.49</c:v>
                </c:pt>
                <c:pt idx="6398">
                  <c:v>10.485</c:v>
                </c:pt>
                <c:pt idx="6399">
                  <c:v>10.434</c:v>
                </c:pt>
                <c:pt idx="6400">
                  <c:v>10.433</c:v>
                </c:pt>
                <c:pt idx="6401">
                  <c:v>10.431</c:v>
                </c:pt>
                <c:pt idx="6402">
                  <c:v>10.404</c:v>
                </c:pt>
                <c:pt idx="6403">
                  <c:v>10.398</c:v>
                </c:pt>
                <c:pt idx="6404">
                  <c:v>10.392</c:v>
                </c:pt>
                <c:pt idx="6405">
                  <c:v>10.386</c:v>
                </c:pt>
                <c:pt idx="6406">
                  <c:v>10.382</c:v>
                </c:pt>
                <c:pt idx="6407">
                  <c:v>10.38</c:v>
                </c:pt>
                <c:pt idx="6408">
                  <c:v>10.365</c:v>
                </c:pt>
                <c:pt idx="6409">
                  <c:v>10.34</c:v>
                </c:pt>
                <c:pt idx="6410">
                  <c:v>10.307</c:v>
                </c:pt>
                <c:pt idx="6411">
                  <c:v>10.299</c:v>
                </c:pt>
                <c:pt idx="6412">
                  <c:v>10.289</c:v>
                </c:pt>
                <c:pt idx="6413">
                  <c:v>10.27</c:v>
                </c:pt>
                <c:pt idx="6414">
                  <c:v>10.254</c:v>
                </c:pt>
                <c:pt idx="6415">
                  <c:v>10.244</c:v>
                </c:pt>
                <c:pt idx="6416">
                  <c:v>10.235</c:v>
                </c:pt>
                <c:pt idx="6417">
                  <c:v>10.231</c:v>
                </c:pt>
                <c:pt idx="6418">
                  <c:v>10.216</c:v>
                </c:pt>
                <c:pt idx="6419">
                  <c:v>10.21</c:v>
                </c:pt>
                <c:pt idx="6420">
                  <c:v>10.203</c:v>
                </c:pt>
                <c:pt idx="6421">
                  <c:v>10.181</c:v>
                </c:pt>
                <c:pt idx="6422">
                  <c:v>10.138</c:v>
                </c:pt>
                <c:pt idx="6423">
                  <c:v>10.131</c:v>
                </c:pt>
                <c:pt idx="6424">
                  <c:v>10.13</c:v>
                </c:pt>
                <c:pt idx="6425">
                  <c:v>10.105</c:v>
                </c:pt>
                <c:pt idx="6426">
                  <c:v>10.097</c:v>
                </c:pt>
                <c:pt idx="6427">
                  <c:v>10.093</c:v>
                </c:pt>
                <c:pt idx="6428">
                  <c:v>10.08</c:v>
                </c:pt>
                <c:pt idx="6429">
                  <c:v>10.043</c:v>
                </c:pt>
                <c:pt idx="6430">
                  <c:v>10.034</c:v>
                </c:pt>
                <c:pt idx="6431">
                  <c:v>10.032</c:v>
                </c:pt>
                <c:pt idx="6432">
                  <c:v>10.03</c:v>
                </c:pt>
                <c:pt idx="6433">
                  <c:v>10.029</c:v>
                </c:pt>
                <c:pt idx="6434">
                  <c:v>10.022</c:v>
                </c:pt>
                <c:pt idx="6435">
                  <c:v>9.974</c:v>
                </c:pt>
                <c:pt idx="6436">
                  <c:v>9.966</c:v>
                </c:pt>
                <c:pt idx="6437">
                  <c:v>9.951</c:v>
                </c:pt>
                <c:pt idx="6438">
                  <c:v>9.923</c:v>
                </c:pt>
                <c:pt idx="6439">
                  <c:v>9.885</c:v>
                </c:pt>
                <c:pt idx="6440">
                  <c:v>9.885</c:v>
                </c:pt>
                <c:pt idx="6441">
                  <c:v>9.872</c:v>
                </c:pt>
                <c:pt idx="6442">
                  <c:v>9.855</c:v>
                </c:pt>
                <c:pt idx="6443">
                  <c:v>9.841</c:v>
                </c:pt>
                <c:pt idx="6444">
                  <c:v>9.832</c:v>
                </c:pt>
                <c:pt idx="6445">
                  <c:v>9.83</c:v>
                </c:pt>
                <c:pt idx="6446">
                  <c:v>9.787</c:v>
                </c:pt>
                <c:pt idx="6447">
                  <c:v>9.778</c:v>
                </c:pt>
                <c:pt idx="6448">
                  <c:v>9.775</c:v>
                </c:pt>
                <c:pt idx="6449">
                  <c:v>9.771</c:v>
                </c:pt>
                <c:pt idx="6450">
                  <c:v>9.73</c:v>
                </c:pt>
                <c:pt idx="6451">
                  <c:v>9.727</c:v>
                </c:pt>
                <c:pt idx="6452">
                  <c:v>9.716</c:v>
                </c:pt>
                <c:pt idx="6453">
                  <c:v>9.704</c:v>
                </c:pt>
                <c:pt idx="6454">
                  <c:v>9.696</c:v>
                </c:pt>
                <c:pt idx="6455">
                  <c:v>9.654</c:v>
                </c:pt>
                <c:pt idx="6456">
                  <c:v>9.637</c:v>
                </c:pt>
                <c:pt idx="6457">
                  <c:v>9.635</c:v>
                </c:pt>
                <c:pt idx="6458">
                  <c:v>9.618</c:v>
                </c:pt>
                <c:pt idx="6459">
                  <c:v>9.602</c:v>
                </c:pt>
                <c:pt idx="6460">
                  <c:v>9.598</c:v>
                </c:pt>
                <c:pt idx="6461">
                  <c:v>9.596</c:v>
                </c:pt>
                <c:pt idx="6462">
                  <c:v>9.591</c:v>
                </c:pt>
                <c:pt idx="6463">
                  <c:v>9.587</c:v>
                </c:pt>
                <c:pt idx="6464">
                  <c:v>9.587</c:v>
                </c:pt>
                <c:pt idx="6465">
                  <c:v>9.586</c:v>
                </c:pt>
                <c:pt idx="6466">
                  <c:v>9.581</c:v>
                </c:pt>
                <c:pt idx="6467">
                  <c:v>9.572</c:v>
                </c:pt>
                <c:pt idx="6468">
                  <c:v>9.546</c:v>
                </c:pt>
                <c:pt idx="6469">
                  <c:v>9.501</c:v>
                </c:pt>
                <c:pt idx="6470">
                  <c:v>9.491</c:v>
                </c:pt>
                <c:pt idx="6471">
                  <c:v>9.482</c:v>
                </c:pt>
                <c:pt idx="6472">
                  <c:v>9.477</c:v>
                </c:pt>
                <c:pt idx="6473">
                  <c:v>9.459</c:v>
                </c:pt>
                <c:pt idx="6474">
                  <c:v>9.442</c:v>
                </c:pt>
                <c:pt idx="6475">
                  <c:v>9.438</c:v>
                </c:pt>
                <c:pt idx="6476">
                  <c:v>9.352</c:v>
                </c:pt>
                <c:pt idx="6477">
                  <c:v>9.328</c:v>
                </c:pt>
                <c:pt idx="6478">
                  <c:v>9.32</c:v>
                </c:pt>
                <c:pt idx="6479">
                  <c:v>9.293</c:v>
                </c:pt>
                <c:pt idx="6480">
                  <c:v>9.288</c:v>
                </c:pt>
                <c:pt idx="6481">
                  <c:v>9.272</c:v>
                </c:pt>
                <c:pt idx="6482">
                  <c:v>9.255</c:v>
                </c:pt>
                <c:pt idx="6483">
                  <c:v>9.244</c:v>
                </c:pt>
                <c:pt idx="6484">
                  <c:v>9.242</c:v>
                </c:pt>
                <c:pt idx="6485">
                  <c:v>9.23</c:v>
                </c:pt>
                <c:pt idx="6486">
                  <c:v>9.226</c:v>
                </c:pt>
                <c:pt idx="6487">
                  <c:v>9.218</c:v>
                </c:pt>
                <c:pt idx="6488">
                  <c:v>9.211</c:v>
                </c:pt>
                <c:pt idx="6489">
                  <c:v>9.199</c:v>
                </c:pt>
                <c:pt idx="6490">
                  <c:v>9.178</c:v>
                </c:pt>
                <c:pt idx="6491">
                  <c:v>9.156</c:v>
                </c:pt>
                <c:pt idx="6492">
                  <c:v>9.142</c:v>
                </c:pt>
                <c:pt idx="6493">
                  <c:v>9.131</c:v>
                </c:pt>
                <c:pt idx="6494">
                  <c:v>9.13</c:v>
                </c:pt>
                <c:pt idx="6495">
                  <c:v>9.127</c:v>
                </c:pt>
                <c:pt idx="6496">
                  <c:v>9.119</c:v>
                </c:pt>
                <c:pt idx="6497">
                  <c:v>9.114</c:v>
                </c:pt>
                <c:pt idx="6498">
                  <c:v>9.087</c:v>
                </c:pt>
                <c:pt idx="6499">
                  <c:v>9.077</c:v>
                </c:pt>
                <c:pt idx="6500">
                  <c:v>9.052</c:v>
                </c:pt>
                <c:pt idx="6501">
                  <c:v>9.031</c:v>
                </c:pt>
                <c:pt idx="6502">
                  <c:v>8.999</c:v>
                </c:pt>
                <c:pt idx="6503">
                  <c:v>8.99</c:v>
                </c:pt>
                <c:pt idx="6504">
                  <c:v>8.988</c:v>
                </c:pt>
                <c:pt idx="6505">
                  <c:v>8.988</c:v>
                </c:pt>
                <c:pt idx="6506">
                  <c:v>8.981</c:v>
                </c:pt>
                <c:pt idx="6507">
                  <c:v>8.977</c:v>
                </c:pt>
                <c:pt idx="6508">
                  <c:v>8.975</c:v>
                </c:pt>
                <c:pt idx="6509">
                  <c:v>8.956</c:v>
                </c:pt>
                <c:pt idx="6510">
                  <c:v>8.948</c:v>
                </c:pt>
                <c:pt idx="6511">
                  <c:v>8.905</c:v>
                </c:pt>
                <c:pt idx="6512">
                  <c:v>8.895</c:v>
                </c:pt>
                <c:pt idx="6513">
                  <c:v>8.893</c:v>
                </c:pt>
                <c:pt idx="6514">
                  <c:v>8.89</c:v>
                </c:pt>
                <c:pt idx="6515">
                  <c:v>8.869</c:v>
                </c:pt>
                <c:pt idx="6516">
                  <c:v>8.842</c:v>
                </c:pt>
                <c:pt idx="6517">
                  <c:v>8.834</c:v>
                </c:pt>
                <c:pt idx="6518">
                  <c:v>8.827</c:v>
                </c:pt>
                <c:pt idx="6519">
                  <c:v>8.822</c:v>
                </c:pt>
                <c:pt idx="6520">
                  <c:v>8.822</c:v>
                </c:pt>
                <c:pt idx="6521">
                  <c:v>8.819</c:v>
                </c:pt>
                <c:pt idx="6522">
                  <c:v>8.799</c:v>
                </c:pt>
                <c:pt idx="6523">
                  <c:v>8.782</c:v>
                </c:pt>
                <c:pt idx="6524">
                  <c:v>8.771</c:v>
                </c:pt>
                <c:pt idx="6525">
                  <c:v>8.743</c:v>
                </c:pt>
                <c:pt idx="6526">
                  <c:v>8.73</c:v>
                </c:pt>
                <c:pt idx="6527">
                  <c:v>8.73</c:v>
                </c:pt>
                <c:pt idx="6528">
                  <c:v>8.727</c:v>
                </c:pt>
                <c:pt idx="6529">
                  <c:v>8.72</c:v>
                </c:pt>
                <c:pt idx="6530">
                  <c:v>8.715</c:v>
                </c:pt>
                <c:pt idx="6531">
                  <c:v>8.714</c:v>
                </c:pt>
                <c:pt idx="6532">
                  <c:v>8.714</c:v>
                </c:pt>
                <c:pt idx="6533">
                  <c:v>8.697</c:v>
                </c:pt>
                <c:pt idx="6534">
                  <c:v>8.691</c:v>
                </c:pt>
                <c:pt idx="6535">
                  <c:v>8.668</c:v>
                </c:pt>
                <c:pt idx="6536">
                  <c:v>8.659</c:v>
                </c:pt>
                <c:pt idx="6537">
                  <c:v>8.648</c:v>
                </c:pt>
                <c:pt idx="6538">
                  <c:v>8.644</c:v>
                </c:pt>
                <c:pt idx="6539">
                  <c:v>8.636</c:v>
                </c:pt>
                <c:pt idx="6540">
                  <c:v>8.626</c:v>
                </c:pt>
                <c:pt idx="6541">
                  <c:v>8.623</c:v>
                </c:pt>
                <c:pt idx="6542">
                  <c:v>8.601</c:v>
                </c:pt>
                <c:pt idx="6543">
                  <c:v>8.596</c:v>
                </c:pt>
                <c:pt idx="6544">
                  <c:v>8.583</c:v>
                </c:pt>
                <c:pt idx="6545">
                  <c:v>8.583</c:v>
                </c:pt>
                <c:pt idx="6546">
                  <c:v>8.546</c:v>
                </c:pt>
                <c:pt idx="6547">
                  <c:v>8.54</c:v>
                </c:pt>
                <c:pt idx="6548">
                  <c:v>8.535</c:v>
                </c:pt>
                <c:pt idx="6549">
                  <c:v>8.534</c:v>
                </c:pt>
                <c:pt idx="6550">
                  <c:v>8.53</c:v>
                </c:pt>
                <c:pt idx="6551">
                  <c:v>8.53</c:v>
                </c:pt>
                <c:pt idx="6552">
                  <c:v>8.495</c:v>
                </c:pt>
                <c:pt idx="6553">
                  <c:v>8.495</c:v>
                </c:pt>
                <c:pt idx="6554">
                  <c:v>8.484</c:v>
                </c:pt>
                <c:pt idx="6555">
                  <c:v>8.463</c:v>
                </c:pt>
                <c:pt idx="6556">
                  <c:v>8.454</c:v>
                </c:pt>
                <c:pt idx="6557">
                  <c:v>8.45</c:v>
                </c:pt>
                <c:pt idx="6558">
                  <c:v>8.449</c:v>
                </c:pt>
                <c:pt idx="6559">
                  <c:v>8.446</c:v>
                </c:pt>
                <c:pt idx="6560">
                  <c:v>8.439</c:v>
                </c:pt>
                <c:pt idx="6561">
                  <c:v>8.439</c:v>
                </c:pt>
                <c:pt idx="6562">
                  <c:v>8.426</c:v>
                </c:pt>
                <c:pt idx="6563">
                  <c:v>8.424</c:v>
                </c:pt>
                <c:pt idx="6564">
                  <c:v>8.422</c:v>
                </c:pt>
                <c:pt idx="6565">
                  <c:v>8.408</c:v>
                </c:pt>
                <c:pt idx="6566">
                  <c:v>8.401</c:v>
                </c:pt>
                <c:pt idx="6567">
                  <c:v>8.401</c:v>
                </c:pt>
                <c:pt idx="6568">
                  <c:v>8.393</c:v>
                </c:pt>
                <c:pt idx="6569">
                  <c:v>8.383</c:v>
                </c:pt>
                <c:pt idx="6570">
                  <c:v>8.379</c:v>
                </c:pt>
                <c:pt idx="6571">
                  <c:v>8.377</c:v>
                </c:pt>
                <c:pt idx="6572">
                  <c:v>8.364</c:v>
                </c:pt>
                <c:pt idx="6573">
                  <c:v>8.339</c:v>
                </c:pt>
                <c:pt idx="6574">
                  <c:v>8.331</c:v>
                </c:pt>
                <c:pt idx="6575">
                  <c:v>8.321</c:v>
                </c:pt>
                <c:pt idx="6576">
                  <c:v>8.31</c:v>
                </c:pt>
                <c:pt idx="6577">
                  <c:v>8.294</c:v>
                </c:pt>
                <c:pt idx="6578">
                  <c:v>8.29</c:v>
                </c:pt>
                <c:pt idx="6579">
                  <c:v>8.288</c:v>
                </c:pt>
                <c:pt idx="6580">
                  <c:v>8.284</c:v>
                </c:pt>
                <c:pt idx="6581">
                  <c:v>8.279</c:v>
                </c:pt>
                <c:pt idx="6582">
                  <c:v>8.257</c:v>
                </c:pt>
                <c:pt idx="6583">
                  <c:v>8.255</c:v>
                </c:pt>
                <c:pt idx="6584">
                  <c:v>8.252</c:v>
                </c:pt>
                <c:pt idx="6585">
                  <c:v>8.248</c:v>
                </c:pt>
                <c:pt idx="6586">
                  <c:v>8.247</c:v>
                </c:pt>
                <c:pt idx="6587">
                  <c:v>8.228</c:v>
                </c:pt>
                <c:pt idx="6588">
                  <c:v>8.199</c:v>
                </c:pt>
                <c:pt idx="6589">
                  <c:v>8.195</c:v>
                </c:pt>
                <c:pt idx="6590">
                  <c:v>8.189</c:v>
                </c:pt>
                <c:pt idx="6591">
                  <c:v>8.171</c:v>
                </c:pt>
                <c:pt idx="6592">
                  <c:v>8.162</c:v>
                </c:pt>
                <c:pt idx="6593">
                  <c:v>8.161</c:v>
                </c:pt>
                <c:pt idx="6594">
                  <c:v>8.151</c:v>
                </c:pt>
                <c:pt idx="6595">
                  <c:v>8.148</c:v>
                </c:pt>
                <c:pt idx="6596">
                  <c:v>8.147</c:v>
                </c:pt>
                <c:pt idx="6597">
                  <c:v>8.128</c:v>
                </c:pt>
                <c:pt idx="6598">
                  <c:v>8.124</c:v>
                </c:pt>
                <c:pt idx="6599">
                  <c:v>8.118</c:v>
                </c:pt>
                <c:pt idx="6600">
                  <c:v>8.111</c:v>
                </c:pt>
                <c:pt idx="6601">
                  <c:v>8.108</c:v>
                </c:pt>
                <c:pt idx="6602">
                  <c:v>8.102</c:v>
                </c:pt>
                <c:pt idx="6603">
                  <c:v>8.097</c:v>
                </c:pt>
                <c:pt idx="6604">
                  <c:v>8.08</c:v>
                </c:pt>
                <c:pt idx="6605">
                  <c:v>8.049</c:v>
                </c:pt>
                <c:pt idx="6606">
                  <c:v>8.048</c:v>
                </c:pt>
                <c:pt idx="6607">
                  <c:v>8.048</c:v>
                </c:pt>
                <c:pt idx="6608">
                  <c:v>8.046</c:v>
                </c:pt>
                <c:pt idx="6609">
                  <c:v>8.037</c:v>
                </c:pt>
                <c:pt idx="6610">
                  <c:v>8.033</c:v>
                </c:pt>
                <c:pt idx="6611">
                  <c:v>8.031</c:v>
                </c:pt>
                <c:pt idx="6612">
                  <c:v>8.031</c:v>
                </c:pt>
                <c:pt idx="6613">
                  <c:v>8.023</c:v>
                </c:pt>
                <c:pt idx="6614">
                  <c:v>8.023</c:v>
                </c:pt>
                <c:pt idx="6615">
                  <c:v>8.019</c:v>
                </c:pt>
                <c:pt idx="6616">
                  <c:v>8.007</c:v>
                </c:pt>
                <c:pt idx="6617">
                  <c:v>8.006</c:v>
                </c:pt>
                <c:pt idx="6618">
                  <c:v>7.995</c:v>
                </c:pt>
                <c:pt idx="6619">
                  <c:v>7.988</c:v>
                </c:pt>
                <c:pt idx="6620">
                  <c:v>7.984</c:v>
                </c:pt>
                <c:pt idx="6621">
                  <c:v>7.979</c:v>
                </c:pt>
                <c:pt idx="6622">
                  <c:v>7.974</c:v>
                </c:pt>
                <c:pt idx="6623">
                  <c:v>7.961</c:v>
                </c:pt>
                <c:pt idx="6624">
                  <c:v>7.959</c:v>
                </c:pt>
                <c:pt idx="6625">
                  <c:v>7.958</c:v>
                </c:pt>
                <c:pt idx="6626">
                  <c:v>7.956</c:v>
                </c:pt>
                <c:pt idx="6627">
                  <c:v>7.931</c:v>
                </c:pt>
                <c:pt idx="6628">
                  <c:v>7.929</c:v>
                </c:pt>
                <c:pt idx="6629">
                  <c:v>7.916</c:v>
                </c:pt>
                <c:pt idx="6630">
                  <c:v>7.915</c:v>
                </c:pt>
                <c:pt idx="6631">
                  <c:v>7.893</c:v>
                </c:pt>
                <c:pt idx="6632">
                  <c:v>7.872</c:v>
                </c:pt>
                <c:pt idx="6633">
                  <c:v>7.861</c:v>
                </c:pt>
                <c:pt idx="6634">
                  <c:v>7.852</c:v>
                </c:pt>
                <c:pt idx="6635">
                  <c:v>7.851</c:v>
                </c:pt>
                <c:pt idx="6636">
                  <c:v>7.823</c:v>
                </c:pt>
                <c:pt idx="6637">
                  <c:v>7.821</c:v>
                </c:pt>
                <c:pt idx="6638">
                  <c:v>7.815</c:v>
                </c:pt>
                <c:pt idx="6639">
                  <c:v>7.814</c:v>
                </c:pt>
                <c:pt idx="6640">
                  <c:v>7.814</c:v>
                </c:pt>
                <c:pt idx="6641">
                  <c:v>7.813</c:v>
                </c:pt>
                <c:pt idx="6642">
                  <c:v>7.811</c:v>
                </c:pt>
                <c:pt idx="6643">
                  <c:v>7.797</c:v>
                </c:pt>
                <c:pt idx="6644">
                  <c:v>7.78</c:v>
                </c:pt>
                <c:pt idx="6645">
                  <c:v>7.773</c:v>
                </c:pt>
                <c:pt idx="6646">
                  <c:v>7.755</c:v>
                </c:pt>
                <c:pt idx="6647">
                  <c:v>7.737</c:v>
                </c:pt>
                <c:pt idx="6648">
                  <c:v>7.73</c:v>
                </c:pt>
                <c:pt idx="6649">
                  <c:v>7.72</c:v>
                </c:pt>
                <c:pt idx="6650">
                  <c:v>7.71</c:v>
                </c:pt>
                <c:pt idx="6651">
                  <c:v>7.698</c:v>
                </c:pt>
                <c:pt idx="6652">
                  <c:v>7.693</c:v>
                </c:pt>
                <c:pt idx="6653">
                  <c:v>7.692</c:v>
                </c:pt>
                <c:pt idx="6654">
                  <c:v>7.679</c:v>
                </c:pt>
                <c:pt idx="6655">
                  <c:v>7.672</c:v>
                </c:pt>
                <c:pt idx="6656">
                  <c:v>7.671</c:v>
                </c:pt>
                <c:pt idx="6657">
                  <c:v>7.667</c:v>
                </c:pt>
                <c:pt idx="6658">
                  <c:v>7.645</c:v>
                </c:pt>
                <c:pt idx="6659">
                  <c:v>7.632</c:v>
                </c:pt>
                <c:pt idx="6660">
                  <c:v>7.626</c:v>
                </c:pt>
                <c:pt idx="6661">
                  <c:v>7.616</c:v>
                </c:pt>
                <c:pt idx="6662">
                  <c:v>7.615</c:v>
                </c:pt>
                <c:pt idx="6663">
                  <c:v>7.613</c:v>
                </c:pt>
                <c:pt idx="6664">
                  <c:v>7.602</c:v>
                </c:pt>
                <c:pt idx="6665">
                  <c:v>7.574</c:v>
                </c:pt>
                <c:pt idx="6666">
                  <c:v>7.571</c:v>
                </c:pt>
                <c:pt idx="6667">
                  <c:v>7.553</c:v>
                </c:pt>
                <c:pt idx="6668">
                  <c:v>7.55</c:v>
                </c:pt>
                <c:pt idx="6669">
                  <c:v>7.55</c:v>
                </c:pt>
                <c:pt idx="6670">
                  <c:v>7.539</c:v>
                </c:pt>
                <c:pt idx="6671">
                  <c:v>7.539</c:v>
                </c:pt>
                <c:pt idx="6672">
                  <c:v>7.508</c:v>
                </c:pt>
                <c:pt idx="6673">
                  <c:v>7.495</c:v>
                </c:pt>
                <c:pt idx="6674">
                  <c:v>7.49</c:v>
                </c:pt>
                <c:pt idx="6675">
                  <c:v>7.49</c:v>
                </c:pt>
                <c:pt idx="6676">
                  <c:v>7.489</c:v>
                </c:pt>
                <c:pt idx="6677">
                  <c:v>7.488</c:v>
                </c:pt>
                <c:pt idx="6678">
                  <c:v>7.486</c:v>
                </c:pt>
                <c:pt idx="6679">
                  <c:v>7.486</c:v>
                </c:pt>
                <c:pt idx="6680">
                  <c:v>7.476</c:v>
                </c:pt>
                <c:pt idx="6681">
                  <c:v>7.461</c:v>
                </c:pt>
                <c:pt idx="6682">
                  <c:v>7.442</c:v>
                </c:pt>
                <c:pt idx="6683">
                  <c:v>7.441</c:v>
                </c:pt>
                <c:pt idx="6684">
                  <c:v>7.43</c:v>
                </c:pt>
                <c:pt idx="6685">
                  <c:v>7.418</c:v>
                </c:pt>
                <c:pt idx="6686">
                  <c:v>7.418</c:v>
                </c:pt>
                <c:pt idx="6687">
                  <c:v>7.416</c:v>
                </c:pt>
                <c:pt idx="6688">
                  <c:v>7.415</c:v>
                </c:pt>
                <c:pt idx="6689">
                  <c:v>7.395</c:v>
                </c:pt>
                <c:pt idx="6690">
                  <c:v>7.394</c:v>
                </c:pt>
                <c:pt idx="6691">
                  <c:v>7.393</c:v>
                </c:pt>
                <c:pt idx="6692">
                  <c:v>7.391</c:v>
                </c:pt>
                <c:pt idx="6693">
                  <c:v>7.384</c:v>
                </c:pt>
                <c:pt idx="6694">
                  <c:v>7.382</c:v>
                </c:pt>
                <c:pt idx="6695">
                  <c:v>7.363</c:v>
                </c:pt>
                <c:pt idx="6696">
                  <c:v>7.341</c:v>
                </c:pt>
                <c:pt idx="6697">
                  <c:v>7.338</c:v>
                </c:pt>
                <c:pt idx="6698">
                  <c:v>7.333</c:v>
                </c:pt>
                <c:pt idx="6699">
                  <c:v>7.323</c:v>
                </c:pt>
                <c:pt idx="6700">
                  <c:v>7.285</c:v>
                </c:pt>
                <c:pt idx="6701">
                  <c:v>7.279</c:v>
                </c:pt>
                <c:pt idx="6702">
                  <c:v>7.274</c:v>
                </c:pt>
                <c:pt idx="6703">
                  <c:v>7.272</c:v>
                </c:pt>
                <c:pt idx="6704">
                  <c:v>7.266</c:v>
                </c:pt>
                <c:pt idx="6705">
                  <c:v>7.261</c:v>
                </c:pt>
                <c:pt idx="6706">
                  <c:v>7.257</c:v>
                </c:pt>
                <c:pt idx="6707">
                  <c:v>7.253</c:v>
                </c:pt>
                <c:pt idx="6708">
                  <c:v>7.251</c:v>
                </c:pt>
                <c:pt idx="6709">
                  <c:v>7.245</c:v>
                </c:pt>
                <c:pt idx="6710">
                  <c:v>7.244</c:v>
                </c:pt>
                <c:pt idx="6711">
                  <c:v>7.238</c:v>
                </c:pt>
                <c:pt idx="6712">
                  <c:v>7.237</c:v>
                </c:pt>
                <c:pt idx="6713">
                  <c:v>7.235</c:v>
                </c:pt>
                <c:pt idx="6714">
                  <c:v>7.205</c:v>
                </c:pt>
                <c:pt idx="6715">
                  <c:v>7.195</c:v>
                </c:pt>
                <c:pt idx="6716">
                  <c:v>7.193</c:v>
                </c:pt>
                <c:pt idx="6717">
                  <c:v>7.188</c:v>
                </c:pt>
                <c:pt idx="6718">
                  <c:v>7.187</c:v>
                </c:pt>
                <c:pt idx="6719">
                  <c:v>7.183</c:v>
                </c:pt>
                <c:pt idx="6720">
                  <c:v>7.165</c:v>
                </c:pt>
                <c:pt idx="6721">
                  <c:v>7.164</c:v>
                </c:pt>
                <c:pt idx="6722">
                  <c:v>7.154</c:v>
                </c:pt>
                <c:pt idx="6723">
                  <c:v>7.142</c:v>
                </c:pt>
                <c:pt idx="6724">
                  <c:v>7.139</c:v>
                </c:pt>
                <c:pt idx="6725">
                  <c:v>7.135</c:v>
                </c:pt>
                <c:pt idx="6726">
                  <c:v>7.133</c:v>
                </c:pt>
                <c:pt idx="6727">
                  <c:v>7.132</c:v>
                </c:pt>
                <c:pt idx="6728">
                  <c:v>7.101</c:v>
                </c:pt>
                <c:pt idx="6729">
                  <c:v>7.099</c:v>
                </c:pt>
                <c:pt idx="6730">
                  <c:v>7.098</c:v>
                </c:pt>
                <c:pt idx="6731">
                  <c:v>7.089</c:v>
                </c:pt>
                <c:pt idx="6732">
                  <c:v>7.082</c:v>
                </c:pt>
                <c:pt idx="6733">
                  <c:v>7.073</c:v>
                </c:pt>
                <c:pt idx="6734">
                  <c:v>7.058</c:v>
                </c:pt>
                <c:pt idx="6735">
                  <c:v>7.051</c:v>
                </c:pt>
                <c:pt idx="6736">
                  <c:v>7.051</c:v>
                </c:pt>
                <c:pt idx="6737">
                  <c:v>7.047</c:v>
                </c:pt>
                <c:pt idx="6738">
                  <c:v>7.038</c:v>
                </c:pt>
                <c:pt idx="6739">
                  <c:v>7.035</c:v>
                </c:pt>
                <c:pt idx="6740">
                  <c:v>7.028</c:v>
                </c:pt>
                <c:pt idx="6741">
                  <c:v>7.026</c:v>
                </c:pt>
                <c:pt idx="6742">
                  <c:v>7.019</c:v>
                </c:pt>
                <c:pt idx="6743">
                  <c:v>7.01</c:v>
                </c:pt>
                <c:pt idx="6744">
                  <c:v>6.998</c:v>
                </c:pt>
                <c:pt idx="6745">
                  <c:v>6.996</c:v>
                </c:pt>
                <c:pt idx="6746">
                  <c:v>6.994</c:v>
                </c:pt>
                <c:pt idx="6747">
                  <c:v>6.974</c:v>
                </c:pt>
                <c:pt idx="6748">
                  <c:v>6.955</c:v>
                </c:pt>
                <c:pt idx="6749">
                  <c:v>6.954</c:v>
                </c:pt>
                <c:pt idx="6750">
                  <c:v>6.949</c:v>
                </c:pt>
                <c:pt idx="6751">
                  <c:v>6.94</c:v>
                </c:pt>
                <c:pt idx="6752">
                  <c:v>6.93</c:v>
                </c:pt>
                <c:pt idx="6753">
                  <c:v>6.929</c:v>
                </c:pt>
                <c:pt idx="6754">
                  <c:v>6.924</c:v>
                </c:pt>
                <c:pt idx="6755">
                  <c:v>6.915</c:v>
                </c:pt>
                <c:pt idx="6756">
                  <c:v>6.9</c:v>
                </c:pt>
                <c:pt idx="6757">
                  <c:v>6.894</c:v>
                </c:pt>
                <c:pt idx="6758">
                  <c:v>6.892</c:v>
                </c:pt>
                <c:pt idx="6759">
                  <c:v>6.878</c:v>
                </c:pt>
                <c:pt idx="6760">
                  <c:v>6.875</c:v>
                </c:pt>
                <c:pt idx="6761">
                  <c:v>6.873</c:v>
                </c:pt>
                <c:pt idx="6762">
                  <c:v>6.849</c:v>
                </c:pt>
                <c:pt idx="6763">
                  <c:v>6.835</c:v>
                </c:pt>
                <c:pt idx="6764">
                  <c:v>6.834</c:v>
                </c:pt>
                <c:pt idx="6765">
                  <c:v>6.831</c:v>
                </c:pt>
                <c:pt idx="6766">
                  <c:v>6.811</c:v>
                </c:pt>
                <c:pt idx="6767">
                  <c:v>6.809</c:v>
                </c:pt>
                <c:pt idx="6768">
                  <c:v>6.808</c:v>
                </c:pt>
                <c:pt idx="6769">
                  <c:v>6.807</c:v>
                </c:pt>
                <c:pt idx="6770">
                  <c:v>285.584</c:v>
                </c:pt>
                <c:pt idx="6771">
                  <c:v>177.484</c:v>
                </c:pt>
                <c:pt idx="6772">
                  <c:v>129.051</c:v>
                </c:pt>
                <c:pt idx="6773">
                  <c:v>127.259</c:v>
                </c:pt>
                <c:pt idx="6774">
                  <c:v>113.653</c:v>
                </c:pt>
                <c:pt idx="6775">
                  <c:v>112.467</c:v>
                </c:pt>
                <c:pt idx="6776">
                  <c:v>110.481</c:v>
                </c:pt>
                <c:pt idx="6777">
                  <c:v>95.547</c:v>
                </c:pt>
                <c:pt idx="6778">
                  <c:v>94.664</c:v>
                </c:pt>
                <c:pt idx="6779">
                  <c:v>85.093</c:v>
                </c:pt>
                <c:pt idx="6780">
                  <c:v>77.204</c:v>
                </c:pt>
                <c:pt idx="6781">
                  <c:v>74.575</c:v>
                </c:pt>
                <c:pt idx="6782">
                  <c:v>73.245</c:v>
                </c:pt>
                <c:pt idx="6783">
                  <c:v>73.065</c:v>
                </c:pt>
                <c:pt idx="6784">
                  <c:v>72.944</c:v>
                </c:pt>
                <c:pt idx="6785">
                  <c:v>72.737</c:v>
                </c:pt>
                <c:pt idx="6786">
                  <c:v>72.536</c:v>
                </c:pt>
                <c:pt idx="6787">
                  <c:v>70.984</c:v>
                </c:pt>
                <c:pt idx="6788">
                  <c:v>70.011</c:v>
                </c:pt>
                <c:pt idx="6789">
                  <c:v>64.538</c:v>
                </c:pt>
                <c:pt idx="6790">
                  <c:v>64.31</c:v>
                </c:pt>
                <c:pt idx="6791">
                  <c:v>62.64</c:v>
                </c:pt>
                <c:pt idx="6792">
                  <c:v>60.65</c:v>
                </c:pt>
                <c:pt idx="6793">
                  <c:v>58.205</c:v>
                </c:pt>
                <c:pt idx="6794">
                  <c:v>55.337</c:v>
                </c:pt>
                <c:pt idx="6795">
                  <c:v>54.505</c:v>
                </c:pt>
                <c:pt idx="6796">
                  <c:v>52.007</c:v>
                </c:pt>
                <c:pt idx="6797">
                  <c:v>51.77</c:v>
                </c:pt>
                <c:pt idx="6798">
                  <c:v>51.011</c:v>
                </c:pt>
                <c:pt idx="6799">
                  <c:v>48.432</c:v>
                </c:pt>
                <c:pt idx="6800">
                  <c:v>48.283</c:v>
                </c:pt>
                <c:pt idx="6801">
                  <c:v>46.532</c:v>
                </c:pt>
                <c:pt idx="6802">
                  <c:v>46.466</c:v>
                </c:pt>
                <c:pt idx="6803">
                  <c:v>46.096</c:v>
                </c:pt>
                <c:pt idx="6804">
                  <c:v>45.405</c:v>
                </c:pt>
                <c:pt idx="6805">
                  <c:v>45.247</c:v>
                </c:pt>
                <c:pt idx="6806">
                  <c:v>44.408</c:v>
                </c:pt>
                <c:pt idx="6807">
                  <c:v>43.756</c:v>
                </c:pt>
                <c:pt idx="6808">
                  <c:v>43.617</c:v>
                </c:pt>
                <c:pt idx="6809">
                  <c:v>43.316</c:v>
                </c:pt>
                <c:pt idx="6810">
                  <c:v>43.183</c:v>
                </c:pt>
                <c:pt idx="6811">
                  <c:v>42.962</c:v>
                </c:pt>
                <c:pt idx="6812">
                  <c:v>42.37</c:v>
                </c:pt>
                <c:pt idx="6813">
                  <c:v>42.362</c:v>
                </c:pt>
                <c:pt idx="6814">
                  <c:v>42.15</c:v>
                </c:pt>
                <c:pt idx="6815">
                  <c:v>40.828</c:v>
                </c:pt>
                <c:pt idx="6816">
                  <c:v>40.721</c:v>
                </c:pt>
                <c:pt idx="6817">
                  <c:v>40.044</c:v>
                </c:pt>
                <c:pt idx="6818">
                  <c:v>39.994</c:v>
                </c:pt>
                <c:pt idx="6819">
                  <c:v>39.462</c:v>
                </c:pt>
                <c:pt idx="6820">
                  <c:v>39.337</c:v>
                </c:pt>
                <c:pt idx="6821">
                  <c:v>38.525</c:v>
                </c:pt>
                <c:pt idx="6822">
                  <c:v>37.937</c:v>
                </c:pt>
                <c:pt idx="6823">
                  <c:v>37.741</c:v>
                </c:pt>
                <c:pt idx="6824">
                  <c:v>37.269</c:v>
                </c:pt>
                <c:pt idx="6825">
                  <c:v>36.762</c:v>
                </c:pt>
                <c:pt idx="6826">
                  <c:v>36.226</c:v>
                </c:pt>
                <c:pt idx="6827">
                  <c:v>35.727</c:v>
                </c:pt>
                <c:pt idx="6828">
                  <c:v>34.195</c:v>
                </c:pt>
                <c:pt idx="6829">
                  <c:v>32.817</c:v>
                </c:pt>
                <c:pt idx="6830">
                  <c:v>32.49</c:v>
                </c:pt>
                <c:pt idx="6831">
                  <c:v>32.36</c:v>
                </c:pt>
                <c:pt idx="6832">
                  <c:v>32.033</c:v>
                </c:pt>
                <c:pt idx="6833">
                  <c:v>31.572</c:v>
                </c:pt>
                <c:pt idx="6834">
                  <c:v>30.979</c:v>
                </c:pt>
                <c:pt idx="6835">
                  <c:v>30.879</c:v>
                </c:pt>
                <c:pt idx="6836">
                  <c:v>30.544</c:v>
                </c:pt>
                <c:pt idx="6837">
                  <c:v>30.325</c:v>
                </c:pt>
                <c:pt idx="6838">
                  <c:v>30.114</c:v>
                </c:pt>
                <c:pt idx="6839">
                  <c:v>29.639</c:v>
                </c:pt>
                <c:pt idx="6840">
                  <c:v>29.506</c:v>
                </c:pt>
                <c:pt idx="6841">
                  <c:v>29.257</c:v>
                </c:pt>
                <c:pt idx="6842">
                  <c:v>29.136</c:v>
                </c:pt>
                <c:pt idx="6843">
                  <c:v>28.988</c:v>
                </c:pt>
                <c:pt idx="6844">
                  <c:v>28.955</c:v>
                </c:pt>
                <c:pt idx="6845">
                  <c:v>28.804</c:v>
                </c:pt>
                <c:pt idx="6846">
                  <c:v>28.312</c:v>
                </c:pt>
                <c:pt idx="6847">
                  <c:v>28.239</c:v>
                </c:pt>
                <c:pt idx="6848">
                  <c:v>28</c:v>
                </c:pt>
                <c:pt idx="6849">
                  <c:v>27.999</c:v>
                </c:pt>
                <c:pt idx="6850">
                  <c:v>27.558</c:v>
                </c:pt>
                <c:pt idx="6851">
                  <c:v>27.505</c:v>
                </c:pt>
                <c:pt idx="6852">
                  <c:v>27.377</c:v>
                </c:pt>
                <c:pt idx="6853">
                  <c:v>27.177</c:v>
                </c:pt>
                <c:pt idx="6854">
                  <c:v>26.81</c:v>
                </c:pt>
                <c:pt idx="6855">
                  <c:v>26.321</c:v>
                </c:pt>
                <c:pt idx="6856">
                  <c:v>26.198</c:v>
                </c:pt>
                <c:pt idx="6857">
                  <c:v>26.066</c:v>
                </c:pt>
                <c:pt idx="6858">
                  <c:v>26.061</c:v>
                </c:pt>
                <c:pt idx="6859">
                  <c:v>26.022</c:v>
                </c:pt>
                <c:pt idx="6860">
                  <c:v>25.928</c:v>
                </c:pt>
                <c:pt idx="6861">
                  <c:v>25.917</c:v>
                </c:pt>
                <c:pt idx="6862">
                  <c:v>25.881</c:v>
                </c:pt>
                <c:pt idx="6863">
                  <c:v>25.822</c:v>
                </c:pt>
                <c:pt idx="6864">
                  <c:v>25.742</c:v>
                </c:pt>
                <c:pt idx="6865">
                  <c:v>25.62</c:v>
                </c:pt>
                <c:pt idx="6866">
                  <c:v>25.274</c:v>
                </c:pt>
                <c:pt idx="6867">
                  <c:v>25.159</c:v>
                </c:pt>
                <c:pt idx="6868">
                  <c:v>24.948</c:v>
                </c:pt>
                <c:pt idx="6869">
                  <c:v>24.839</c:v>
                </c:pt>
                <c:pt idx="6870">
                  <c:v>24.575</c:v>
                </c:pt>
                <c:pt idx="6871">
                  <c:v>24.565</c:v>
                </c:pt>
                <c:pt idx="6872">
                  <c:v>24.56</c:v>
                </c:pt>
                <c:pt idx="6873">
                  <c:v>24.494</c:v>
                </c:pt>
                <c:pt idx="6874">
                  <c:v>24.489</c:v>
                </c:pt>
                <c:pt idx="6875">
                  <c:v>24.289</c:v>
                </c:pt>
                <c:pt idx="6876">
                  <c:v>24.214</c:v>
                </c:pt>
                <c:pt idx="6877">
                  <c:v>24.194</c:v>
                </c:pt>
                <c:pt idx="6878">
                  <c:v>24.038</c:v>
                </c:pt>
                <c:pt idx="6879">
                  <c:v>23.727</c:v>
                </c:pt>
                <c:pt idx="6880">
                  <c:v>23.654</c:v>
                </c:pt>
                <c:pt idx="6881">
                  <c:v>23.577</c:v>
                </c:pt>
                <c:pt idx="6882">
                  <c:v>23.574</c:v>
                </c:pt>
                <c:pt idx="6883">
                  <c:v>23.463</c:v>
                </c:pt>
                <c:pt idx="6884">
                  <c:v>23.443</c:v>
                </c:pt>
                <c:pt idx="6885">
                  <c:v>23.406</c:v>
                </c:pt>
                <c:pt idx="6886">
                  <c:v>23.343</c:v>
                </c:pt>
                <c:pt idx="6887">
                  <c:v>23.209</c:v>
                </c:pt>
                <c:pt idx="6888">
                  <c:v>23.134</c:v>
                </c:pt>
                <c:pt idx="6889">
                  <c:v>23.102</c:v>
                </c:pt>
                <c:pt idx="6890">
                  <c:v>23.001</c:v>
                </c:pt>
                <c:pt idx="6891">
                  <c:v>22.978</c:v>
                </c:pt>
                <c:pt idx="6892">
                  <c:v>22.606</c:v>
                </c:pt>
                <c:pt idx="6893">
                  <c:v>22.294</c:v>
                </c:pt>
                <c:pt idx="6894">
                  <c:v>22.128</c:v>
                </c:pt>
                <c:pt idx="6895">
                  <c:v>22.102</c:v>
                </c:pt>
                <c:pt idx="6896">
                  <c:v>22.049</c:v>
                </c:pt>
                <c:pt idx="6897">
                  <c:v>21.899</c:v>
                </c:pt>
                <c:pt idx="6898">
                  <c:v>21.789</c:v>
                </c:pt>
                <c:pt idx="6899">
                  <c:v>21.735</c:v>
                </c:pt>
                <c:pt idx="6900">
                  <c:v>21.666</c:v>
                </c:pt>
                <c:pt idx="6901">
                  <c:v>21.539</c:v>
                </c:pt>
                <c:pt idx="6902">
                  <c:v>21.387</c:v>
                </c:pt>
                <c:pt idx="6903">
                  <c:v>21.236</c:v>
                </c:pt>
                <c:pt idx="6904">
                  <c:v>21.128</c:v>
                </c:pt>
                <c:pt idx="6905">
                  <c:v>21.094</c:v>
                </c:pt>
                <c:pt idx="6906">
                  <c:v>21.06</c:v>
                </c:pt>
                <c:pt idx="6907">
                  <c:v>20.863</c:v>
                </c:pt>
                <c:pt idx="6908">
                  <c:v>20.735</c:v>
                </c:pt>
                <c:pt idx="6909">
                  <c:v>20.709</c:v>
                </c:pt>
                <c:pt idx="6910">
                  <c:v>20.676</c:v>
                </c:pt>
                <c:pt idx="6911">
                  <c:v>20.643</c:v>
                </c:pt>
                <c:pt idx="6912">
                  <c:v>20.5</c:v>
                </c:pt>
                <c:pt idx="6913">
                  <c:v>20.492</c:v>
                </c:pt>
                <c:pt idx="6914">
                  <c:v>20.384</c:v>
                </c:pt>
                <c:pt idx="6915">
                  <c:v>20.351</c:v>
                </c:pt>
                <c:pt idx="6916">
                  <c:v>20.293</c:v>
                </c:pt>
                <c:pt idx="6917">
                  <c:v>20.191</c:v>
                </c:pt>
                <c:pt idx="6918">
                  <c:v>20.162</c:v>
                </c:pt>
                <c:pt idx="6919">
                  <c:v>20.068</c:v>
                </c:pt>
                <c:pt idx="6920">
                  <c:v>20.021</c:v>
                </c:pt>
                <c:pt idx="6921">
                  <c:v>19.979</c:v>
                </c:pt>
                <c:pt idx="6922">
                  <c:v>19.942</c:v>
                </c:pt>
                <c:pt idx="6923">
                  <c:v>19.914</c:v>
                </c:pt>
                <c:pt idx="6924">
                  <c:v>19.904</c:v>
                </c:pt>
                <c:pt idx="6925">
                  <c:v>19.781</c:v>
                </c:pt>
                <c:pt idx="6926">
                  <c:v>19.748</c:v>
                </c:pt>
                <c:pt idx="6927">
                  <c:v>19.677</c:v>
                </c:pt>
                <c:pt idx="6928">
                  <c:v>19.547</c:v>
                </c:pt>
                <c:pt idx="6929">
                  <c:v>19.461</c:v>
                </c:pt>
                <c:pt idx="6930">
                  <c:v>19.356</c:v>
                </c:pt>
                <c:pt idx="6931">
                  <c:v>19.185</c:v>
                </c:pt>
                <c:pt idx="6932">
                  <c:v>19.029</c:v>
                </c:pt>
                <c:pt idx="6933">
                  <c:v>19.015</c:v>
                </c:pt>
                <c:pt idx="6934">
                  <c:v>18.955</c:v>
                </c:pt>
                <c:pt idx="6935">
                  <c:v>18.952</c:v>
                </c:pt>
                <c:pt idx="6936">
                  <c:v>18.84</c:v>
                </c:pt>
                <c:pt idx="6937">
                  <c:v>18.813</c:v>
                </c:pt>
                <c:pt idx="6938">
                  <c:v>18.782</c:v>
                </c:pt>
                <c:pt idx="6939">
                  <c:v>18.75</c:v>
                </c:pt>
                <c:pt idx="6940">
                  <c:v>18.742</c:v>
                </c:pt>
                <c:pt idx="6941">
                  <c:v>18.701</c:v>
                </c:pt>
                <c:pt idx="6942">
                  <c:v>18.682</c:v>
                </c:pt>
                <c:pt idx="6943">
                  <c:v>18.627</c:v>
                </c:pt>
                <c:pt idx="6944">
                  <c:v>18.602</c:v>
                </c:pt>
                <c:pt idx="6945">
                  <c:v>18.554</c:v>
                </c:pt>
                <c:pt idx="6946">
                  <c:v>18.439</c:v>
                </c:pt>
                <c:pt idx="6947">
                  <c:v>18.406</c:v>
                </c:pt>
                <c:pt idx="6948">
                  <c:v>18.386</c:v>
                </c:pt>
                <c:pt idx="6949">
                  <c:v>18.376</c:v>
                </c:pt>
                <c:pt idx="6950">
                  <c:v>18.364</c:v>
                </c:pt>
                <c:pt idx="6951">
                  <c:v>18.353</c:v>
                </c:pt>
                <c:pt idx="6952">
                  <c:v>18.329</c:v>
                </c:pt>
                <c:pt idx="6953">
                  <c:v>18.31</c:v>
                </c:pt>
                <c:pt idx="6954">
                  <c:v>18.289</c:v>
                </c:pt>
                <c:pt idx="6955">
                  <c:v>18.283</c:v>
                </c:pt>
                <c:pt idx="6956">
                  <c:v>18.237</c:v>
                </c:pt>
                <c:pt idx="6957">
                  <c:v>18.215</c:v>
                </c:pt>
                <c:pt idx="6958">
                  <c:v>18.164</c:v>
                </c:pt>
                <c:pt idx="6959">
                  <c:v>18.13</c:v>
                </c:pt>
                <c:pt idx="6960">
                  <c:v>18.101</c:v>
                </c:pt>
                <c:pt idx="6961">
                  <c:v>18.06</c:v>
                </c:pt>
                <c:pt idx="6962">
                  <c:v>18.045</c:v>
                </c:pt>
                <c:pt idx="6963">
                  <c:v>18.036</c:v>
                </c:pt>
                <c:pt idx="6964">
                  <c:v>18.003</c:v>
                </c:pt>
                <c:pt idx="6965">
                  <c:v>17.949</c:v>
                </c:pt>
                <c:pt idx="6966">
                  <c:v>17.918</c:v>
                </c:pt>
                <c:pt idx="6967">
                  <c:v>17.911</c:v>
                </c:pt>
                <c:pt idx="6968">
                  <c:v>17.815</c:v>
                </c:pt>
                <c:pt idx="6969">
                  <c:v>17.779</c:v>
                </c:pt>
                <c:pt idx="6970">
                  <c:v>17.754</c:v>
                </c:pt>
                <c:pt idx="6971">
                  <c:v>17.717</c:v>
                </c:pt>
                <c:pt idx="6972">
                  <c:v>17.695</c:v>
                </c:pt>
                <c:pt idx="6973">
                  <c:v>17.655</c:v>
                </c:pt>
                <c:pt idx="6974">
                  <c:v>17.54</c:v>
                </c:pt>
                <c:pt idx="6975">
                  <c:v>17.523</c:v>
                </c:pt>
                <c:pt idx="6976">
                  <c:v>17.473</c:v>
                </c:pt>
                <c:pt idx="6977">
                  <c:v>17.435</c:v>
                </c:pt>
                <c:pt idx="6978">
                  <c:v>17.37</c:v>
                </c:pt>
                <c:pt idx="6979">
                  <c:v>17.341</c:v>
                </c:pt>
                <c:pt idx="6980">
                  <c:v>17.34</c:v>
                </c:pt>
                <c:pt idx="6981">
                  <c:v>17.336</c:v>
                </c:pt>
                <c:pt idx="6982">
                  <c:v>17.296</c:v>
                </c:pt>
                <c:pt idx="6983">
                  <c:v>17.235</c:v>
                </c:pt>
                <c:pt idx="6984">
                  <c:v>17.209</c:v>
                </c:pt>
                <c:pt idx="6985">
                  <c:v>17.185</c:v>
                </c:pt>
                <c:pt idx="6986">
                  <c:v>17.078</c:v>
                </c:pt>
                <c:pt idx="6987">
                  <c:v>16.985</c:v>
                </c:pt>
                <c:pt idx="6988">
                  <c:v>16.962</c:v>
                </c:pt>
                <c:pt idx="6989">
                  <c:v>16.84</c:v>
                </c:pt>
                <c:pt idx="6990">
                  <c:v>16.773</c:v>
                </c:pt>
                <c:pt idx="6991">
                  <c:v>16.741</c:v>
                </c:pt>
                <c:pt idx="6992">
                  <c:v>16.739</c:v>
                </c:pt>
                <c:pt idx="6993">
                  <c:v>16.687</c:v>
                </c:pt>
                <c:pt idx="6994">
                  <c:v>16.584</c:v>
                </c:pt>
                <c:pt idx="6995">
                  <c:v>16.553</c:v>
                </c:pt>
                <c:pt idx="6996">
                  <c:v>16.538</c:v>
                </c:pt>
                <c:pt idx="6997">
                  <c:v>16.481</c:v>
                </c:pt>
                <c:pt idx="6998">
                  <c:v>16.478</c:v>
                </c:pt>
                <c:pt idx="6999">
                  <c:v>16.417</c:v>
                </c:pt>
                <c:pt idx="7000">
                  <c:v>16.379</c:v>
                </c:pt>
                <c:pt idx="7001">
                  <c:v>16.314</c:v>
                </c:pt>
                <c:pt idx="7002">
                  <c:v>16.205</c:v>
                </c:pt>
                <c:pt idx="7003">
                  <c:v>16.151</c:v>
                </c:pt>
                <c:pt idx="7004">
                  <c:v>16.122</c:v>
                </c:pt>
                <c:pt idx="7005">
                  <c:v>16.103</c:v>
                </c:pt>
                <c:pt idx="7006">
                  <c:v>15.987</c:v>
                </c:pt>
                <c:pt idx="7007">
                  <c:v>15.953</c:v>
                </c:pt>
                <c:pt idx="7008">
                  <c:v>15.924</c:v>
                </c:pt>
                <c:pt idx="7009">
                  <c:v>15.918</c:v>
                </c:pt>
                <c:pt idx="7010">
                  <c:v>15.91</c:v>
                </c:pt>
                <c:pt idx="7011">
                  <c:v>15.898</c:v>
                </c:pt>
                <c:pt idx="7012">
                  <c:v>15.857</c:v>
                </c:pt>
                <c:pt idx="7013">
                  <c:v>15.819</c:v>
                </c:pt>
                <c:pt idx="7014">
                  <c:v>15.757</c:v>
                </c:pt>
                <c:pt idx="7015">
                  <c:v>15.727</c:v>
                </c:pt>
                <c:pt idx="7016">
                  <c:v>15.683</c:v>
                </c:pt>
                <c:pt idx="7017">
                  <c:v>15.677</c:v>
                </c:pt>
                <c:pt idx="7018">
                  <c:v>15.662</c:v>
                </c:pt>
                <c:pt idx="7019">
                  <c:v>15.63</c:v>
                </c:pt>
                <c:pt idx="7020">
                  <c:v>15.545</c:v>
                </c:pt>
                <c:pt idx="7021">
                  <c:v>15.437</c:v>
                </c:pt>
                <c:pt idx="7022">
                  <c:v>15.405</c:v>
                </c:pt>
                <c:pt idx="7023">
                  <c:v>15.403</c:v>
                </c:pt>
                <c:pt idx="7024">
                  <c:v>15.361</c:v>
                </c:pt>
                <c:pt idx="7025">
                  <c:v>15.332</c:v>
                </c:pt>
                <c:pt idx="7026">
                  <c:v>15.286</c:v>
                </c:pt>
                <c:pt idx="7027">
                  <c:v>15.17</c:v>
                </c:pt>
                <c:pt idx="7028">
                  <c:v>15.161</c:v>
                </c:pt>
                <c:pt idx="7029">
                  <c:v>15.154</c:v>
                </c:pt>
                <c:pt idx="7030">
                  <c:v>15.111</c:v>
                </c:pt>
                <c:pt idx="7031">
                  <c:v>15.082</c:v>
                </c:pt>
                <c:pt idx="7032">
                  <c:v>15.051</c:v>
                </c:pt>
                <c:pt idx="7033">
                  <c:v>15.035</c:v>
                </c:pt>
                <c:pt idx="7034">
                  <c:v>14.968</c:v>
                </c:pt>
                <c:pt idx="7035">
                  <c:v>14.819</c:v>
                </c:pt>
                <c:pt idx="7036">
                  <c:v>14.807</c:v>
                </c:pt>
                <c:pt idx="7037">
                  <c:v>14.805</c:v>
                </c:pt>
                <c:pt idx="7038">
                  <c:v>14.78</c:v>
                </c:pt>
                <c:pt idx="7039">
                  <c:v>14.779</c:v>
                </c:pt>
                <c:pt idx="7040">
                  <c:v>14.763</c:v>
                </c:pt>
                <c:pt idx="7041">
                  <c:v>14.692</c:v>
                </c:pt>
                <c:pt idx="7042">
                  <c:v>14.676</c:v>
                </c:pt>
                <c:pt idx="7043">
                  <c:v>14.669</c:v>
                </c:pt>
                <c:pt idx="7044">
                  <c:v>14.662</c:v>
                </c:pt>
                <c:pt idx="7045">
                  <c:v>14.656</c:v>
                </c:pt>
                <c:pt idx="7046">
                  <c:v>14.577</c:v>
                </c:pt>
                <c:pt idx="7047">
                  <c:v>14.557</c:v>
                </c:pt>
                <c:pt idx="7048">
                  <c:v>14.529</c:v>
                </c:pt>
                <c:pt idx="7049">
                  <c:v>14.526</c:v>
                </c:pt>
                <c:pt idx="7050">
                  <c:v>14.505</c:v>
                </c:pt>
                <c:pt idx="7051">
                  <c:v>14.497</c:v>
                </c:pt>
                <c:pt idx="7052">
                  <c:v>14.463</c:v>
                </c:pt>
                <c:pt idx="7053">
                  <c:v>14.455</c:v>
                </c:pt>
                <c:pt idx="7054">
                  <c:v>14.401</c:v>
                </c:pt>
                <c:pt idx="7055">
                  <c:v>14.394</c:v>
                </c:pt>
                <c:pt idx="7056">
                  <c:v>14.36</c:v>
                </c:pt>
                <c:pt idx="7057">
                  <c:v>14.342</c:v>
                </c:pt>
                <c:pt idx="7058">
                  <c:v>14.327</c:v>
                </c:pt>
                <c:pt idx="7059">
                  <c:v>14.318</c:v>
                </c:pt>
                <c:pt idx="7060">
                  <c:v>14.308</c:v>
                </c:pt>
                <c:pt idx="7061">
                  <c:v>14.237</c:v>
                </c:pt>
                <c:pt idx="7062">
                  <c:v>14.235</c:v>
                </c:pt>
                <c:pt idx="7063">
                  <c:v>14.232</c:v>
                </c:pt>
                <c:pt idx="7064">
                  <c:v>14.22</c:v>
                </c:pt>
                <c:pt idx="7065">
                  <c:v>14.209</c:v>
                </c:pt>
                <c:pt idx="7066">
                  <c:v>14.153</c:v>
                </c:pt>
                <c:pt idx="7067">
                  <c:v>14.115</c:v>
                </c:pt>
                <c:pt idx="7068">
                  <c:v>14.053</c:v>
                </c:pt>
                <c:pt idx="7069">
                  <c:v>14.032</c:v>
                </c:pt>
                <c:pt idx="7070">
                  <c:v>14.022</c:v>
                </c:pt>
                <c:pt idx="7071">
                  <c:v>13.977</c:v>
                </c:pt>
                <c:pt idx="7072">
                  <c:v>13.91</c:v>
                </c:pt>
                <c:pt idx="7073">
                  <c:v>13.908</c:v>
                </c:pt>
                <c:pt idx="7074">
                  <c:v>13.9</c:v>
                </c:pt>
                <c:pt idx="7075">
                  <c:v>13.892</c:v>
                </c:pt>
                <c:pt idx="7076">
                  <c:v>13.878</c:v>
                </c:pt>
                <c:pt idx="7077">
                  <c:v>13.878</c:v>
                </c:pt>
                <c:pt idx="7078">
                  <c:v>13.874</c:v>
                </c:pt>
                <c:pt idx="7079">
                  <c:v>13.811</c:v>
                </c:pt>
                <c:pt idx="7080">
                  <c:v>13.81</c:v>
                </c:pt>
                <c:pt idx="7081">
                  <c:v>13.767</c:v>
                </c:pt>
                <c:pt idx="7082">
                  <c:v>13.749</c:v>
                </c:pt>
                <c:pt idx="7083">
                  <c:v>13.731</c:v>
                </c:pt>
                <c:pt idx="7084">
                  <c:v>13.726</c:v>
                </c:pt>
                <c:pt idx="7085">
                  <c:v>13.711</c:v>
                </c:pt>
                <c:pt idx="7086">
                  <c:v>13.707</c:v>
                </c:pt>
                <c:pt idx="7087">
                  <c:v>13.707</c:v>
                </c:pt>
                <c:pt idx="7088">
                  <c:v>13.685</c:v>
                </c:pt>
                <c:pt idx="7089">
                  <c:v>13.683</c:v>
                </c:pt>
                <c:pt idx="7090">
                  <c:v>13.675</c:v>
                </c:pt>
                <c:pt idx="7091">
                  <c:v>13.623</c:v>
                </c:pt>
                <c:pt idx="7092">
                  <c:v>13.619</c:v>
                </c:pt>
                <c:pt idx="7093">
                  <c:v>13.585</c:v>
                </c:pt>
                <c:pt idx="7094">
                  <c:v>13.585</c:v>
                </c:pt>
                <c:pt idx="7095">
                  <c:v>13.555</c:v>
                </c:pt>
                <c:pt idx="7096">
                  <c:v>13.508</c:v>
                </c:pt>
                <c:pt idx="7097">
                  <c:v>13.493</c:v>
                </c:pt>
                <c:pt idx="7098">
                  <c:v>13.485</c:v>
                </c:pt>
                <c:pt idx="7099">
                  <c:v>13.463</c:v>
                </c:pt>
                <c:pt idx="7100">
                  <c:v>13.427</c:v>
                </c:pt>
                <c:pt idx="7101">
                  <c:v>13.392</c:v>
                </c:pt>
                <c:pt idx="7102">
                  <c:v>13.374</c:v>
                </c:pt>
                <c:pt idx="7103">
                  <c:v>13.321</c:v>
                </c:pt>
                <c:pt idx="7104">
                  <c:v>13.287</c:v>
                </c:pt>
                <c:pt idx="7105">
                  <c:v>13.258</c:v>
                </c:pt>
                <c:pt idx="7106">
                  <c:v>13.247</c:v>
                </c:pt>
                <c:pt idx="7107">
                  <c:v>13.243</c:v>
                </c:pt>
                <c:pt idx="7108">
                  <c:v>13.239</c:v>
                </c:pt>
                <c:pt idx="7109">
                  <c:v>13.226</c:v>
                </c:pt>
                <c:pt idx="7110">
                  <c:v>13.224</c:v>
                </c:pt>
                <c:pt idx="7111">
                  <c:v>13.161</c:v>
                </c:pt>
                <c:pt idx="7112">
                  <c:v>13.128</c:v>
                </c:pt>
                <c:pt idx="7113">
                  <c:v>13.086</c:v>
                </c:pt>
                <c:pt idx="7114">
                  <c:v>13.056</c:v>
                </c:pt>
                <c:pt idx="7115">
                  <c:v>13.052</c:v>
                </c:pt>
                <c:pt idx="7116">
                  <c:v>13.009</c:v>
                </c:pt>
                <c:pt idx="7117">
                  <c:v>12.989</c:v>
                </c:pt>
                <c:pt idx="7118">
                  <c:v>12.977</c:v>
                </c:pt>
                <c:pt idx="7119">
                  <c:v>12.936</c:v>
                </c:pt>
                <c:pt idx="7120">
                  <c:v>12.932</c:v>
                </c:pt>
                <c:pt idx="7121">
                  <c:v>12.896</c:v>
                </c:pt>
                <c:pt idx="7122">
                  <c:v>12.89</c:v>
                </c:pt>
                <c:pt idx="7123">
                  <c:v>12.889</c:v>
                </c:pt>
                <c:pt idx="7124">
                  <c:v>12.883</c:v>
                </c:pt>
                <c:pt idx="7125">
                  <c:v>12.881</c:v>
                </c:pt>
                <c:pt idx="7126">
                  <c:v>12.817</c:v>
                </c:pt>
                <c:pt idx="7127">
                  <c:v>12.81</c:v>
                </c:pt>
                <c:pt idx="7128">
                  <c:v>12.794</c:v>
                </c:pt>
                <c:pt idx="7129">
                  <c:v>12.785</c:v>
                </c:pt>
                <c:pt idx="7130">
                  <c:v>12.707</c:v>
                </c:pt>
                <c:pt idx="7131">
                  <c:v>12.704</c:v>
                </c:pt>
                <c:pt idx="7132">
                  <c:v>12.644</c:v>
                </c:pt>
                <c:pt idx="7133">
                  <c:v>12.636</c:v>
                </c:pt>
                <c:pt idx="7134">
                  <c:v>12.632</c:v>
                </c:pt>
                <c:pt idx="7135">
                  <c:v>12.63</c:v>
                </c:pt>
                <c:pt idx="7136">
                  <c:v>12.627</c:v>
                </c:pt>
                <c:pt idx="7137">
                  <c:v>12.616</c:v>
                </c:pt>
                <c:pt idx="7138">
                  <c:v>12.601</c:v>
                </c:pt>
                <c:pt idx="7139">
                  <c:v>12.592</c:v>
                </c:pt>
                <c:pt idx="7140">
                  <c:v>12.554</c:v>
                </c:pt>
                <c:pt idx="7141">
                  <c:v>12.548</c:v>
                </c:pt>
                <c:pt idx="7142">
                  <c:v>12.488</c:v>
                </c:pt>
                <c:pt idx="7143">
                  <c:v>12.476</c:v>
                </c:pt>
                <c:pt idx="7144">
                  <c:v>12.467</c:v>
                </c:pt>
                <c:pt idx="7145">
                  <c:v>12.46</c:v>
                </c:pt>
                <c:pt idx="7146">
                  <c:v>12.449</c:v>
                </c:pt>
                <c:pt idx="7147">
                  <c:v>12.448</c:v>
                </c:pt>
                <c:pt idx="7148">
                  <c:v>12.398</c:v>
                </c:pt>
                <c:pt idx="7149">
                  <c:v>12.359</c:v>
                </c:pt>
                <c:pt idx="7150">
                  <c:v>12.321</c:v>
                </c:pt>
                <c:pt idx="7151">
                  <c:v>12.32</c:v>
                </c:pt>
                <c:pt idx="7152">
                  <c:v>12.317</c:v>
                </c:pt>
                <c:pt idx="7153">
                  <c:v>12.316</c:v>
                </c:pt>
                <c:pt idx="7154">
                  <c:v>12.31</c:v>
                </c:pt>
                <c:pt idx="7155">
                  <c:v>12.295</c:v>
                </c:pt>
                <c:pt idx="7156">
                  <c:v>12.28</c:v>
                </c:pt>
                <c:pt idx="7157">
                  <c:v>12.279</c:v>
                </c:pt>
                <c:pt idx="7158">
                  <c:v>12.252</c:v>
                </c:pt>
                <c:pt idx="7159">
                  <c:v>12.202</c:v>
                </c:pt>
                <c:pt idx="7160">
                  <c:v>12.199</c:v>
                </c:pt>
                <c:pt idx="7161">
                  <c:v>12.198</c:v>
                </c:pt>
                <c:pt idx="7162">
                  <c:v>12.192</c:v>
                </c:pt>
                <c:pt idx="7163">
                  <c:v>12.182</c:v>
                </c:pt>
                <c:pt idx="7164">
                  <c:v>12.157</c:v>
                </c:pt>
                <c:pt idx="7165">
                  <c:v>12.142</c:v>
                </c:pt>
                <c:pt idx="7166">
                  <c:v>12.137</c:v>
                </c:pt>
                <c:pt idx="7167">
                  <c:v>12.129</c:v>
                </c:pt>
                <c:pt idx="7168">
                  <c:v>12.068</c:v>
                </c:pt>
                <c:pt idx="7169">
                  <c:v>12.015</c:v>
                </c:pt>
                <c:pt idx="7170">
                  <c:v>12.013</c:v>
                </c:pt>
                <c:pt idx="7171">
                  <c:v>11.966</c:v>
                </c:pt>
                <c:pt idx="7172">
                  <c:v>11.938</c:v>
                </c:pt>
                <c:pt idx="7173">
                  <c:v>11.928</c:v>
                </c:pt>
                <c:pt idx="7174">
                  <c:v>11.909</c:v>
                </c:pt>
                <c:pt idx="7175">
                  <c:v>11.887</c:v>
                </c:pt>
                <c:pt idx="7176">
                  <c:v>11.881</c:v>
                </c:pt>
                <c:pt idx="7177">
                  <c:v>11.869</c:v>
                </c:pt>
                <c:pt idx="7178">
                  <c:v>11.868</c:v>
                </c:pt>
                <c:pt idx="7179">
                  <c:v>11.867</c:v>
                </c:pt>
                <c:pt idx="7180">
                  <c:v>11.864</c:v>
                </c:pt>
                <c:pt idx="7181">
                  <c:v>11.863</c:v>
                </c:pt>
                <c:pt idx="7182">
                  <c:v>11.804</c:v>
                </c:pt>
                <c:pt idx="7183">
                  <c:v>11.785</c:v>
                </c:pt>
                <c:pt idx="7184">
                  <c:v>11.781</c:v>
                </c:pt>
                <c:pt idx="7185">
                  <c:v>11.775</c:v>
                </c:pt>
                <c:pt idx="7186">
                  <c:v>11.753</c:v>
                </c:pt>
                <c:pt idx="7187">
                  <c:v>11.632</c:v>
                </c:pt>
                <c:pt idx="7188">
                  <c:v>11.627</c:v>
                </c:pt>
                <c:pt idx="7189">
                  <c:v>11.626</c:v>
                </c:pt>
                <c:pt idx="7190">
                  <c:v>11.615</c:v>
                </c:pt>
                <c:pt idx="7191">
                  <c:v>11.613</c:v>
                </c:pt>
                <c:pt idx="7192">
                  <c:v>11.516</c:v>
                </c:pt>
                <c:pt idx="7193">
                  <c:v>11.5</c:v>
                </c:pt>
                <c:pt idx="7194">
                  <c:v>11.499</c:v>
                </c:pt>
                <c:pt idx="7195">
                  <c:v>11.474</c:v>
                </c:pt>
                <c:pt idx="7196">
                  <c:v>11.465</c:v>
                </c:pt>
                <c:pt idx="7197">
                  <c:v>11.439</c:v>
                </c:pt>
                <c:pt idx="7198">
                  <c:v>11.39</c:v>
                </c:pt>
                <c:pt idx="7199">
                  <c:v>11.383</c:v>
                </c:pt>
                <c:pt idx="7200">
                  <c:v>11.353</c:v>
                </c:pt>
                <c:pt idx="7201">
                  <c:v>11.346</c:v>
                </c:pt>
                <c:pt idx="7202">
                  <c:v>11.335</c:v>
                </c:pt>
                <c:pt idx="7203">
                  <c:v>11.294</c:v>
                </c:pt>
                <c:pt idx="7204">
                  <c:v>11.277</c:v>
                </c:pt>
                <c:pt idx="7205">
                  <c:v>11.243</c:v>
                </c:pt>
                <c:pt idx="7206">
                  <c:v>11.243</c:v>
                </c:pt>
                <c:pt idx="7207">
                  <c:v>11.241</c:v>
                </c:pt>
                <c:pt idx="7208">
                  <c:v>11.194</c:v>
                </c:pt>
                <c:pt idx="7209">
                  <c:v>11.187</c:v>
                </c:pt>
                <c:pt idx="7210">
                  <c:v>11.183</c:v>
                </c:pt>
                <c:pt idx="7211">
                  <c:v>11.182</c:v>
                </c:pt>
                <c:pt idx="7212">
                  <c:v>11.176</c:v>
                </c:pt>
                <c:pt idx="7213">
                  <c:v>11.164</c:v>
                </c:pt>
                <c:pt idx="7214">
                  <c:v>11.129</c:v>
                </c:pt>
                <c:pt idx="7215">
                  <c:v>11.111</c:v>
                </c:pt>
                <c:pt idx="7216">
                  <c:v>11.105</c:v>
                </c:pt>
                <c:pt idx="7217">
                  <c:v>11.093</c:v>
                </c:pt>
                <c:pt idx="7218">
                  <c:v>11.092</c:v>
                </c:pt>
                <c:pt idx="7219">
                  <c:v>11.063</c:v>
                </c:pt>
                <c:pt idx="7220">
                  <c:v>11.062</c:v>
                </c:pt>
                <c:pt idx="7221">
                  <c:v>11.035</c:v>
                </c:pt>
                <c:pt idx="7222">
                  <c:v>11.031</c:v>
                </c:pt>
                <c:pt idx="7223">
                  <c:v>11.028</c:v>
                </c:pt>
                <c:pt idx="7224">
                  <c:v>11.017</c:v>
                </c:pt>
                <c:pt idx="7225">
                  <c:v>10.988</c:v>
                </c:pt>
                <c:pt idx="7226">
                  <c:v>10.983</c:v>
                </c:pt>
                <c:pt idx="7227">
                  <c:v>10.972</c:v>
                </c:pt>
                <c:pt idx="7228">
                  <c:v>10.969</c:v>
                </c:pt>
                <c:pt idx="7229">
                  <c:v>10.964</c:v>
                </c:pt>
                <c:pt idx="7230">
                  <c:v>10.933</c:v>
                </c:pt>
                <c:pt idx="7231">
                  <c:v>10.93</c:v>
                </c:pt>
                <c:pt idx="7232">
                  <c:v>10.902</c:v>
                </c:pt>
                <c:pt idx="7233">
                  <c:v>10.895</c:v>
                </c:pt>
                <c:pt idx="7234">
                  <c:v>10.892</c:v>
                </c:pt>
                <c:pt idx="7235">
                  <c:v>10.875</c:v>
                </c:pt>
                <c:pt idx="7236">
                  <c:v>10.855</c:v>
                </c:pt>
                <c:pt idx="7237">
                  <c:v>10.811</c:v>
                </c:pt>
                <c:pt idx="7238">
                  <c:v>10.811</c:v>
                </c:pt>
                <c:pt idx="7239">
                  <c:v>10.786</c:v>
                </c:pt>
                <c:pt idx="7240">
                  <c:v>10.756</c:v>
                </c:pt>
                <c:pt idx="7241">
                  <c:v>10.752</c:v>
                </c:pt>
                <c:pt idx="7242">
                  <c:v>10.726</c:v>
                </c:pt>
                <c:pt idx="7243">
                  <c:v>10.68</c:v>
                </c:pt>
                <c:pt idx="7244">
                  <c:v>10.676</c:v>
                </c:pt>
                <c:pt idx="7245">
                  <c:v>10.664</c:v>
                </c:pt>
                <c:pt idx="7246">
                  <c:v>10.646</c:v>
                </c:pt>
                <c:pt idx="7247">
                  <c:v>10.637</c:v>
                </c:pt>
                <c:pt idx="7248">
                  <c:v>10.621</c:v>
                </c:pt>
                <c:pt idx="7249">
                  <c:v>10.616</c:v>
                </c:pt>
                <c:pt idx="7250">
                  <c:v>10.569</c:v>
                </c:pt>
                <c:pt idx="7251">
                  <c:v>10.55</c:v>
                </c:pt>
                <c:pt idx="7252">
                  <c:v>10.508</c:v>
                </c:pt>
                <c:pt idx="7253">
                  <c:v>10.502</c:v>
                </c:pt>
                <c:pt idx="7254">
                  <c:v>10.498</c:v>
                </c:pt>
                <c:pt idx="7255">
                  <c:v>10.459</c:v>
                </c:pt>
                <c:pt idx="7256">
                  <c:v>10.439</c:v>
                </c:pt>
                <c:pt idx="7257">
                  <c:v>10.438</c:v>
                </c:pt>
                <c:pt idx="7258">
                  <c:v>10.437</c:v>
                </c:pt>
                <c:pt idx="7259">
                  <c:v>10.42</c:v>
                </c:pt>
                <c:pt idx="7260">
                  <c:v>10.402</c:v>
                </c:pt>
                <c:pt idx="7261">
                  <c:v>10.385</c:v>
                </c:pt>
                <c:pt idx="7262">
                  <c:v>10.38</c:v>
                </c:pt>
                <c:pt idx="7263">
                  <c:v>10.372</c:v>
                </c:pt>
                <c:pt idx="7264">
                  <c:v>10.337</c:v>
                </c:pt>
                <c:pt idx="7265">
                  <c:v>10.336</c:v>
                </c:pt>
                <c:pt idx="7266">
                  <c:v>10.335</c:v>
                </c:pt>
                <c:pt idx="7267">
                  <c:v>10.321</c:v>
                </c:pt>
                <c:pt idx="7268">
                  <c:v>10.294</c:v>
                </c:pt>
                <c:pt idx="7269">
                  <c:v>10.277</c:v>
                </c:pt>
                <c:pt idx="7270">
                  <c:v>10.276</c:v>
                </c:pt>
                <c:pt idx="7271">
                  <c:v>10.259</c:v>
                </c:pt>
                <c:pt idx="7272">
                  <c:v>10.255</c:v>
                </c:pt>
                <c:pt idx="7273">
                  <c:v>10.252</c:v>
                </c:pt>
                <c:pt idx="7274">
                  <c:v>10.25</c:v>
                </c:pt>
                <c:pt idx="7275">
                  <c:v>10.249</c:v>
                </c:pt>
                <c:pt idx="7276">
                  <c:v>10.248</c:v>
                </c:pt>
                <c:pt idx="7277">
                  <c:v>10.227</c:v>
                </c:pt>
                <c:pt idx="7278">
                  <c:v>10.219</c:v>
                </c:pt>
                <c:pt idx="7279">
                  <c:v>10.215</c:v>
                </c:pt>
                <c:pt idx="7280">
                  <c:v>10.206</c:v>
                </c:pt>
                <c:pt idx="7281">
                  <c:v>10.202</c:v>
                </c:pt>
                <c:pt idx="7282">
                  <c:v>10.199</c:v>
                </c:pt>
                <c:pt idx="7283">
                  <c:v>10.197</c:v>
                </c:pt>
                <c:pt idx="7284">
                  <c:v>10.176</c:v>
                </c:pt>
                <c:pt idx="7285">
                  <c:v>10.162</c:v>
                </c:pt>
                <c:pt idx="7286">
                  <c:v>10.153</c:v>
                </c:pt>
                <c:pt idx="7287">
                  <c:v>10.143</c:v>
                </c:pt>
                <c:pt idx="7288">
                  <c:v>10.134</c:v>
                </c:pt>
                <c:pt idx="7289">
                  <c:v>10.133</c:v>
                </c:pt>
                <c:pt idx="7290">
                  <c:v>10.118</c:v>
                </c:pt>
                <c:pt idx="7291">
                  <c:v>10.115</c:v>
                </c:pt>
                <c:pt idx="7292">
                  <c:v>10.114</c:v>
                </c:pt>
                <c:pt idx="7293">
                  <c:v>10.084</c:v>
                </c:pt>
                <c:pt idx="7294">
                  <c:v>10.079</c:v>
                </c:pt>
                <c:pt idx="7295">
                  <c:v>10.075</c:v>
                </c:pt>
                <c:pt idx="7296">
                  <c:v>10.074</c:v>
                </c:pt>
                <c:pt idx="7297">
                  <c:v>10.014</c:v>
                </c:pt>
                <c:pt idx="7298">
                  <c:v>9.995</c:v>
                </c:pt>
                <c:pt idx="7299">
                  <c:v>9.994</c:v>
                </c:pt>
                <c:pt idx="7300">
                  <c:v>9.972</c:v>
                </c:pt>
                <c:pt idx="7301">
                  <c:v>9.972</c:v>
                </c:pt>
                <c:pt idx="7302">
                  <c:v>9.96</c:v>
                </c:pt>
                <c:pt idx="7303">
                  <c:v>9.939</c:v>
                </c:pt>
                <c:pt idx="7304">
                  <c:v>9.935</c:v>
                </c:pt>
                <c:pt idx="7305">
                  <c:v>9.915</c:v>
                </c:pt>
                <c:pt idx="7306">
                  <c:v>9.914</c:v>
                </c:pt>
                <c:pt idx="7307">
                  <c:v>9.91</c:v>
                </c:pt>
                <c:pt idx="7308">
                  <c:v>9.906</c:v>
                </c:pt>
                <c:pt idx="7309">
                  <c:v>9.905</c:v>
                </c:pt>
                <c:pt idx="7310">
                  <c:v>9.904</c:v>
                </c:pt>
                <c:pt idx="7311">
                  <c:v>9.903</c:v>
                </c:pt>
                <c:pt idx="7312">
                  <c:v>9.874</c:v>
                </c:pt>
                <c:pt idx="7313">
                  <c:v>9.873</c:v>
                </c:pt>
                <c:pt idx="7314">
                  <c:v>9.872</c:v>
                </c:pt>
                <c:pt idx="7315">
                  <c:v>9.87</c:v>
                </c:pt>
                <c:pt idx="7316">
                  <c:v>9.869</c:v>
                </c:pt>
                <c:pt idx="7317">
                  <c:v>9.867</c:v>
                </c:pt>
                <c:pt idx="7318">
                  <c:v>9.867</c:v>
                </c:pt>
                <c:pt idx="7319">
                  <c:v>9.863</c:v>
                </c:pt>
                <c:pt idx="7320">
                  <c:v>9.859</c:v>
                </c:pt>
                <c:pt idx="7321">
                  <c:v>9.858</c:v>
                </c:pt>
                <c:pt idx="7322">
                  <c:v>9.851</c:v>
                </c:pt>
                <c:pt idx="7323">
                  <c:v>9.841</c:v>
                </c:pt>
                <c:pt idx="7324">
                  <c:v>9.807</c:v>
                </c:pt>
                <c:pt idx="7325">
                  <c:v>9.773</c:v>
                </c:pt>
                <c:pt idx="7326">
                  <c:v>9.772</c:v>
                </c:pt>
                <c:pt idx="7327">
                  <c:v>9.766</c:v>
                </c:pt>
                <c:pt idx="7328">
                  <c:v>9.765</c:v>
                </c:pt>
                <c:pt idx="7329">
                  <c:v>9.733</c:v>
                </c:pt>
                <c:pt idx="7330">
                  <c:v>9.731</c:v>
                </c:pt>
                <c:pt idx="7331">
                  <c:v>9.707</c:v>
                </c:pt>
                <c:pt idx="7332">
                  <c:v>9.704</c:v>
                </c:pt>
                <c:pt idx="7333">
                  <c:v>9.678</c:v>
                </c:pt>
                <c:pt idx="7334">
                  <c:v>9.658</c:v>
                </c:pt>
                <c:pt idx="7335">
                  <c:v>9.655</c:v>
                </c:pt>
                <c:pt idx="7336">
                  <c:v>9.647</c:v>
                </c:pt>
                <c:pt idx="7337">
                  <c:v>9.639</c:v>
                </c:pt>
                <c:pt idx="7338">
                  <c:v>9.638</c:v>
                </c:pt>
                <c:pt idx="7339">
                  <c:v>9.631</c:v>
                </c:pt>
                <c:pt idx="7340">
                  <c:v>9.626</c:v>
                </c:pt>
                <c:pt idx="7341">
                  <c:v>9.622</c:v>
                </c:pt>
                <c:pt idx="7342">
                  <c:v>9.617</c:v>
                </c:pt>
                <c:pt idx="7343">
                  <c:v>9.577</c:v>
                </c:pt>
                <c:pt idx="7344">
                  <c:v>9.574</c:v>
                </c:pt>
                <c:pt idx="7345">
                  <c:v>9.568</c:v>
                </c:pt>
                <c:pt idx="7346">
                  <c:v>9.55</c:v>
                </c:pt>
                <c:pt idx="7347">
                  <c:v>9.545</c:v>
                </c:pt>
                <c:pt idx="7348">
                  <c:v>9.536</c:v>
                </c:pt>
                <c:pt idx="7349">
                  <c:v>9.516</c:v>
                </c:pt>
                <c:pt idx="7350">
                  <c:v>9.429</c:v>
                </c:pt>
                <c:pt idx="7351">
                  <c:v>9.426</c:v>
                </c:pt>
                <c:pt idx="7352">
                  <c:v>9.418</c:v>
                </c:pt>
                <c:pt idx="7353">
                  <c:v>9.406</c:v>
                </c:pt>
                <c:pt idx="7354">
                  <c:v>9.396</c:v>
                </c:pt>
                <c:pt idx="7355">
                  <c:v>9.384</c:v>
                </c:pt>
                <c:pt idx="7356">
                  <c:v>9.377</c:v>
                </c:pt>
                <c:pt idx="7357">
                  <c:v>9.374</c:v>
                </c:pt>
                <c:pt idx="7358">
                  <c:v>9.371</c:v>
                </c:pt>
                <c:pt idx="7359">
                  <c:v>9.368</c:v>
                </c:pt>
                <c:pt idx="7360">
                  <c:v>9.362</c:v>
                </c:pt>
                <c:pt idx="7361">
                  <c:v>9.333</c:v>
                </c:pt>
                <c:pt idx="7362">
                  <c:v>9.326</c:v>
                </c:pt>
                <c:pt idx="7363">
                  <c:v>9.314</c:v>
                </c:pt>
                <c:pt idx="7364">
                  <c:v>9.296</c:v>
                </c:pt>
                <c:pt idx="7365">
                  <c:v>9.282</c:v>
                </c:pt>
                <c:pt idx="7366">
                  <c:v>9.258</c:v>
                </c:pt>
                <c:pt idx="7367">
                  <c:v>9.253</c:v>
                </c:pt>
                <c:pt idx="7368">
                  <c:v>9.253</c:v>
                </c:pt>
                <c:pt idx="7369">
                  <c:v>9.219</c:v>
                </c:pt>
                <c:pt idx="7370">
                  <c:v>9.212</c:v>
                </c:pt>
                <c:pt idx="7371">
                  <c:v>9.182</c:v>
                </c:pt>
                <c:pt idx="7372">
                  <c:v>9.174</c:v>
                </c:pt>
                <c:pt idx="7373">
                  <c:v>9.17</c:v>
                </c:pt>
                <c:pt idx="7374">
                  <c:v>9.169</c:v>
                </c:pt>
                <c:pt idx="7375">
                  <c:v>9.162</c:v>
                </c:pt>
                <c:pt idx="7376">
                  <c:v>9.155</c:v>
                </c:pt>
                <c:pt idx="7377">
                  <c:v>9.155</c:v>
                </c:pt>
                <c:pt idx="7378">
                  <c:v>9.13</c:v>
                </c:pt>
                <c:pt idx="7379">
                  <c:v>9.129</c:v>
                </c:pt>
                <c:pt idx="7380">
                  <c:v>9.126</c:v>
                </c:pt>
                <c:pt idx="7381">
                  <c:v>9.124</c:v>
                </c:pt>
                <c:pt idx="7382">
                  <c:v>9.117</c:v>
                </c:pt>
                <c:pt idx="7383">
                  <c:v>9.115</c:v>
                </c:pt>
                <c:pt idx="7384">
                  <c:v>9.108</c:v>
                </c:pt>
                <c:pt idx="7385">
                  <c:v>9.096</c:v>
                </c:pt>
                <c:pt idx="7386">
                  <c:v>9.087</c:v>
                </c:pt>
                <c:pt idx="7387">
                  <c:v>9.08</c:v>
                </c:pt>
                <c:pt idx="7388">
                  <c:v>9.073</c:v>
                </c:pt>
                <c:pt idx="7389">
                  <c:v>9.061</c:v>
                </c:pt>
                <c:pt idx="7390">
                  <c:v>9.04</c:v>
                </c:pt>
                <c:pt idx="7391">
                  <c:v>9.038</c:v>
                </c:pt>
                <c:pt idx="7392">
                  <c:v>9.037</c:v>
                </c:pt>
                <c:pt idx="7393">
                  <c:v>9.005</c:v>
                </c:pt>
                <c:pt idx="7394">
                  <c:v>9.002</c:v>
                </c:pt>
                <c:pt idx="7395">
                  <c:v>8.997</c:v>
                </c:pt>
                <c:pt idx="7396">
                  <c:v>8.991</c:v>
                </c:pt>
                <c:pt idx="7397">
                  <c:v>8.98</c:v>
                </c:pt>
                <c:pt idx="7398">
                  <c:v>8.965</c:v>
                </c:pt>
                <c:pt idx="7399">
                  <c:v>8.959</c:v>
                </c:pt>
                <c:pt idx="7400">
                  <c:v>8.917</c:v>
                </c:pt>
                <c:pt idx="7401">
                  <c:v>8.899</c:v>
                </c:pt>
                <c:pt idx="7402">
                  <c:v>8.86</c:v>
                </c:pt>
                <c:pt idx="7403">
                  <c:v>8.848</c:v>
                </c:pt>
                <c:pt idx="7404">
                  <c:v>8.828</c:v>
                </c:pt>
                <c:pt idx="7405">
                  <c:v>8.827</c:v>
                </c:pt>
                <c:pt idx="7406">
                  <c:v>8.826</c:v>
                </c:pt>
                <c:pt idx="7407">
                  <c:v>8.808</c:v>
                </c:pt>
                <c:pt idx="7408">
                  <c:v>8.807</c:v>
                </c:pt>
                <c:pt idx="7409">
                  <c:v>8.805</c:v>
                </c:pt>
                <c:pt idx="7410">
                  <c:v>8.781</c:v>
                </c:pt>
                <c:pt idx="7411">
                  <c:v>8.778</c:v>
                </c:pt>
                <c:pt idx="7412">
                  <c:v>8.753</c:v>
                </c:pt>
                <c:pt idx="7413">
                  <c:v>8.738</c:v>
                </c:pt>
                <c:pt idx="7414">
                  <c:v>8.737</c:v>
                </c:pt>
                <c:pt idx="7415">
                  <c:v>8.724</c:v>
                </c:pt>
                <c:pt idx="7416">
                  <c:v>8.707</c:v>
                </c:pt>
                <c:pt idx="7417">
                  <c:v>8.704</c:v>
                </c:pt>
                <c:pt idx="7418">
                  <c:v>8.689</c:v>
                </c:pt>
                <c:pt idx="7419">
                  <c:v>8.664</c:v>
                </c:pt>
                <c:pt idx="7420">
                  <c:v>8.661</c:v>
                </c:pt>
                <c:pt idx="7421">
                  <c:v>8.653</c:v>
                </c:pt>
                <c:pt idx="7422">
                  <c:v>8.644</c:v>
                </c:pt>
                <c:pt idx="7423">
                  <c:v>8.641</c:v>
                </c:pt>
                <c:pt idx="7424">
                  <c:v>8.639</c:v>
                </c:pt>
                <c:pt idx="7425">
                  <c:v>8.631</c:v>
                </c:pt>
                <c:pt idx="7426">
                  <c:v>8.608</c:v>
                </c:pt>
                <c:pt idx="7427">
                  <c:v>8.602</c:v>
                </c:pt>
                <c:pt idx="7428">
                  <c:v>8.579</c:v>
                </c:pt>
                <c:pt idx="7429">
                  <c:v>8.579</c:v>
                </c:pt>
                <c:pt idx="7430">
                  <c:v>8.574</c:v>
                </c:pt>
                <c:pt idx="7431">
                  <c:v>8.555</c:v>
                </c:pt>
                <c:pt idx="7432">
                  <c:v>8.554</c:v>
                </c:pt>
                <c:pt idx="7433">
                  <c:v>8.527</c:v>
                </c:pt>
                <c:pt idx="7434">
                  <c:v>8.521</c:v>
                </c:pt>
                <c:pt idx="7435">
                  <c:v>8.521</c:v>
                </c:pt>
                <c:pt idx="7436">
                  <c:v>8.518</c:v>
                </c:pt>
                <c:pt idx="7437">
                  <c:v>8.507</c:v>
                </c:pt>
                <c:pt idx="7438">
                  <c:v>8.5</c:v>
                </c:pt>
                <c:pt idx="7439">
                  <c:v>8.479</c:v>
                </c:pt>
                <c:pt idx="7440">
                  <c:v>8.475</c:v>
                </c:pt>
                <c:pt idx="7441">
                  <c:v>8.461</c:v>
                </c:pt>
                <c:pt idx="7442">
                  <c:v>8.428</c:v>
                </c:pt>
                <c:pt idx="7443">
                  <c:v>8.426</c:v>
                </c:pt>
                <c:pt idx="7444">
                  <c:v>8.425</c:v>
                </c:pt>
                <c:pt idx="7445">
                  <c:v>8.401</c:v>
                </c:pt>
                <c:pt idx="7446">
                  <c:v>8.397</c:v>
                </c:pt>
                <c:pt idx="7447">
                  <c:v>8.39</c:v>
                </c:pt>
                <c:pt idx="7448">
                  <c:v>8.382</c:v>
                </c:pt>
                <c:pt idx="7449">
                  <c:v>8.372</c:v>
                </c:pt>
                <c:pt idx="7450">
                  <c:v>8.364</c:v>
                </c:pt>
                <c:pt idx="7451">
                  <c:v>8.344</c:v>
                </c:pt>
                <c:pt idx="7452">
                  <c:v>8.334</c:v>
                </c:pt>
                <c:pt idx="7453">
                  <c:v>8.329</c:v>
                </c:pt>
                <c:pt idx="7454">
                  <c:v>8.32</c:v>
                </c:pt>
                <c:pt idx="7455">
                  <c:v>8.319</c:v>
                </c:pt>
                <c:pt idx="7456">
                  <c:v>8.294</c:v>
                </c:pt>
                <c:pt idx="7457">
                  <c:v>8.289</c:v>
                </c:pt>
                <c:pt idx="7458">
                  <c:v>8.288</c:v>
                </c:pt>
                <c:pt idx="7459">
                  <c:v>8.286</c:v>
                </c:pt>
                <c:pt idx="7460">
                  <c:v>8.273</c:v>
                </c:pt>
                <c:pt idx="7461">
                  <c:v>8.268</c:v>
                </c:pt>
                <c:pt idx="7462">
                  <c:v>8.267</c:v>
                </c:pt>
                <c:pt idx="7463">
                  <c:v>8.266</c:v>
                </c:pt>
                <c:pt idx="7464">
                  <c:v>8.25</c:v>
                </c:pt>
                <c:pt idx="7465">
                  <c:v>8.246</c:v>
                </c:pt>
                <c:pt idx="7466">
                  <c:v>8.234</c:v>
                </c:pt>
                <c:pt idx="7467">
                  <c:v>8.233</c:v>
                </c:pt>
                <c:pt idx="7468">
                  <c:v>8.231</c:v>
                </c:pt>
                <c:pt idx="7469">
                  <c:v>8.222</c:v>
                </c:pt>
                <c:pt idx="7470">
                  <c:v>8.209</c:v>
                </c:pt>
                <c:pt idx="7471">
                  <c:v>8.204</c:v>
                </c:pt>
                <c:pt idx="7472">
                  <c:v>8.204</c:v>
                </c:pt>
                <c:pt idx="7473">
                  <c:v>8.196</c:v>
                </c:pt>
                <c:pt idx="7474">
                  <c:v>8.192</c:v>
                </c:pt>
                <c:pt idx="7475">
                  <c:v>8.18</c:v>
                </c:pt>
                <c:pt idx="7476">
                  <c:v>8.177</c:v>
                </c:pt>
                <c:pt idx="7477">
                  <c:v>8.166</c:v>
                </c:pt>
                <c:pt idx="7478">
                  <c:v>8.16</c:v>
                </c:pt>
                <c:pt idx="7479">
                  <c:v>8.16</c:v>
                </c:pt>
                <c:pt idx="7480">
                  <c:v>8.156</c:v>
                </c:pt>
                <c:pt idx="7481">
                  <c:v>8.153</c:v>
                </c:pt>
                <c:pt idx="7482">
                  <c:v>8.142</c:v>
                </c:pt>
                <c:pt idx="7483">
                  <c:v>8.137</c:v>
                </c:pt>
                <c:pt idx="7484">
                  <c:v>8.133</c:v>
                </c:pt>
                <c:pt idx="7485">
                  <c:v>8.132</c:v>
                </c:pt>
                <c:pt idx="7486">
                  <c:v>8.131</c:v>
                </c:pt>
                <c:pt idx="7487">
                  <c:v>8.127</c:v>
                </c:pt>
                <c:pt idx="7488">
                  <c:v>8.123</c:v>
                </c:pt>
                <c:pt idx="7489">
                  <c:v>8.103</c:v>
                </c:pt>
                <c:pt idx="7490">
                  <c:v>8.098</c:v>
                </c:pt>
                <c:pt idx="7491">
                  <c:v>8.093</c:v>
                </c:pt>
                <c:pt idx="7492">
                  <c:v>8.082</c:v>
                </c:pt>
                <c:pt idx="7493">
                  <c:v>8.082</c:v>
                </c:pt>
                <c:pt idx="7494">
                  <c:v>8.077</c:v>
                </c:pt>
                <c:pt idx="7495">
                  <c:v>8.045</c:v>
                </c:pt>
                <c:pt idx="7496">
                  <c:v>8.041</c:v>
                </c:pt>
                <c:pt idx="7497">
                  <c:v>8.036</c:v>
                </c:pt>
                <c:pt idx="7498">
                  <c:v>8.033</c:v>
                </c:pt>
                <c:pt idx="7499">
                  <c:v>8.032</c:v>
                </c:pt>
                <c:pt idx="7500">
                  <c:v>8.03</c:v>
                </c:pt>
                <c:pt idx="7501">
                  <c:v>8.026</c:v>
                </c:pt>
                <c:pt idx="7502">
                  <c:v>8.019</c:v>
                </c:pt>
                <c:pt idx="7503">
                  <c:v>8.015</c:v>
                </c:pt>
                <c:pt idx="7504">
                  <c:v>8.013</c:v>
                </c:pt>
                <c:pt idx="7505">
                  <c:v>8.012</c:v>
                </c:pt>
                <c:pt idx="7506">
                  <c:v>8.01</c:v>
                </c:pt>
                <c:pt idx="7507">
                  <c:v>8.006</c:v>
                </c:pt>
                <c:pt idx="7508">
                  <c:v>8.002</c:v>
                </c:pt>
                <c:pt idx="7509">
                  <c:v>7.999</c:v>
                </c:pt>
                <c:pt idx="7510">
                  <c:v>7.998</c:v>
                </c:pt>
                <c:pt idx="7511">
                  <c:v>7.995</c:v>
                </c:pt>
                <c:pt idx="7512">
                  <c:v>7.986</c:v>
                </c:pt>
                <c:pt idx="7513">
                  <c:v>7.982</c:v>
                </c:pt>
                <c:pt idx="7514">
                  <c:v>7.976</c:v>
                </c:pt>
                <c:pt idx="7515">
                  <c:v>7.967</c:v>
                </c:pt>
                <c:pt idx="7516">
                  <c:v>7.957</c:v>
                </c:pt>
                <c:pt idx="7517">
                  <c:v>7.953</c:v>
                </c:pt>
                <c:pt idx="7518">
                  <c:v>7.951</c:v>
                </c:pt>
                <c:pt idx="7519">
                  <c:v>7.92</c:v>
                </c:pt>
                <c:pt idx="7520">
                  <c:v>7.915</c:v>
                </c:pt>
                <c:pt idx="7521">
                  <c:v>7.906</c:v>
                </c:pt>
                <c:pt idx="7522">
                  <c:v>7.905</c:v>
                </c:pt>
                <c:pt idx="7523">
                  <c:v>7.9</c:v>
                </c:pt>
                <c:pt idx="7524">
                  <c:v>7.897</c:v>
                </c:pt>
                <c:pt idx="7525">
                  <c:v>7.89</c:v>
                </c:pt>
                <c:pt idx="7526">
                  <c:v>7.889</c:v>
                </c:pt>
                <c:pt idx="7527">
                  <c:v>7.878</c:v>
                </c:pt>
                <c:pt idx="7528">
                  <c:v>7.859</c:v>
                </c:pt>
                <c:pt idx="7529">
                  <c:v>7.859</c:v>
                </c:pt>
                <c:pt idx="7530">
                  <c:v>7.855</c:v>
                </c:pt>
                <c:pt idx="7531">
                  <c:v>7.855</c:v>
                </c:pt>
                <c:pt idx="7532">
                  <c:v>7.849</c:v>
                </c:pt>
                <c:pt idx="7533">
                  <c:v>7.839</c:v>
                </c:pt>
                <c:pt idx="7534">
                  <c:v>7.821</c:v>
                </c:pt>
                <c:pt idx="7535">
                  <c:v>7.807</c:v>
                </c:pt>
                <c:pt idx="7536">
                  <c:v>7.788</c:v>
                </c:pt>
                <c:pt idx="7537">
                  <c:v>7.785</c:v>
                </c:pt>
                <c:pt idx="7538">
                  <c:v>7.743</c:v>
                </c:pt>
                <c:pt idx="7539">
                  <c:v>7.738</c:v>
                </c:pt>
                <c:pt idx="7540">
                  <c:v>7.725</c:v>
                </c:pt>
                <c:pt idx="7541">
                  <c:v>7.723</c:v>
                </c:pt>
                <c:pt idx="7542">
                  <c:v>7.713</c:v>
                </c:pt>
                <c:pt idx="7543">
                  <c:v>7.68</c:v>
                </c:pt>
                <c:pt idx="7544">
                  <c:v>7.664</c:v>
                </c:pt>
                <c:pt idx="7545">
                  <c:v>7.651</c:v>
                </c:pt>
                <c:pt idx="7546">
                  <c:v>7.651</c:v>
                </c:pt>
                <c:pt idx="7547">
                  <c:v>7.648</c:v>
                </c:pt>
                <c:pt idx="7548">
                  <c:v>7.648</c:v>
                </c:pt>
                <c:pt idx="7549">
                  <c:v>7.648</c:v>
                </c:pt>
                <c:pt idx="7550">
                  <c:v>7.636</c:v>
                </c:pt>
                <c:pt idx="7551">
                  <c:v>7.63</c:v>
                </c:pt>
                <c:pt idx="7552">
                  <c:v>7.62</c:v>
                </c:pt>
                <c:pt idx="7553">
                  <c:v>7.597</c:v>
                </c:pt>
                <c:pt idx="7554">
                  <c:v>7.584</c:v>
                </c:pt>
                <c:pt idx="7555">
                  <c:v>7.576</c:v>
                </c:pt>
                <c:pt idx="7556">
                  <c:v>7.562</c:v>
                </c:pt>
                <c:pt idx="7557">
                  <c:v>7.557</c:v>
                </c:pt>
                <c:pt idx="7558">
                  <c:v>7.543</c:v>
                </c:pt>
                <c:pt idx="7559">
                  <c:v>7.534</c:v>
                </c:pt>
                <c:pt idx="7560">
                  <c:v>7.527</c:v>
                </c:pt>
                <c:pt idx="7561">
                  <c:v>7.514</c:v>
                </c:pt>
                <c:pt idx="7562">
                  <c:v>7.513</c:v>
                </c:pt>
                <c:pt idx="7563">
                  <c:v>7.505</c:v>
                </c:pt>
                <c:pt idx="7564">
                  <c:v>7.503</c:v>
                </c:pt>
                <c:pt idx="7565">
                  <c:v>7.463</c:v>
                </c:pt>
                <c:pt idx="7566">
                  <c:v>7.445</c:v>
                </c:pt>
                <c:pt idx="7567">
                  <c:v>7.437</c:v>
                </c:pt>
                <c:pt idx="7568">
                  <c:v>7.428</c:v>
                </c:pt>
                <c:pt idx="7569">
                  <c:v>7.41</c:v>
                </c:pt>
                <c:pt idx="7570">
                  <c:v>7.388</c:v>
                </c:pt>
                <c:pt idx="7571">
                  <c:v>7.367</c:v>
                </c:pt>
                <c:pt idx="7572">
                  <c:v>7.352</c:v>
                </c:pt>
                <c:pt idx="7573">
                  <c:v>7.352</c:v>
                </c:pt>
                <c:pt idx="7574">
                  <c:v>7.328</c:v>
                </c:pt>
                <c:pt idx="7575">
                  <c:v>7.321</c:v>
                </c:pt>
                <c:pt idx="7576">
                  <c:v>7.31</c:v>
                </c:pt>
                <c:pt idx="7577">
                  <c:v>7.302</c:v>
                </c:pt>
                <c:pt idx="7578">
                  <c:v>7.302</c:v>
                </c:pt>
                <c:pt idx="7579">
                  <c:v>7.28</c:v>
                </c:pt>
                <c:pt idx="7580">
                  <c:v>7.265</c:v>
                </c:pt>
                <c:pt idx="7581">
                  <c:v>7.261</c:v>
                </c:pt>
                <c:pt idx="7582">
                  <c:v>7.257</c:v>
                </c:pt>
                <c:pt idx="7583">
                  <c:v>7.249</c:v>
                </c:pt>
                <c:pt idx="7584">
                  <c:v>7.247</c:v>
                </c:pt>
                <c:pt idx="7585">
                  <c:v>7.246</c:v>
                </c:pt>
                <c:pt idx="7586">
                  <c:v>7.242</c:v>
                </c:pt>
                <c:pt idx="7587">
                  <c:v>7.233</c:v>
                </c:pt>
                <c:pt idx="7588">
                  <c:v>7.212</c:v>
                </c:pt>
                <c:pt idx="7589">
                  <c:v>7.207</c:v>
                </c:pt>
                <c:pt idx="7590">
                  <c:v>7.2</c:v>
                </c:pt>
                <c:pt idx="7591">
                  <c:v>7.2</c:v>
                </c:pt>
                <c:pt idx="7592">
                  <c:v>7.199</c:v>
                </c:pt>
                <c:pt idx="7593">
                  <c:v>7.197</c:v>
                </c:pt>
                <c:pt idx="7594">
                  <c:v>7.196</c:v>
                </c:pt>
                <c:pt idx="7595">
                  <c:v>7.192</c:v>
                </c:pt>
                <c:pt idx="7596">
                  <c:v>7.192</c:v>
                </c:pt>
                <c:pt idx="7597">
                  <c:v>7.179</c:v>
                </c:pt>
                <c:pt idx="7598">
                  <c:v>7.166</c:v>
                </c:pt>
                <c:pt idx="7599">
                  <c:v>7.161</c:v>
                </c:pt>
                <c:pt idx="7600">
                  <c:v>7.157</c:v>
                </c:pt>
                <c:pt idx="7601">
                  <c:v>7.155</c:v>
                </c:pt>
                <c:pt idx="7602">
                  <c:v>7.147</c:v>
                </c:pt>
                <c:pt idx="7603">
                  <c:v>7.145</c:v>
                </c:pt>
                <c:pt idx="7604">
                  <c:v>7.14</c:v>
                </c:pt>
                <c:pt idx="7605">
                  <c:v>7.13</c:v>
                </c:pt>
                <c:pt idx="7606">
                  <c:v>7.128</c:v>
                </c:pt>
                <c:pt idx="7607">
                  <c:v>7.126</c:v>
                </c:pt>
                <c:pt idx="7608">
                  <c:v>7.122</c:v>
                </c:pt>
                <c:pt idx="7609">
                  <c:v>7.114</c:v>
                </c:pt>
                <c:pt idx="7610">
                  <c:v>7.112</c:v>
                </c:pt>
                <c:pt idx="7611">
                  <c:v>7.099</c:v>
                </c:pt>
                <c:pt idx="7612">
                  <c:v>7.096</c:v>
                </c:pt>
                <c:pt idx="7613">
                  <c:v>7.092</c:v>
                </c:pt>
                <c:pt idx="7614">
                  <c:v>7.083</c:v>
                </c:pt>
                <c:pt idx="7615">
                  <c:v>7.074</c:v>
                </c:pt>
                <c:pt idx="7616">
                  <c:v>7.072</c:v>
                </c:pt>
                <c:pt idx="7617">
                  <c:v>7.063</c:v>
                </c:pt>
                <c:pt idx="7618">
                  <c:v>7.039</c:v>
                </c:pt>
                <c:pt idx="7619">
                  <c:v>7.035</c:v>
                </c:pt>
                <c:pt idx="7620">
                  <c:v>7.029</c:v>
                </c:pt>
                <c:pt idx="7621">
                  <c:v>7.026</c:v>
                </c:pt>
                <c:pt idx="7622">
                  <c:v>7.025</c:v>
                </c:pt>
                <c:pt idx="7623">
                  <c:v>7.009</c:v>
                </c:pt>
                <c:pt idx="7624">
                  <c:v>7.004</c:v>
                </c:pt>
                <c:pt idx="7625">
                  <c:v>6.965</c:v>
                </c:pt>
                <c:pt idx="7626">
                  <c:v>6.958</c:v>
                </c:pt>
                <c:pt idx="7627">
                  <c:v>6.949</c:v>
                </c:pt>
                <c:pt idx="7628">
                  <c:v>6.948</c:v>
                </c:pt>
                <c:pt idx="7629">
                  <c:v>6.947</c:v>
                </c:pt>
                <c:pt idx="7630">
                  <c:v>6.93</c:v>
                </c:pt>
                <c:pt idx="7631">
                  <c:v>6.904</c:v>
                </c:pt>
                <c:pt idx="7632">
                  <c:v>6.902</c:v>
                </c:pt>
                <c:pt idx="7633">
                  <c:v>6.898</c:v>
                </c:pt>
                <c:pt idx="7634">
                  <c:v>6.895</c:v>
                </c:pt>
                <c:pt idx="7635">
                  <c:v>6.892</c:v>
                </c:pt>
                <c:pt idx="7636">
                  <c:v>6.885</c:v>
                </c:pt>
                <c:pt idx="7637">
                  <c:v>6.883</c:v>
                </c:pt>
                <c:pt idx="7638">
                  <c:v>6.876</c:v>
                </c:pt>
                <c:pt idx="7639">
                  <c:v>6.857</c:v>
                </c:pt>
                <c:pt idx="7640">
                  <c:v>6.857</c:v>
                </c:pt>
                <c:pt idx="7641">
                  <c:v>6.857</c:v>
                </c:pt>
                <c:pt idx="7642">
                  <c:v>6.853</c:v>
                </c:pt>
                <c:pt idx="7643">
                  <c:v>6.843</c:v>
                </c:pt>
                <c:pt idx="7644">
                  <c:v>190.405</c:v>
                </c:pt>
                <c:pt idx="7645">
                  <c:v>133.255</c:v>
                </c:pt>
                <c:pt idx="7646">
                  <c:v>130.55</c:v>
                </c:pt>
                <c:pt idx="7647">
                  <c:v>127.21</c:v>
                </c:pt>
                <c:pt idx="7648">
                  <c:v>112.031</c:v>
                </c:pt>
                <c:pt idx="7649">
                  <c:v>92.728</c:v>
                </c:pt>
                <c:pt idx="7650">
                  <c:v>91.909</c:v>
                </c:pt>
                <c:pt idx="7651">
                  <c:v>87.906</c:v>
                </c:pt>
                <c:pt idx="7652">
                  <c:v>83.229</c:v>
                </c:pt>
                <c:pt idx="7653">
                  <c:v>83.134</c:v>
                </c:pt>
                <c:pt idx="7654">
                  <c:v>81.05</c:v>
                </c:pt>
                <c:pt idx="7655">
                  <c:v>76.976</c:v>
                </c:pt>
                <c:pt idx="7656">
                  <c:v>74.461</c:v>
                </c:pt>
                <c:pt idx="7657">
                  <c:v>72.391</c:v>
                </c:pt>
                <c:pt idx="7658">
                  <c:v>69.929</c:v>
                </c:pt>
                <c:pt idx="7659">
                  <c:v>67.875</c:v>
                </c:pt>
                <c:pt idx="7660">
                  <c:v>66.754</c:v>
                </c:pt>
                <c:pt idx="7661">
                  <c:v>66.195</c:v>
                </c:pt>
                <c:pt idx="7662">
                  <c:v>64.962</c:v>
                </c:pt>
                <c:pt idx="7663">
                  <c:v>64.843</c:v>
                </c:pt>
                <c:pt idx="7664">
                  <c:v>61.09</c:v>
                </c:pt>
                <c:pt idx="7665">
                  <c:v>60.814</c:v>
                </c:pt>
                <c:pt idx="7666">
                  <c:v>60.54</c:v>
                </c:pt>
                <c:pt idx="7667">
                  <c:v>60.256</c:v>
                </c:pt>
                <c:pt idx="7668">
                  <c:v>57.722</c:v>
                </c:pt>
                <c:pt idx="7669">
                  <c:v>57.5</c:v>
                </c:pt>
                <c:pt idx="7670">
                  <c:v>57.107</c:v>
                </c:pt>
                <c:pt idx="7671">
                  <c:v>55.566</c:v>
                </c:pt>
                <c:pt idx="7672">
                  <c:v>51.828</c:v>
                </c:pt>
                <c:pt idx="7673">
                  <c:v>49.15</c:v>
                </c:pt>
                <c:pt idx="7674">
                  <c:v>49.148</c:v>
                </c:pt>
                <c:pt idx="7675">
                  <c:v>48.755</c:v>
                </c:pt>
                <c:pt idx="7676">
                  <c:v>48.096</c:v>
                </c:pt>
                <c:pt idx="7677">
                  <c:v>47.212</c:v>
                </c:pt>
                <c:pt idx="7678">
                  <c:v>46.828</c:v>
                </c:pt>
                <c:pt idx="7679">
                  <c:v>45.979</c:v>
                </c:pt>
                <c:pt idx="7680">
                  <c:v>45.898</c:v>
                </c:pt>
                <c:pt idx="7681">
                  <c:v>45.804</c:v>
                </c:pt>
                <c:pt idx="7682">
                  <c:v>44.875</c:v>
                </c:pt>
                <c:pt idx="7683">
                  <c:v>44.614</c:v>
                </c:pt>
                <c:pt idx="7684">
                  <c:v>43.705</c:v>
                </c:pt>
                <c:pt idx="7685">
                  <c:v>43.598</c:v>
                </c:pt>
                <c:pt idx="7686">
                  <c:v>43.402</c:v>
                </c:pt>
                <c:pt idx="7687">
                  <c:v>43.371</c:v>
                </c:pt>
                <c:pt idx="7688">
                  <c:v>42.845</c:v>
                </c:pt>
                <c:pt idx="7689">
                  <c:v>42.393</c:v>
                </c:pt>
                <c:pt idx="7690">
                  <c:v>42.247</c:v>
                </c:pt>
                <c:pt idx="7691">
                  <c:v>41.902</c:v>
                </c:pt>
                <c:pt idx="7692">
                  <c:v>41.776</c:v>
                </c:pt>
                <c:pt idx="7693">
                  <c:v>40.924</c:v>
                </c:pt>
                <c:pt idx="7694">
                  <c:v>40.594</c:v>
                </c:pt>
                <c:pt idx="7695">
                  <c:v>40.373</c:v>
                </c:pt>
                <c:pt idx="7696">
                  <c:v>40.224</c:v>
                </c:pt>
                <c:pt idx="7697">
                  <c:v>39.539</c:v>
                </c:pt>
                <c:pt idx="7698">
                  <c:v>39.458</c:v>
                </c:pt>
                <c:pt idx="7699">
                  <c:v>39.387</c:v>
                </c:pt>
                <c:pt idx="7700">
                  <c:v>39.345</c:v>
                </c:pt>
                <c:pt idx="7701">
                  <c:v>39.123</c:v>
                </c:pt>
                <c:pt idx="7702">
                  <c:v>38.96</c:v>
                </c:pt>
                <c:pt idx="7703">
                  <c:v>38.678</c:v>
                </c:pt>
                <c:pt idx="7704">
                  <c:v>38.533</c:v>
                </c:pt>
                <c:pt idx="7705">
                  <c:v>37.309</c:v>
                </c:pt>
                <c:pt idx="7706">
                  <c:v>36.84</c:v>
                </c:pt>
                <c:pt idx="7707">
                  <c:v>35.872</c:v>
                </c:pt>
                <c:pt idx="7708">
                  <c:v>35.696</c:v>
                </c:pt>
                <c:pt idx="7709">
                  <c:v>35.266</c:v>
                </c:pt>
                <c:pt idx="7710">
                  <c:v>34.864</c:v>
                </c:pt>
                <c:pt idx="7711">
                  <c:v>34.846</c:v>
                </c:pt>
                <c:pt idx="7712">
                  <c:v>34.327</c:v>
                </c:pt>
                <c:pt idx="7713">
                  <c:v>34.256</c:v>
                </c:pt>
                <c:pt idx="7714">
                  <c:v>33.909</c:v>
                </c:pt>
                <c:pt idx="7715">
                  <c:v>33.686</c:v>
                </c:pt>
                <c:pt idx="7716">
                  <c:v>33.561</c:v>
                </c:pt>
                <c:pt idx="7717">
                  <c:v>33.217</c:v>
                </c:pt>
                <c:pt idx="7718">
                  <c:v>32.758</c:v>
                </c:pt>
                <c:pt idx="7719">
                  <c:v>32.561</c:v>
                </c:pt>
                <c:pt idx="7720">
                  <c:v>32.323</c:v>
                </c:pt>
                <c:pt idx="7721">
                  <c:v>31.832</c:v>
                </c:pt>
                <c:pt idx="7722">
                  <c:v>31.494</c:v>
                </c:pt>
                <c:pt idx="7723">
                  <c:v>31.123</c:v>
                </c:pt>
                <c:pt idx="7724">
                  <c:v>31.085</c:v>
                </c:pt>
                <c:pt idx="7725">
                  <c:v>29.67</c:v>
                </c:pt>
                <c:pt idx="7726">
                  <c:v>29.369</c:v>
                </c:pt>
                <c:pt idx="7727">
                  <c:v>29.333</c:v>
                </c:pt>
                <c:pt idx="7728">
                  <c:v>28.94</c:v>
                </c:pt>
                <c:pt idx="7729">
                  <c:v>28.909</c:v>
                </c:pt>
                <c:pt idx="7730">
                  <c:v>28.889</c:v>
                </c:pt>
                <c:pt idx="7731">
                  <c:v>28.825</c:v>
                </c:pt>
                <c:pt idx="7732">
                  <c:v>28.577</c:v>
                </c:pt>
                <c:pt idx="7733">
                  <c:v>28.371</c:v>
                </c:pt>
                <c:pt idx="7734">
                  <c:v>28.269</c:v>
                </c:pt>
                <c:pt idx="7735">
                  <c:v>27.898</c:v>
                </c:pt>
                <c:pt idx="7736">
                  <c:v>27.731</c:v>
                </c:pt>
                <c:pt idx="7737">
                  <c:v>27.601</c:v>
                </c:pt>
                <c:pt idx="7738">
                  <c:v>27.553</c:v>
                </c:pt>
                <c:pt idx="7739">
                  <c:v>27.456</c:v>
                </c:pt>
                <c:pt idx="7740">
                  <c:v>27.321</c:v>
                </c:pt>
                <c:pt idx="7741">
                  <c:v>26.948</c:v>
                </c:pt>
                <c:pt idx="7742">
                  <c:v>26.922</c:v>
                </c:pt>
                <c:pt idx="7743">
                  <c:v>26.829</c:v>
                </c:pt>
                <c:pt idx="7744">
                  <c:v>26.422</c:v>
                </c:pt>
                <c:pt idx="7745">
                  <c:v>26.288</c:v>
                </c:pt>
                <c:pt idx="7746">
                  <c:v>26.117</c:v>
                </c:pt>
                <c:pt idx="7747">
                  <c:v>25.899</c:v>
                </c:pt>
                <c:pt idx="7748">
                  <c:v>25.85</c:v>
                </c:pt>
                <c:pt idx="7749">
                  <c:v>25.8</c:v>
                </c:pt>
                <c:pt idx="7750">
                  <c:v>25.432</c:v>
                </c:pt>
                <c:pt idx="7751">
                  <c:v>25.408</c:v>
                </c:pt>
                <c:pt idx="7752">
                  <c:v>25.402</c:v>
                </c:pt>
                <c:pt idx="7753">
                  <c:v>25.397</c:v>
                </c:pt>
                <c:pt idx="7754">
                  <c:v>25.348</c:v>
                </c:pt>
                <c:pt idx="7755">
                  <c:v>25.224</c:v>
                </c:pt>
                <c:pt idx="7756">
                  <c:v>25.197</c:v>
                </c:pt>
                <c:pt idx="7757">
                  <c:v>25.113</c:v>
                </c:pt>
                <c:pt idx="7758">
                  <c:v>25.111</c:v>
                </c:pt>
                <c:pt idx="7759">
                  <c:v>24.968</c:v>
                </c:pt>
                <c:pt idx="7760">
                  <c:v>24.859</c:v>
                </c:pt>
                <c:pt idx="7761">
                  <c:v>24.361</c:v>
                </c:pt>
                <c:pt idx="7762">
                  <c:v>24.022</c:v>
                </c:pt>
                <c:pt idx="7763">
                  <c:v>23.902</c:v>
                </c:pt>
                <c:pt idx="7764">
                  <c:v>23.799</c:v>
                </c:pt>
                <c:pt idx="7765">
                  <c:v>23.738</c:v>
                </c:pt>
                <c:pt idx="7766">
                  <c:v>23.616</c:v>
                </c:pt>
                <c:pt idx="7767">
                  <c:v>23.615</c:v>
                </c:pt>
                <c:pt idx="7768">
                  <c:v>23.516</c:v>
                </c:pt>
                <c:pt idx="7769">
                  <c:v>23.385</c:v>
                </c:pt>
                <c:pt idx="7770">
                  <c:v>23.143</c:v>
                </c:pt>
                <c:pt idx="7771">
                  <c:v>23.083</c:v>
                </c:pt>
                <c:pt idx="7772">
                  <c:v>22.982</c:v>
                </c:pt>
                <c:pt idx="7773">
                  <c:v>22.953</c:v>
                </c:pt>
                <c:pt idx="7774">
                  <c:v>22.914</c:v>
                </c:pt>
                <c:pt idx="7775">
                  <c:v>22.91</c:v>
                </c:pt>
                <c:pt idx="7776">
                  <c:v>22.789</c:v>
                </c:pt>
                <c:pt idx="7777">
                  <c:v>22.544</c:v>
                </c:pt>
                <c:pt idx="7778">
                  <c:v>22.391</c:v>
                </c:pt>
                <c:pt idx="7779">
                  <c:v>22.298</c:v>
                </c:pt>
                <c:pt idx="7780">
                  <c:v>22.252</c:v>
                </c:pt>
                <c:pt idx="7781">
                  <c:v>22.161</c:v>
                </c:pt>
                <c:pt idx="7782">
                  <c:v>22.144</c:v>
                </c:pt>
                <c:pt idx="7783">
                  <c:v>22.028</c:v>
                </c:pt>
                <c:pt idx="7784">
                  <c:v>21.916</c:v>
                </c:pt>
                <c:pt idx="7785">
                  <c:v>21.915</c:v>
                </c:pt>
                <c:pt idx="7786">
                  <c:v>21.896</c:v>
                </c:pt>
                <c:pt idx="7787">
                  <c:v>21.822</c:v>
                </c:pt>
                <c:pt idx="7788">
                  <c:v>21.809</c:v>
                </c:pt>
                <c:pt idx="7789">
                  <c:v>21.77</c:v>
                </c:pt>
                <c:pt idx="7790">
                  <c:v>21.733</c:v>
                </c:pt>
                <c:pt idx="7791">
                  <c:v>21.321</c:v>
                </c:pt>
                <c:pt idx="7792">
                  <c:v>21.314</c:v>
                </c:pt>
                <c:pt idx="7793">
                  <c:v>21.287</c:v>
                </c:pt>
                <c:pt idx="7794">
                  <c:v>21.01</c:v>
                </c:pt>
                <c:pt idx="7795">
                  <c:v>20.947</c:v>
                </c:pt>
                <c:pt idx="7796">
                  <c:v>20.791</c:v>
                </c:pt>
                <c:pt idx="7797">
                  <c:v>20.781</c:v>
                </c:pt>
                <c:pt idx="7798">
                  <c:v>20.714</c:v>
                </c:pt>
                <c:pt idx="7799">
                  <c:v>20.622</c:v>
                </c:pt>
                <c:pt idx="7800">
                  <c:v>20.618</c:v>
                </c:pt>
                <c:pt idx="7801">
                  <c:v>20.617</c:v>
                </c:pt>
                <c:pt idx="7802">
                  <c:v>20.562</c:v>
                </c:pt>
                <c:pt idx="7803">
                  <c:v>20.38</c:v>
                </c:pt>
                <c:pt idx="7804">
                  <c:v>20.323</c:v>
                </c:pt>
                <c:pt idx="7805">
                  <c:v>20.223</c:v>
                </c:pt>
                <c:pt idx="7806">
                  <c:v>20.197</c:v>
                </c:pt>
                <c:pt idx="7807">
                  <c:v>20.161</c:v>
                </c:pt>
                <c:pt idx="7808">
                  <c:v>20.14</c:v>
                </c:pt>
                <c:pt idx="7809">
                  <c:v>20.076</c:v>
                </c:pt>
                <c:pt idx="7810">
                  <c:v>20.061</c:v>
                </c:pt>
                <c:pt idx="7811">
                  <c:v>20.056</c:v>
                </c:pt>
                <c:pt idx="7812">
                  <c:v>19.957</c:v>
                </c:pt>
                <c:pt idx="7813">
                  <c:v>19.942</c:v>
                </c:pt>
                <c:pt idx="7814">
                  <c:v>19.915</c:v>
                </c:pt>
                <c:pt idx="7815">
                  <c:v>19.816</c:v>
                </c:pt>
                <c:pt idx="7816">
                  <c:v>19.716</c:v>
                </c:pt>
                <c:pt idx="7817">
                  <c:v>19.703</c:v>
                </c:pt>
                <c:pt idx="7818">
                  <c:v>19.683</c:v>
                </c:pt>
                <c:pt idx="7819">
                  <c:v>19.631</c:v>
                </c:pt>
                <c:pt idx="7820">
                  <c:v>19.48</c:v>
                </c:pt>
                <c:pt idx="7821">
                  <c:v>19.39</c:v>
                </c:pt>
                <c:pt idx="7822">
                  <c:v>19.38</c:v>
                </c:pt>
                <c:pt idx="7823">
                  <c:v>19.191</c:v>
                </c:pt>
                <c:pt idx="7824">
                  <c:v>19.143</c:v>
                </c:pt>
                <c:pt idx="7825">
                  <c:v>18.976</c:v>
                </c:pt>
                <c:pt idx="7826">
                  <c:v>18.906</c:v>
                </c:pt>
                <c:pt idx="7827">
                  <c:v>18.7</c:v>
                </c:pt>
                <c:pt idx="7828">
                  <c:v>18.696</c:v>
                </c:pt>
                <c:pt idx="7829">
                  <c:v>18.679</c:v>
                </c:pt>
                <c:pt idx="7830">
                  <c:v>18.625</c:v>
                </c:pt>
                <c:pt idx="7831">
                  <c:v>18.621</c:v>
                </c:pt>
                <c:pt idx="7832">
                  <c:v>18.611</c:v>
                </c:pt>
                <c:pt idx="7833">
                  <c:v>18.575</c:v>
                </c:pt>
                <c:pt idx="7834">
                  <c:v>18.513</c:v>
                </c:pt>
                <c:pt idx="7835">
                  <c:v>18.444</c:v>
                </c:pt>
                <c:pt idx="7836">
                  <c:v>18.36</c:v>
                </c:pt>
                <c:pt idx="7837">
                  <c:v>18.281</c:v>
                </c:pt>
                <c:pt idx="7838">
                  <c:v>18.259</c:v>
                </c:pt>
                <c:pt idx="7839">
                  <c:v>18.208</c:v>
                </c:pt>
                <c:pt idx="7840">
                  <c:v>18.189</c:v>
                </c:pt>
                <c:pt idx="7841">
                  <c:v>18.108</c:v>
                </c:pt>
                <c:pt idx="7842">
                  <c:v>18.025</c:v>
                </c:pt>
                <c:pt idx="7843">
                  <c:v>17.843</c:v>
                </c:pt>
                <c:pt idx="7844">
                  <c:v>17.833</c:v>
                </c:pt>
                <c:pt idx="7845">
                  <c:v>17.791</c:v>
                </c:pt>
                <c:pt idx="7846">
                  <c:v>17.669</c:v>
                </c:pt>
                <c:pt idx="7847">
                  <c:v>17.608</c:v>
                </c:pt>
                <c:pt idx="7848">
                  <c:v>17.579</c:v>
                </c:pt>
                <c:pt idx="7849">
                  <c:v>17.57</c:v>
                </c:pt>
                <c:pt idx="7850">
                  <c:v>17.557</c:v>
                </c:pt>
                <c:pt idx="7851">
                  <c:v>17.505</c:v>
                </c:pt>
                <c:pt idx="7852">
                  <c:v>17.487</c:v>
                </c:pt>
                <c:pt idx="7853">
                  <c:v>17.391</c:v>
                </c:pt>
                <c:pt idx="7854">
                  <c:v>17.389</c:v>
                </c:pt>
                <c:pt idx="7855">
                  <c:v>17.22</c:v>
                </c:pt>
                <c:pt idx="7856">
                  <c:v>17.181</c:v>
                </c:pt>
                <c:pt idx="7857">
                  <c:v>17.153</c:v>
                </c:pt>
                <c:pt idx="7858">
                  <c:v>17.126</c:v>
                </c:pt>
                <c:pt idx="7859">
                  <c:v>17.101</c:v>
                </c:pt>
                <c:pt idx="7860">
                  <c:v>17.086</c:v>
                </c:pt>
                <c:pt idx="7861">
                  <c:v>16.921</c:v>
                </c:pt>
                <c:pt idx="7862">
                  <c:v>16.865</c:v>
                </c:pt>
                <c:pt idx="7863">
                  <c:v>16.802</c:v>
                </c:pt>
                <c:pt idx="7864">
                  <c:v>16.77</c:v>
                </c:pt>
                <c:pt idx="7865">
                  <c:v>16.751</c:v>
                </c:pt>
                <c:pt idx="7866">
                  <c:v>16.734</c:v>
                </c:pt>
                <c:pt idx="7867">
                  <c:v>16.695</c:v>
                </c:pt>
                <c:pt idx="7868">
                  <c:v>16.549</c:v>
                </c:pt>
                <c:pt idx="7869">
                  <c:v>16.543</c:v>
                </c:pt>
                <c:pt idx="7870">
                  <c:v>16.541</c:v>
                </c:pt>
                <c:pt idx="7871">
                  <c:v>16.503</c:v>
                </c:pt>
                <c:pt idx="7872">
                  <c:v>16.502</c:v>
                </c:pt>
                <c:pt idx="7873">
                  <c:v>16.488</c:v>
                </c:pt>
                <c:pt idx="7874">
                  <c:v>16.444</c:v>
                </c:pt>
                <c:pt idx="7875">
                  <c:v>16.421</c:v>
                </c:pt>
                <c:pt idx="7876">
                  <c:v>16.339</c:v>
                </c:pt>
                <c:pt idx="7877">
                  <c:v>16.309</c:v>
                </c:pt>
                <c:pt idx="7878">
                  <c:v>16.299</c:v>
                </c:pt>
                <c:pt idx="7879">
                  <c:v>16.18</c:v>
                </c:pt>
                <c:pt idx="7880">
                  <c:v>16.173</c:v>
                </c:pt>
                <c:pt idx="7881">
                  <c:v>16.137</c:v>
                </c:pt>
                <c:pt idx="7882">
                  <c:v>16.131</c:v>
                </c:pt>
                <c:pt idx="7883">
                  <c:v>16.12</c:v>
                </c:pt>
                <c:pt idx="7884">
                  <c:v>16.12</c:v>
                </c:pt>
                <c:pt idx="7885">
                  <c:v>16.106</c:v>
                </c:pt>
                <c:pt idx="7886">
                  <c:v>16.037</c:v>
                </c:pt>
                <c:pt idx="7887">
                  <c:v>16.024</c:v>
                </c:pt>
                <c:pt idx="7888">
                  <c:v>15.983</c:v>
                </c:pt>
                <c:pt idx="7889">
                  <c:v>15.905</c:v>
                </c:pt>
                <c:pt idx="7890">
                  <c:v>15.89</c:v>
                </c:pt>
                <c:pt idx="7891">
                  <c:v>15.877</c:v>
                </c:pt>
                <c:pt idx="7892">
                  <c:v>15.821</c:v>
                </c:pt>
                <c:pt idx="7893">
                  <c:v>15.783</c:v>
                </c:pt>
                <c:pt idx="7894">
                  <c:v>15.693</c:v>
                </c:pt>
                <c:pt idx="7895">
                  <c:v>15.658</c:v>
                </c:pt>
                <c:pt idx="7896">
                  <c:v>15.645</c:v>
                </c:pt>
                <c:pt idx="7897">
                  <c:v>15.603</c:v>
                </c:pt>
                <c:pt idx="7898">
                  <c:v>15.592</c:v>
                </c:pt>
                <c:pt idx="7899">
                  <c:v>15.57</c:v>
                </c:pt>
                <c:pt idx="7900">
                  <c:v>15.565</c:v>
                </c:pt>
                <c:pt idx="7901">
                  <c:v>15.563</c:v>
                </c:pt>
                <c:pt idx="7902">
                  <c:v>15.558</c:v>
                </c:pt>
                <c:pt idx="7903">
                  <c:v>15.451</c:v>
                </c:pt>
                <c:pt idx="7904">
                  <c:v>15.408</c:v>
                </c:pt>
                <c:pt idx="7905">
                  <c:v>15.314</c:v>
                </c:pt>
                <c:pt idx="7906">
                  <c:v>15.072</c:v>
                </c:pt>
                <c:pt idx="7907">
                  <c:v>14.995</c:v>
                </c:pt>
                <c:pt idx="7908">
                  <c:v>14.986</c:v>
                </c:pt>
                <c:pt idx="7909">
                  <c:v>14.956</c:v>
                </c:pt>
                <c:pt idx="7910">
                  <c:v>14.819</c:v>
                </c:pt>
                <c:pt idx="7911">
                  <c:v>14.816</c:v>
                </c:pt>
                <c:pt idx="7912">
                  <c:v>14.816</c:v>
                </c:pt>
                <c:pt idx="7913">
                  <c:v>14.802</c:v>
                </c:pt>
                <c:pt idx="7914">
                  <c:v>14.801</c:v>
                </c:pt>
                <c:pt idx="7915">
                  <c:v>14.728</c:v>
                </c:pt>
                <c:pt idx="7916">
                  <c:v>14.713</c:v>
                </c:pt>
                <c:pt idx="7917">
                  <c:v>14.688</c:v>
                </c:pt>
                <c:pt idx="7918">
                  <c:v>14.644</c:v>
                </c:pt>
                <c:pt idx="7919">
                  <c:v>14.625</c:v>
                </c:pt>
                <c:pt idx="7920">
                  <c:v>14.599</c:v>
                </c:pt>
                <c:pt idx="7921">
                  <c:v>14.583</c:v>
                </c:pt>
                <c:pt idx="7922">
                  <c:v>14.501</c:v>
                </c:pt>
                <c:pt idx="7923">
                  <c:v>14.483</c:v>
                </c:pt>
                <c:pt idx="7924">
                  <c:v>14.471</c:v>
                </c:pt>
                <c:pt idx="7925">
                  <c:v>14.452</c:v>
                </c:pt>
                <c:pt idx="7926">
                  <c:v>14.442</c:v>
                </c:pt>
                <c:pt idx="7927">
                  <c:v>14.442</c:v>
                </c:pt>
                <c:pt idx="7928">
                  <c:v>14.434</c:v>
                </c:pt>
                <c:pt idx="7929">
                  <c:v>14.367</c:v>
                </c:pt>
                <c:pt idx="7930">
                  <c:v>14.31</c:v>
                </c:pt>
                <c:pt idx="7931">
                  <c:v>14.3</c:v>
                </c:pt>
                <c:pt idx="7932">
                  <c:v>14.186</c:v>
                </c:pt>
                <c:pt idx="7933">
                  <c:v>14.168</c:v>
                </c:pt>
                <c:pt idx="7934">
                  <c:v>14.144</c:v>
                </c:pt>
                <c:pt idx="7935">
                  <c:v>14.143</c:v>
                </c:pt>
                <c:pt idx="7936">
                  <c:v>14.122</c:v>
                </c:pt>
                <c:pt idx="7937">
                  <c:v>14.118</c:v>
                </c:pt>
                <c:pt idx="7938">
                  <c:v>14.098</c:v>
                </c:pt>
                <c:pt idx="7939">
                  <c:v>14.065</c:v>
                </c:pt>
                <c:pt idx="7940">
                  <c:v>14.055</c:v>
                </c:pt>
                <c:pt idx="7941">
                  <c:v>14.044</c:v>
                </c:pt>
                <c:pt idx="7942">
                  <c:v>14.026</c:v>
                </c:pt>
                <c:pt idx="7943">
                  <c:v>14.012</c:v>
                </c:pt>
                <c:pt idx="7944">
                  <c:v>13.988</c:v>
                </c:pt>
                <c:pt idx="7945">
                  <c:v>13.957</c:v>
                </c:pt>
                <c:pt idx="7946">
                  <c:v>13.943</c:v>
                </c:pt>
                <c:pt idx="7947">
                  <c:v>13.935</c:v>
                </c:pt>
                <c:pt idx="7948">
                  <c:v>13.93</c:v>
                </c:pt>
                <c:pt idx="7949">
                  <c:v>13.875</c:v>
                </c:pt>
                <c:pt idx="7950">
                  <c:v>13.869</c:v>
                </c:pt>
                <c:pt idx="7951">
                  <c:v>13.853</c:v>
                </c:pt>
                <c:pt idx="7952">
                  <c:v>13.849</c:v>
                </c:pt>
                <c:pt idx="7953">
                  <c:v>13.826</c:v>
                </c:pt>
                <c:pt idx="7954">
                  <c:v>13.819</c:v>
                </c:pt>
                <c:pt idx="7955">
                  <c:v>13.819</c:v>
                </c:pt>
                <c:pt idx="7956">
                  <c:v>13.773</c:v>
                </c:pt>
                <c:pt idx="7957">
                  <c:v>13.731</c:v>
                </c:pt>
                <c:pt idx="7958">
                  <c:v>13.694</c:v>
                </c:pt>
                <c:pt idx="7959">
                  <c:v>13.677</c:v>
                </c:pt>
                <c:pt idx="7960">
                  <c:v>13.617</c:v>
                </c:pt>
                <c:pt idx="7961">
                  <c:v>13.596</c:v>
                </c:pt>
                <c:pt idx="7962">
                  <c:v>13.532</c:v>
                </c:pt>
                <c:pt idx="7963">
                  <c:v>13.417</c:v>
                </c:pt>
                <c:pt idx="7964">
                  <c:v>13.373</c:v>
                </c:pt>
                <c:pt idx="7965">
                  <c:v>13.339</c:v>
                </c:pt>
                <c:pt idx="7966">
                  <c:v>13.327</c:v>
                </c:pt>
                <c:pt idx="7967">
                  <c:v>13.31</c:v>
                </c:pt>
                <c:pt idx="7968">
                  <c:v>13.276</c:v>
                </c:pt>
                <c:pt idx="7969">
                  <c:v>13.244</c:v>
                </c:pt>
                <c:pt idx="7970">
                  <c:v>13.206</c:v>
                </c:pt>
                <c:pt idx="7971">
                  <c:v>13.175</c:v>
                </c:pt>
                <c:pt idx="7972">
                  <c:v>13.168</c:v>
                </c:pt>
                <c:pt idx="7973">
                  <c:v>13.112</c:v>
                </c:pt>
                <c:pt idx="7974">
                  <c:v>13.094</c:v>
                </c:pt>
                <c:pt idx="7975">
                  <c:v>13.094</c:v>
                </c:pt>
                <c:pt idx="7976">
                  <c:v>13.019</c:v>
                </c:pt>
                <c:pt idx="7977">
                  <c:v>13.01</c:v>
                </c:pt>
                <c:pt idx="7978">
                  <c:v>13.005</c:v>
                </c:pt>
                <c:pt idx="7979">
                  <c:v>12.967</c:v>
                </c:pt>
                <c:pt idx="7980">
                  <c:v>12.927</c:v>
                </c:pt>
                <c:pt idx="7981">
                  <c:v>12.905</c:v>
                </c:pt>
                <c:pt idx="7982">
                  <c:v>12.899</c:v>
                </c:pt>
                <c:pt idx="7983">
                  <c:v>12.898</c:v>
                </c:pt>
                <c:pt idx="7984">
                  <c:v>12.877</c:v>
                </c:pt>
                <c:pt idx="7985">
                  <c:v>12.866</c:v>
                </c:pt>
                <c:pt idx="7986">
                  <c:v>12.864</c:v>
                </c:pt>
                <c:pt idx="7987">
                  <c:v>12.839</c:v>
                </c:pt>
                <c:pt idx="7988">
                  <c:v>12.835</c:v>
                </c:pt>
                <c:pt idx="7989">
                  <c:v>12.815</c:v>
                </c:pt>
                <c:pt idx="7990">
                  <c:v>12.725</c:v>
                </c:pt>
                <c:pt idx="7991">
                  <c:v>12.712</c:v>
                </c:pt>
                <c:pt idx="7992">
                  <c:v>12.698</c:v>
                </c:pt>
                <c:pt idx="7993">
                  <c:v>12.696</c:v>
                </c:pt>
                <c:pt idx="7994">
                  <c:v>12.688</c:v>
                </c:pt>
                <c:pt idx="7995">
                  <c:v>12.669</c:v>
                </c:pt>
                <c:pt idx="7996">
                  <c:v>12.662</c:v>
                </c:pt>
                <c:pt idx="7997">
                  <c:v>12.593</c:v>
                </c:pt>
                <c:pt idx="7998">
                  <c:v>12.572</c:v>
                </c:pt>
                <c:pt idx="7999">
                  <c:v>12.567</c:v>
                </c:pt>
                <c:pt idx="8000">
                  <c:v>12.538</c:v>
                </c:pt>
                <c:pt idx="8001">
                  <c:v>12.529</c:v>
                </c:pt>
                <c:pt idx="8002">
                  <c:v>12.523</c:v>
                </c:pt>
                <c:pt idx="8003">
                  <c:v>12.498</c:v>
                </c:pt>
                <c:pt idx="8004">
                  <c:v>12.485</c:v>
                </c:pt>
                <c:pt idx="8005">
                  <c:v>12.47</c:v>
                </c:pt>
                <c:pt idx="8006">
                  <c:v>12.389</c:v>
                </c:pt>
                <c:pt idx="8007">
                  <c:v>12.376</c:v>
                </c:pt>
                <c:pt idx="8008">
                  <c:v>12.367</c:v>
                </c:pt>
                <c:pt idx="8009">
                  <c:v>12.359</c:v>
                </c:pt>
                <c:pt idx="8010">
                  <c:v>12.341</c:v>
                </c:pt>
                <c:pt idx="8011">
                  <c:v>12.335</c:v>
                </c:pt>
                <c:pt idx="8012">
                  <c:v>12.331</c:v>
                </c:pt>
                <c:pt idx="8013">
                  <c:v>12.329</c:v>
                </c:pt>
                <c:pt idx="8014">
                  <c:v>12.306</c:v>
                </c:pt>
                <c:pt idx="8015">
                  <c:v>12.291</c:v>
                </c:pt>
                <c:pt idx="8016">
                  <c:v>12.29</c:v>
                </c:pt>
                <c:pt idx="8017">
                  <c:v>12.289</c:v>
                </c:pt>
                <c:pt idx="8018">
                  <c:v>12.272</c:v>
                </c:pt>
                <c:pt idx="8019">
                  <c:v>12.255</c:v>
                </c:pt>
                <c:pt idx="8020">
                  <c:v>12.249</c:v>
                </c:pt>
                <c:pt idx="8021">
                  <c:v>12.238</c:v>
                </c:pt>
                <c:pt idx="8022">
                  <c:v>12.232</c:v>
                </c:pt>
                <c:pt idx="8023">
                  <c:v>12.199</c:v>
                </c:pt>
                <c:pt idx="8024">
                  <c:v>12.188</c:v>
                </c:pt>
                <c:pt idx="8025">
                  <c:v>12.167</c:v>
                </c:pt>
                <c:pt idx="8026">
                  <c:v>12.159</c:v>
                </c:pt>
                <c:pt idx="8027">
                  <c:v>12.158</c:v>
                </c:pt>
                <c:pt idx="8028">
                  <c:v>12.147</c:v>
                </c:pt>
                <c:pt idx="8029">
                  <c:v>12.084</c:v>
                </c:pt>
                <c:pt idx="8030">
                  <c:v>12.081</c:v>
                </c:pt>
                <c:pt idx="8031">
                  <c:v>12.054</c:v>
                </c:pt>
                <c:pt idx="8032">
                  <c:v>12.042</c:v>
                </c:pt>
                <c:pt idx="8033">
                  <c:v>12.025</c:v>
                </c:pt>
                <c:pt idx="8034">
                  <c:v>11.997</c:v>
                </c:pt>
                <c:pt idx="8035">
                  <c:v>11.993</c:v>
                </c:pt>
                <c:pt idx="8036">
                  <c:v>11.957</c:v>
                </c:pt>
                <c:pt idx="8037">
                  <c:v>11.95</c:v>
                </c:pt>
                <c:pt idx="8038">
                  <c:v>11.939</c:v>
                </c:pt>
                <c:pt idx="8039">
                  <c:v>11.932</c:v>
                </c:pt>
                <c:pt idx="8040">
                  <c:v>11.908</c:v>
                </c:pt>
                <c:pt idx="8041">
                  <c:v>11.881</c:v>
                </c:pt>
                <c:pt idx="8042">
                  <c:v>11.871</c:v>
                </c:pt>
                <c:pt idx="8043">
                  <c:v>11.864</c:v>
                </c:pt>
                <c:pt idx="8044">
                  <c:v>11.864</c:v>
                </c:pt>
                <c:pt idx="8045">
                  <c:v>11.852</c:v>
                </c:pt>
                <c:pt idx="8046">
                  <c:v>11.841</c:v>
                </c:pt>
                <c:pt idx="8047">
                  <c:v>11.803</c:v>
                </c:pt>
                <c:pt idx="8048">
                  <c:v>11.802</c:v>
                </c:pt>
                <c:pt idx="8049">
                  <c:v>11.792</c:v>
                </c:pt>
                <c:pt idx="8050">
                  <c:v>11.791</c:v>
                </c:pt>
                <c:pt idx="8051">
                  <c:v>11.788</c:v>
                </c:pt>
                <c:pt idx="8052">
                  <c:v>11.785</c:v>
                </c:pt>
                <c:pt idx="8053">
                  <c:v>11.783</c:v>
                </c:pt>
                <c:pt idx="8054">
                  <c:v>11.777</c:v>
                </c:pt>
                <c:pt idx="8055">
                  <c:v>11.773</c:v>
                </c:pt>
                <c:pt idx="8056">
                  <c:v>11.749</c:v>
                </c:pt>
                <c:pt idx="8057">
                  <c:v>11.743</c:v>
                </c:pt>
                <c:pt idx="8058">
                  <c:v>11.738</c:v>
                </c:pt>
                <c:pt idx="8059">
                  <c:v>11.729</c:v>
                </c:pt>
                <c:pt idx="8060">
                  <c:v>11.72</c:v>
                </c:pt>
                <c:pt idx="8061">
                  <c:v>11.713</c:v>
                </c:pt>
                <c:pt idx="8062">
                  <c:v>11.698</c:v>
                </c:pt>
                <c:pt idx="8063">
                  <c:v>11.698</c:v>
                </c:pt>
                <c:pt idx="8064">
                  <c:v>11.696</c:v>
                </c:pt>
                <c:pt idx="8065">
                  <c:v>11.681</c:v>
                </c:pt>
                <c:pt idx="8066">
                  <c:v>11.63</c:v>
                </c:pt>
                <c:pt idx="8067">
                  <c:v>11.613</c:v>
                </c:pt>
                <c:pt idx="8068">
                  <c:v>11.599</c:v>
                </c:pt>
                <c:pt idx="8069">
                  <c:v>11.594</c:v>
                </c:pt>
                <c:pt idx="8070">
                  <c:v>11.594</c:v>
                </c:pt>
                <c:pt idx="8071">
                  <c:v>11.59</c:v>
                </c:pt>
                <c:pt idx="8072">
                  <c:v>11.58</c:v>
                </c:pt>
                <c:pt idx="8073">
                  <c:v>11.533</c:v>
                </c:pt>
                <c:pt idx="8074">
                  <c:v>11.529</c:v>
                </c:pt>
                <c:pt idx="8075">
                  <c:v>11.527</c:v>
                </c:pt>
                <c:pt idx="8076">
                  <c:v>11.506</c:v>
                </c:pt>
                <c:pt idx="8077">
                  <c:v>11.502</c:v>
                </c:pt>
                <c:pt idx="8078">
                  <c:v>11.457</c:v>
                </c:pt>
                <c:pt idx="8079">
                  <c:v>11.447</c:v>
                </c:pt>
                <c:pt idx="8080">
                  <c:v>11.404</c:v>
                </c:pt>
                <c:pt idx="8081">
                  <c:v>11.4</c:v>
                </c:pt>
                <c:pt idx="8082">
                  <c:v>11.381</c:v>
                </c:pt>
                <c:pt idx="8083">
                  <c:v>11.352</c:v>
                </c:pt>
                <c:pt idx="8084">
                  <c:v>11.326</c:v>
                </c:pt>
                <c:pt idx="8085">
                  <c:v>11.287</c:v>
                </c:pt>
                <c:pt idx="8086">
                  <c:v>11.277</c:v>
                </c:pt>
                <c:pt idx="8087">
                  <c:v>11.264</c:v>
                </c:pt>
                <c:pt idx="8088">
                  <c:v>11.229</c:v>
                </c:pt>
                <c:pt idx="8089">
                  <c:v>11.228</c:v>
                </c:pt>
                <c:pt idx="8090">
                  <c:v>11.226</c:v>
                </c:pt>
                <c:pt idx="8091">
                  <c:v>11.222</c:v>
                </c:pt>
                <c:pt idx="8092">
                  <c:v>11.217</c:v>
                </c:pt>
                <c:pt idx="8093">
                  <c:v>11.203</c:v>
                </c:pt>
                <c:pt idx="8094">
                  <c:v>11.203</c:v>
                </c:pt>
                <c:pt idx="8095">
                  <c:v>11.203</c:v>
                </c:pt>
                <c:pt idx="8096">
                  <c:v>11.2</c:v>
                </c:pt>
                <c:pt idx="8097">
                  <c:v>11.2</c:v>
                </c:pt>
                <c:pt idx="8098">
                  <c:v>11.198</c:v>
                </c:pt>
                <c:pt idx="8099">
                  <c:v>11.197</c:v>
                </c:pt>
                <c:pt idx="8100">
                  <c:v>11.189</c:v>
                </c:pt>
                <c:pt idx="8101">
                  <c:v>11.096</c:v>
                </c:pt>
                <c:pt idx="8102">
                  <c:v>11.067</c:v>
                </c:pt>
                <c:pt idx="8103">
                  <c:v>11.043</c:v>
                </c:pt>
                <c:pt idx="8104">
                  <c:v>11.041</c:v>
                </c:pt>
                <c:pt idx="8105">
                  <c:v>11.039</c:v>
                </c:pt>
                <c:pt idx="8106">
                  <c:v>11.023</c:v>
                </c:pt>
                <c:pt idx="8107">
                  <c:v>11.012</c:v>
                </c:pt>
                <c:pt idx="8108">
                  <c:v>11.01</c:v>
                </c:pt>
                <c:pt idx="8109">
                  <c:v>10.997</c:v>
                </c:pt>
                <c:pt idx="8110">
                  <c:v>10.978</c:v>
                </c:pt>
                <c:pt idx="8111">
                  <c:v>10.975</c:v>
                </c:pt>
                <c:pt idx="8112">
                  <c:v>10.961</c:v>
                </c:pt>
                <c:pt idx="8113">
                  <c:v>10.96</c:v>
                </c:pt>
                <c:pt idx="8114">
                  <c:v>10.943</c:v>
                </c:pt>
                <c:pt idx="8115">
                  <c:v>10.94</c:v>
                </c:pt>
                <c:pt idx="8116">
                  <c:v>10.921</c:v>
                </c:pt>
                <c:pt idx="8117">
                  <c:v>10.915</c:v>
                </c:pt>
                <c:pt idx="8118">
                  <c:v>10.871</c:v>
                </c:pt>
                <c:pt idx="8119">
                  <c:v>10.871</c:v>
                </c:pt>
                <c:pt idx="8120">
                  <c:v>10.869</c:v>
                </c:pt>
                <c:pt idx="8121">
                  <c:v>10.863</c:v>
                </c:pt>
                <c:pt idx="8122">
                  <c:v>10.848</c:v>
                </c:pt>
                <c:pt idx="8123">
                  <c:v>10.819</c:v>
                </c:pt>
                <c:pt idx="8124">
                  <c:v>10.808</c:v>
                </c:pt>
                <c:pt idx="8125">
                  <c:v>10.8</c:v>
                </c:pt>
                <c:pt idx="8126">
                  <c:v>10.797</c:v>
                </c:pt>
                <c:pt idx="8127">
                  <c:v>10.776</c:v>
                </c:pt>
                <c:pt idx="8128">
                  <c:v>10.77</c:v>
                </c:pt>
                <c:pt idx="8129">
                  <c:v>10.766</c:v>
                </c:pt>
                <c:pt idx="8130">
                  <c:v>10.755</c:v>
                </c:pt>
                <c:pt idx="8131">
                  <c:v>10.732</c:v>
                </c:pt>
                <c:pt idx="8132">
                  <c:v>10.722</c:v>
                </c:pt>
                <c:pt idx="8133">
                  <c:v>10.705</c:v>
                </c:pt>
                <c:pt idx="8134">
                  <c:v>10.7</c:v>
                </c:pt>
                <c:pt idx="8135">
                  <c:v>10.699</c:v>
                </c:pt>
                <c:pt idx="8136">
                  <c:v>10.677</c:v>
                </c:pt>
                <c:pt idx="8137">
                  <c:v>10.655</c:v>
                </c:pt>
                <c:pt idx="8138">
                  <c:v>10.652</c:v>
                </c:pt>
                <c:pt idx="8139">
                  <c:v>10.602</c:v>
                </c:pt>
                <c:pt idx="8140">
                  <c:v>10.599</c:v>
                </c:pt>
                <c:pt idx="8141">
                  <c:v>10.589</c:v>
                </c:pt>
                <c:pt idx="8142">
                  <c:v>10.543</c:v>
                </c:pt>
                <c:pt idx="8143">
                  <c:v>10.54</c:v>
                </c:pt>
                <c:pt idx="8144">
                  <c:v>10.539</c:v>
                </c:pt>
                <c:pt idx="8145">
                  <c:v>10.528</c:v>
                </c:pt>
                <c:pt idx="8146">
                  <c:v>10.504</c:v>
                </c:pt>
                <c:pt idx="8147">
                  <c:v>10.487</c:v>
                </c:pt>
                <c:pt idx="8148">
                  <c:v>10.479</c:v>
                </c:pt>
                <c:pt idx="8149">
                  <c:v>10.479</c:v>
                </c:pt>
                <c:pt idx="8150">
                  <c:v>10.471</c:v>
                </c:pt>
                <c:pt idx="8151">
                  <c:v>10.471</c:v>
                </c:pt>
                <c:pt idx="8152">
                  <c:v>10.47</c:v>
                </c:pt>
                <c:pt idx="8153">
                  <c:v>10.466</c:v>
                </c:pt>
                <c:pt idx="8154">
                  <c:v>10.457</c:v>
                </c:pt>
                <c:pt idx="8155">
                  <c:v>10.457</c:v>
                </c:pt>
                <c:pt idx="8156">
                  <c:v>10.456</c:v>
                </c:pt>
                <c:pt idx="8157">
                  <c:v>10.425</c:v>
                </c:pt>
                <c:pt idx="8158">
                  <c:v>10.359</c:v>
                </c:pt>
                <c:pt idx="8159">
                  <c:v>10.356</c:v>
                </c:pt>
                <c:pt idx="8160">
                  <c:v>10.35</c:v>
                </c:pt>
                <c:pt idx="8161">
                  <c:v>10.318</c:v>
                </c:pt>
                <c:pt idx="8162">
                  <c:v>10.292</c:v>
                </c:pt>
                <c:pt idx="8163">
                  <c:v>10.288</c:v>
                </c:pt>
                <c:pt idx="8164">
                  <c:v>10.274</c:v>
                </c:pt>
                <c:pt idx="8165">
                  <c:v>10.261</c:v>
                </c:pt>
                <c:pt idx="8166">
                  <c:v>10.182</c:v>
                </c:pt>
                <c:pt idx="8167">
                  <c:v>10.181</c:v>
                </c:pt>
                <c:pt idx="8168">
                  <c:v>10.18</c:v>
                </c:pt>
                <c:pt idx="8169">
                  <c:v>10.165</c:v>
                </c:pt>
                <c:pt idx="8170">
                  <c:v>10.164</c:v>
                </c:pt>
                <c:pt idx="8171">
                  <c:v>10.155</c:v>
                </c:pt>
                <c:pt idx="8172">
                  <c:v>10.147</c:v>
                </c:pt>
                <c:pt idx="8173">
                  <c:v>10.143</c:v>
                </c:pt>
                <c:pt idx="8174">
                  <c:v>10.134</c:v>
                </c:pt>
                <c:pt idx="8175">
                  <c:v>10.126</c:v>
                </c:pt>
                <c:pt idx="8176">
                  <c:v>10.124</c:v>
                </c:pt>
                <c:pt idx="8177">
                  <c:v>10.121</c:v>
                </c:pt>
                <c:pt idx="8178">
                  <c:v>10.103</c:v>
                </c:pt>
                <c:pt idx="8179">
                  <c:v>10.101</c:v>
                </c:pt>
                <c:pt idx="8180">
                  <c:v>10.097</c:v>
                </c:pt>
                <c:pt idx="8181">
                  <c:v>10.089</c:v>
                </c:pt>
                <c:pt idx="8182">
                  <c:v>10.088</c:v>
                </c:pt>
                <c:pt idx="8183">
                  <c:v>10.086</c:v>
                </c:pt>
                <c:pt idx="8184">
                  <c:v>10.085</c:v>
                </c:pt>
                <c:pt idx="8185">
                  <c:v>10.079</c:v>
                </c:pt>
                <c:pt idx="8186">
                  <c:v>10.063</c:v>
                </c:pt>
                <c:pt idx="8187">
                  <c:v>10.046</c:v>
                </c:pt>
                <c:pt idx="8188">
                  <c:v>10.019</c:v>
                </c:pt>
                <c:pt idx="8189">
                  <c:v>10.018</c:v>
                </c:pt>
                <c:pt idx="8190">
                  <c:v>10.008</c:v>
                </c:pt>
                <c:pt idx="8191">
                  <c:v>9.991</c:v>
                </c:pt>
                <c:pt idx="8192">
                  <c:v>9.986</c:v>
                </c:pt>
                <c:pt idx="8193">
                  <c:v>9.965</c:v>
                </c:pt>
                <c:pt idx="8194">
                  <c:v>9.957</c:v>
                </c:pt>
                <c:pt idx="8195">
                  <c:v>9.955</c:v>
                </c:pt>
                <c:pt idx="8196">
                  <c:v>9.945</c:v>
                </c:pt>
                <c:pt idx="8197">
                  <c:v>9.902</c:v>
                </c:pt>
                <c:pt idx="8198">
                  <c:v>9.887</c:v>
                </c:pt>
                <c:pt idx="8199">
                  <c:v>9.859</c:v>
                </c:pt>
                <c:pt idx="8200">
                  <c:v>9.858</c:v>
                </c:pt>
                <c:pt idx="8201">
                  <c:v>9.854</c:v>
                </c:pt>
                <c:pt idx="8202">
                  <c:v>9.852</c:v>
                </c:pt>
                <c:pt idx="8203">
                  <c:v>9.831</c:v>
                </c:pt>
                <c:pt idx="8204">
                  <c:v>9.827</c:v>
                </c:pt>
                <c:pt idx="8205">
                  <c:v>9.818</c:v>
                </c:pt>
                <c:pt idx="8206">
                  <c:v>9.816</c:v>
                </c:pt>
                <c:pt idx="8207">
                  <c:v>9.803</c:v>
                </c:pt>
                <c:pt idx="8208">
                  <c:v>9.8</c:v>
                </c:pt>
                <c:pt idx="8209">
                  <c:v>9.788</c:v>
                </c:pt>
                <c:pt idx="8210">
                  <c:v>9.781</c:v>
                </c:pt>
                <c:pt idx="8211">
                  <c:v>9.772</c:v>
                </c:pt>
                <c:pt idx="8212">
                  <c:v>9.756</c:v>
                </c:pt>
                <c:pt idx="8213">
                  <c:v>9.751</c:v>
                </c:pt>
                <c:pt idx="8214">
                  <c:v>9.729</c:v>
                </c:pt>
                <c:pt idx="8215">
                  <c:v>9.728</c:v>
                </c:pt>
                <c:pt idx="8216">
                  <c:v>9.705</c:v>
                </c:pt>
                <c:pt idx="8217">
                  <c:v>9.69</c:v>
                </c:pt>
                <c:pt idx="8218">
                  <c:v>9.671</c:v>
                </c:pt>
                <c:pt idx="8219">
                  <c:v>9.666</c:v>
                </c:pt>
                <c:pt idx="8220">
                  <c:v>9.662</c:v>
                </c:pt>
                <c:pt idx="8221">
                  <c:v>9.633</c:v>
                </c:pt>
                <c:pt idx="8222">
                  <c:v>9.614</c:v>
                </c:pt>
                <c:pt idx="8223">
                  <c:v>9.606</c:v>
                </c:pt>
                <c:pt idx="8224">
                  <c:v>9.605</c:v>
                </c:pt>
                <c:pt idx="8225">
                  <c:v>9.598</c:v>
                </c:pt>
                <c:pt idx="8226">
                  <c:v>9.571</c:v>
                </c:pt>
                <c:pt idx="8227">
                  <c:v>9.568</c:v>
                </c:pt>
                <c:pt idx="8228">
                  <c:v>9.562</c:v>
                </c:pt>
                <c:pt idx="8229">
                  <c:v>9.547</c:v>
                </c:pt>
                <c:pt idx="8230">
                  <c:v>9.532</c:v>
                </c:pt>
                <c:pt idx="8231">
                  <c:v>9.529</c:v>
                </c:pt>
                <c:pt idx="8232">
                  <c:v>9.505</c:v>
                </c:pt>
                <c:pt idx="8233">
                  <c:v>9.47</c:v>
                </c:pt>
                <c:pt idx="8234">
                  <c:v>9.454</c:v>
                </c:pt>
                <c:pt idx="8235">
                  <c:v>9.445</c:v>
                </c:pt>
                <c:pt idx="8236">
                  <c:v>9.439</c:v>
                </c:pt>
                <c:pt idx="8237">
                  <c:v>9.436</c:v>
                </c:pt>
                <c:pt idx="8238">
                  <c:v>9.403</c:v>
                </c:pt>
                <c:pt idx="8239">
                  <c:v>9.393</c:v>
                </c:pt>
                <c:pt idx="8240">
                  <c:v>9.384</c:v>
                </c:pt>
                <c:pt idx="8241">
                  <c:v>9.378</c:v>
                </c:pt>
                <c:pt idx="8242">
                  <c:v>9.349</c:v>
                </c:pt>
                <c:pt idx="8243">
                  <c:v>9.34</c:v>
                </c:pt>
                <c:pt idx="8244">
                  <c:v>9.333</c:v>
                </c:pt>
                <c:pt idx="8245">
                  <c:v>9.32</c:v>
                </c:pt>
                <c:pt idx="8246">
                  <c:v>9.311</c:v>
                </c:pt>
                <c:pt idx="8247">
                  <c:v>9.311</c:v>
                </c:pt>
                <c:pt idx="8248">
                  <c:v>9.308</c:v>
                </c:pt>
                <c:pt idx="8249">
                  <c:v>9.306</c:v>
                </c:pt>
                <c:pt idx="8250">
                  <c:v>9.285</c:v>
                </c:pt>
                <c:pt idx="8251">
                  <c:v>9.266</c:v>
                </c:pt>
                <c:pt idx="8252">
                  <c:v>9.244</c:v>
                </c:pt>
                <c:pt idx="8253">
                  <c:v>9.235</c:v>
                </c:pt>
                <c:pt idx="8254">
                  <c:v>9.226</c:v>
                </c:pt>
                <c:pt idx="8255">
                  <c:v>9.221</c:v>
                </c:pt>
                <c:pt idx="8256">
                  <c:v>9.21</c:v>
                </c:pt>
                <c:pt idx="8257">
                  <c:v>9.209</c:v>
                </c:pt>
                <c:pt idx="8258">
                  <c:v>9.202</c:v>
                </c:pt>
                <c:pt idx="8259">
                  <c:v>9.18</c:v>
                </c:pt>
                <c:pt idx="8260">
                  <c:v>9.168</c:v>
                </c:pt>
                <c:pt idx="8261">
                  <c:v>9.158</c:v>
                </c:pt>
                <c:pt idx="8262">
                  <c:v>9.154</c:v>
                </c:pt>
                <c:pt idx="8263">
                  <c:v>9.147</c:v>
                </c:pt>
                <c:pt idx="8264">
                  <c:v>9.145</c:v>
                </c:pt>
                <c:pt idx="8265">
                  <c:v>9.142</c:v>
                </c:pt>
                <c:pt idx="8266">
                  <c:v>9.109</c:v>
                </c:pt>
                <c:pt idx="8267">
                  <c:v>9.101</c:v>
                </c:pt>
                <c:pt idx="8268">
                  <c:v>9.09</c:v>
                </c:pt>
                <c:pt idx="8269">
                  <c:v>9.073</c:v>
                </c:pt>
                <c:pt idx="8270">
                  <c:v>9.069</c:v>
                </c:pt>
                <c:pt idx="8271">
                  <c:v>9.067</c:v>
                </c:pt>
                <c:pt idx="8272">
                  <c:v>9.063</c:v>
                </c:pt>
                <c:pt idx="8273">
                  <c:v>9.06</c:v>
                </c:pt>
                <c:pt idx="8274">
                  <c:v>9.056</c:v>
                </c:pt>
                <c:pt idx="8275">
                  <c:v>9.041</c:v>
                </c:pt>
                <c:pt idx="8276">
                  <c:v>9.014</c:v>
                </c:pt>
                <c:pt idx="8277">
                  <c:v>8.998</c:v>
                </c:pt>
                <c:pt idx="8278">
                  <c:v>8.997</c:v>
                </c:pt>
                <c:pt idx="8279">
                  <c:v>8.984</c:v>
                </c:pt>
                <c:pt idx="8280">
                  <c:v>8.976</c:v>
                </c:pt>
                <c:pt idx="8281">
                  <c:v>8.97</c:v>
                </c:pt>
                <c:pt idx="8282">
                  <c:v>8.967</c:v>
                </c:pt>
                <c:pt idx="8283">
                  <c:v>8.96</c:v>
                </c:pt>
                <c:pt idx="8284">
                  <c:v>8.955</c:v>
                </c:pt>
                <c:pt idx="8285">
                  <c:v>8.948</c:v>
                </c:pt>
                <c:pt idx="8286">
                  <c:v>8.946</c:v>
                </c:pt>
                <c:pt idx="8287">
                  <c:v>8.946</c:v>
                </c:pt>
                <c:pt idx="8288">
                  <c:v>8.934</c:v>
                </c:pt>
                <c:pt idx="8289">
                  <c:v>8.909</c:v>
                </c:pt>
                <c:pt idx="8290">
                  <c:v>8.893</c:v>
                </c:pt>
                <c:pt idx="8291">
                  <c:v>8.875</c:v>
                </c:pt>
                <c:pt idx="8292">
                  <c:v>8.853</c:v>
                </c:pt>
                <c:pt idx="8293">
                  <c:v>8.848</c:v>
                </c:pt>
                <c:pt idx="8294">
                  <c:v>8.84</c:v>
                </c:pt>
                <c:pt idx="8295">
                  <c:v>8.835</c:v>
                </c:pt>
                <c:pt idx="8296">
                  <c:v>8.825</c:v>
                </c:pt>
                <c:pt idx="8297">
                  <c:v>8.815</c:v>
                </c:pt>
                <c:pt idx="8298">
                  <c:v>8.812</c:v>
                </c:pt>
                <c:pt idx="8299">
                  <c:v>8.812</c:v>
                </c:pt>
                <c:pt idx="8300">
                  <c:v>8.809</c:v>
                </c:pt>
                <c:pt idx="8301">
                  <c:v>8.802</c:v>
                </c:pt>
                <c:pt idx="8302">
                  <c:v>8.791</c:v>
                </c:pt>
                <c:pt idx="8303">
                  <c:v>8.779</c:v>
                </c:pt>
                <c:pt idx="8304">
                  <c:v>8.766</c:v>
                </c:pt>
                <c:pt idx="8305">
                  <c:v>8.753</c:v>
                </c:pt>
                <c:pt idx="8306">
                  <c:v>8.74</c:v>
                </c:pt>
                <c:pt idx="8307">
                  <c:v>8.731</c:v>
                </c:pt>
                <c:pt idx="8308">
                  <c:v>8.715</c:v>
                </c:pt>
                <c:pt idx="8309">
                  <c:v>8.699</c:v>
                </c:pt>
                <c:pt idx="8310">
                  <c:v>8.699</c:v>
                </c:pt>
                <c:pt idx="8311">
                  <c:v>8.696</c:v>
                </c:pt>
                <c:pt idx="8312">
                  <c:v>8.687</c:v>
                </c:pt>
                <c:pt idx="8313">
                  <c:v>8.677</c:v>
                </c:pt>
                <c:pt idx="8314">
                  <c:v>8.669</c:v>
                </c:pt>
                <c:pt idx="8315">
                  <c:v>8.669</c:v>
                </c:pt>
                <c:pt idx="8316">
                  <c:v>8.665</c:v>
                </c:pt>
                <c:pt idx="8317">
                  <c:v>8.659</c:v>
                </c:pt>
                <c:pt idx="8318">
                  <c:v>8.632</c:v>
                </c:pt>
                <c:pt idx="8319">
                  <c:v>8.621</c:v>
                </c:pt>
                <c:pt idx="8320">
                  <c:v>8.596</c:v>
                </c:pt>
                <c:pt idx="8321">
                  <c:v>8.564</c:v>
                </c:pt>
                <c:pt idx="8322">
                  <c:v>8.561</c:v>
                </c:pt>
                <c:pt idx="8323">
                  <c:v>8.553</c:v>
                </c:pt>
                <c:pt idx="8324">
                  <c:v>8.539</c:v>
                </c:pt>
                <c:pt idx="8325">
                  <c:v>8.527</c:v>
                </c:pt>
                <c:pt idx="8326">
                  <c:v>8.527</c:v>
                </c:pt>
                <c:pt idx="8327">
                  <c:v>8.519</c:v>
                </c:pt>
                <c:pt idx="8328">
                  <c:v>8.513</c:v>
                </c:pt>
                <c:pt idx="8329">
                  <c:v>8.49</c:v>
                </c:pt>
                <c:pt idx="8330">
                  <c:v>8.476</c:v>
                </c:pt>
                <c:pt idx="8331">
                  <c:v>8.471</c:v>
                </c:pt>
                <c:pt idx="8332">
                  <c:v>8.467</c:v>
                </c:pt>
                <c:pt idx="8333">
                  <c:v>8.466</c:v>
                </c:pt>
                <c:pt idx="8334">
                  <c:v>8.443</c:v>
                </c:pt>
                <c:pt idx="8335">
                  <c:v>8.442</c:v>
                </c:pt>
                <c:pt idx="8336">
                  <c:v>8.44</c:v>
                </c:pt>
                <c:pt idx="8337">
                  <c:v>8.439</c:v>
                </c:pt>
                <c:pt idx="8338">
                  <c:v>8.434</c:v>
                </c:pt>
                <c:pt idx="8339">
                  <c:v>8.43</c:v>
                </c:pt>
                <c:pt idx="8340">
                  <c:v>8.429</c:v>
                </c:pt>
                <c:pt idx="8341">
                  <c:v>8.396</c:v>
                </c:pt>
                <c:pt idx="8342">
                  <c:v>8.392</c:v>
                </c:pt>
                <c:pt idx="8343">
                  <c:v>8.385</c:v>
                </c:pt>
                <c:pt idx="8344">
                  <c:v>8.377</c:v>
                </c:pt>
                <c:pt idx="8345">
                  <c:v>8.374</c:v>
                </c:pt>
                <c:pt idx="8346">
                  <c:v>8.357</c:v>
                </c:pt>
                <c:pt idx="8347">
                  <c:v>8.354</c:v>
                </c:pt>
                <c:pt idx="8348">
                  <c:v>8.352</c:v>
                </c:pt>
                <c:pt idx="8349">
                  <c:v>8.333</c:v>
                </c:pt>
                <c:pt idx="8350">
                  <c:v>8.332</c:v>
                </c:pt>
                <c:pt idx="8351">
                  <c:v>8.329</c:v>
                </c:pt>
                <c:pt idx="8352">
                  <c:v>8.308</c:v>
                </c:pt>
                <c:pt idx="8353">
                  <c:v>8.302</c:v>
                </c:pt>
                <c:pt idx="8354">
                  <c:v>8.295</c:v>
                </c:pt>
                <c:pt idx="8355">
                  <c:v>8.249</c:v>
                </c:pt>
                <c:pt idx="8356">
                  <c:v>8.236</c:v>
                </c:pt>
                <c:pt idx="8357">
                  <c:v>8.226</c:v>
                </c:pt>
                <c:pt idx="8358">
                  <c:v>8.226</c:v>
                </c:pt>
                <c:pt idx="8359">
                  <c:v>8.217</c:v>
                </c:pt>
                <c:pt idx="8360">
                  <c:v>8.201</c:v>
                </c:pt>
                <c:pt idx="8361">
                  <c:v>8.199</c:v>
                </c:pt>
                <c:pt idx="8362">
                  <c:v>8.176</c:v>
                </c:pt>
                <c:pt idx="8363">
                  <c:v>8.156</c:v>
                </c:pt>
                <c:pt idx="8364">
                  <c:v>8.146</c:v>
                </c:pt>
                <c:pt idx="8365">
                  <c:v>8.145</c:v>
                </c:pt>
                <c:pt idx="8366">
                  <c:v>8.144</c:v>
                </c:pt>
                <c:pt idx="8367">
                  <c:v>8.132</c:v>
                </c:pt>
                <c:pt idx="8368">
                  <c:v>8.127</c:v>
                </c:pt>
                <c:pt idx="8369">
                  <c:v>8.126</c:v>
                </c:pt>
                <c:pt idx="8370">
                  <c:v>8.1</c:v>
                </c:pt>
                <c:pt idx="8371">
                  <c:v>8.098</c:v>
                </c:pt>
                <c:pt idx="8372">
                  <c:v>8.097</c:v>
                </c:pt>
                <c:pt idx="8373">
                  <c:v>8.084</c:v>
                </c:pt>
                <c:pt idx="8374">
                  <c:v>8.081</c:v>
                </c:pt>
                <c:pt idx="8375">
                  <c:v>8.075</c:v>
                </c:pt>
                <c:pt idx="8376">
                  <c:v>8.064</c:v>
                </c:pt>
                <c:pt idx="8377">
                  <c:v>8.054</c:v>
                </c:pt>
                <c:pt idx="8378">
                  <c:v>8.054</c:v>
                </c:pt>
                <c:pt idx="8379">
                  <c:v>8.045</c:v>
                </c:pt>
                <c:pt idx="8380">
                  <c:v>8.015</c:v>
                </c:pt>
                <c:pt idx="8381">
                  <c:v>8.011</c:v>
                </c:pt>
                <c:pt idx="8382">
                  <c:v>8.006</c:v>
                </c:pt>
                <c:pt idx="8383">
                  <c:v>7.99</c:v>
                </c:pt>
                <c:pt idx="8384">
                  <c:v>7.985</c:v>
                </c:pt>
                <c:pt idx="8385">
                  <c:v>7.969</c:v>
                </c:pt>
                <c:pt idx="8386">
                  <c:v>7.963</c:v>
                </c:pt>
                <c:pt idx="8387">
                  <c:v>7.961</c:v>
                </c:pt>
                <c:pt idx="8388">
                  <c:v>7.96</c:v>
                </c:pt>
                <c:pt idx="8389">
                  <c:v>7.944</c:v>
                </c:pt>
                <c:pt idx="8390">
                  <c:v>7.943</c:v>
                </c:pt>
                <c:pt idx="8391">
                  <c:v>7.941</c:v>
                </c:pt>
                <c:pt idx="8392">
                  <c:v>7.941</c:v>
                </c:pt>
                <c:pt idx="8393">
                  <c:v>7.936</c:v>
                </c:pt>
                <c:pt idx="8394">
                  <c:v>7.935</c:v>
                </c:pt>
                <c:pt idx="8395">
                  <c:v>7.932</c:v>
                </c:pt>
                <c:pt idx="8396">
                  <c:v>7.907</c:v>
                </c:pt>
                <c:pt idx="8397">
                  <c:v>7.901</c:v>
                </c:pt>
                <c:pt idx="8398">
                  <c:v>7.899</c:v>
                </c:pt>
                <c:pt idx="8399">
                  <c:v>7.891</c:v>
                </c:pt>
                <c:pt idx="8400">
                  <c:v>7.881</c:v>
                </c:pt>
                <c:pt idx="8401">
                  <c:v>7.857</c:v>
                </c:pt>
                <c:pt idx="8402">
                  <c:v>7.839</c:v>
                </c:pt>
                <c:pt idx="8403">
                  <c:v>7.831</c:v>
                </c:pt>
                <c:pt idx="8404">
                  <c:v>7.821</c:v>
                </c:pt>
                <c:pt idx="8405">
                  <c:v>7.814</c:v>
                </c:pt>
                <c:pt idx="8406">
                  <c:v>7.789</c:v>
                </c:pt>
                <c:pt idx="8407">
                  <c:v>7.786</c:v>
                </c:pt>
                <c:pt idx="8408">
                  <c:v>7.78</c:v>
                </c:pt>
                <c:pt idx="8409">
                  <c:v>7.776</c:v>
                </c:pt>
                <c:pt idx="8410">
                  <c:v>7.776</c:v>
                </c:pt>
                <c:pt idx="8411">
                  <c:v>7.775</c:v>
                </c:pt>
                <c:pt idx="8412">
                  <c:v>7.76</c:v>
                </c:pt>
                <c:pt idx="8413">
                  <c:v>7.753</c:v>
                </c:pt>
                <c:pt idx="8414">
                  <c:v>7.753</c:v>
                </c:pt>
                <c:pt idx="8415">
                  <c:v>7.752</c:v>
                </c:pt>
                <c:pt idx="8416">
                  <c:v>7.741</c:v>
                </c:pt>
                <c:pt idx="8417">
                  <c:v>7.738</c:v>
                </c:pt>
                <c:pt idx="8418">
                  <c:v>7.727</c:v>
                </c:pt>
                <c:pt idx="8419">
                  <c:v>7.726</c:v>
                </c:pt>
                <c:pt idx="8420">
                  <c:v>7.725</c:v>
                </c:pt>
                <c:pt idx="8421">
                  <c:v>7.7</c:v>
                </c:pt>
                <c:pt idx="8422">
                  <c:v>7.675</c:v>
                </c:pt>
                <c:pt idx="8423">
                  <c:v>7.662</c:v>
                </c:pt>
                <c:pt idx="8424">
                  <c:v>7.659</c:v>
                </c:pt>
                <c:pt idx="8425">
                  <c:v>7.638</c:v>
                </c:pt>
                <c:pt idx="8426">
                  <c:v>7.637</c:v>
                </c:pt>
                <c:pt idx="8427">
                  <c:v>7.626</c:v>
                </c:pt>
                <c:pt idx="8428">
                  <c:v>7.615</c:v>
                </c:pt>
                <c:pt idx="8429">
                  <c:v>7.59</c:v>
                </c:pt>
                <c:pt idx="8430">
                  <c:v>7.589</c:v>
                </c:pt>
                <c:pt idx="8431">
                  <c:v>7.585</c:v>
                </c:pt>
                <c:pt idx="8432">
                  <c:v>7.561</c:v>
                </c:pt>
                <c:pt idx="8433">
                  <c:v>7.554</c:v>
                </c:pt>
                <c:pt idx="8434">
                  <c:v>7.55</c:v>
                </c:pt>
                <c:pt idx="8435">
                  <c:v>7.545</c:v>
                </c:pt>
                <c:pt idx="8436">
                  <c:v>7.533</c:v>
                </c:pt>
                <c:pt idx="8437">
                  <c:v>7.521</c:v>
                </c:pt>
                <c:pt idx="8438">
                  <c:v>7.511</c:v>
                </c:pt>
                <c:pt idx="8439">
                  <c:v>7.491</c:v>
                </c:pt>
                <c:pt idx="8440">
                  <c:v>7.491</c:v>
                </c:pt>
                <c:pt idx="8441">
                  <c:v>7.468</c:v>
                </c:pt>
                <c:pt idx="8442">
                  <c:v>7.465</c:v>
                </c:pt>
                <c:pt idx="8443">
                  <c:v>7.459</c:v>
                </c:pt>
                <c:pt idx="8444">
                  <c:v>7.453</c:v>
                </c:pt>
                <c:pt idx="8445">
                  <c:v>7.45</c:v>
                </c:pt>
                <c:pt idx="8446">
                  <c:v>7.449</c:v>
                </c:pt>
                <c:pt idx="8447">
                  <c:v>7.434</c:v>
                </c:pt>
                <c:pt idx="8448">
                  <c:v>7.427</c:v>
                </c:pt>
                <c:pt idx="8449">
                  <c:v>7.422</c:v>
                </c:pt>
                <c:pt idx="8450">
                  <c:v>7.421</c:v>
                </c:pt>
                <c:pt idx="8451">
                  <c:v>7.414</c:v>
                </c:pt>
                <c:pt idx="8452">
                  <c:v>7.409</c:v>
                </c:pt>
                <c:pt idx="8453">
                  <c:v>7.4</c:v>
                </c:pt>
                <c:pt idx="8454">
                  <c:v>7.397</c:v>
                </c:pt>
                <c:pt idx="8455">
                  <c:v>7.385</c:v>
                </c:pt>
                <c:pt idx="8456">
                  <c:v>7.379</c:v>
                </c:pt>
                <c:pt idx="8457">
                  <c:v>7.373</c:v>
                </c:pt>
                <c:pt idx="8458">
                  <c:v>7.356</c:v>
                </c:pt>
                <c:pt idx="8459">
                  <c:v>7.354</c:v>
                </c:pt>
                <c:pt idx="8460">
                  <c:v>7.346</c:v>
                </c:pt>
                <c:pt idx="8461">
                  <c:v>7.345</c:v>
                </c:pt>
                <c:pt idx="8462">
                  <c:v>7.344</c:v>
                </c:pt>
                <c:pt idx="8463">
                  <c:v>7.341</c:v>
                </c:pt>
                <c:pt idx="8464">
                  <c:v>7.33</c:v>
                </c:pt>
                <c:pt idx="8465">
                  <c:v>7.323</c:v>
                </c:pt>
                <c:pt idx="8466">
                  <c:v>7.309</c:v>
                </c:pt>
                <c:pt idx="8467">
                  <c:v>7.307</c:v>
                </c:pt>
                <c:pt idx="8468">
                  <c:v>7.305</c:v>
                </c:pt>
                <c:pt idx="8469">
                  <c:v>7.291</c:v>
                </c:pt>
                <c:pt idx="8470">
                  <c:v>7.288</c:v>
                </c:pt>
                <c:pt idx="8471">
                  <c:v>7.287</c:v>
                </c:pt>
                <c:pt idx="8472">
                  <c:v>7.274</c:v>
                </c:pt>
                <c:pt idx="8473">
                  <c:v>7.266</c:v>
                </c:pt>
                <c:pt idx="8474">
                  <c:v>7.25</c:v>
                </c:pt>
                <c:pt idx="8475">
                  <c:v>7.248</c:v>
                </c:pt>
                <c:pt idx="8476">
                  <c:v>7.241</c:v>
                </c:pt>
                <c:pt idx="8477">
                  <c:v>7.23</c:v>
                </c:pt>
                <c:pt idx="8478">
                  <c:v>7.219</c:v>
                </c:pt>
                <c:pt idx="8479">
                  <c:v>7.201</c:v>
                </c:pt>
                <c:pt idx="8480">
                  <c:v>7.197</c:v>
                </c:pt>
                <c:pt idx="8481">
                  <c:v>7.19</c:v>
                </c:pt>
                <c:pt idx="8482">
                  <c:v>7.19</c:v>
                </c:pt>
                <c:pt idx="8483">
                  <c:v>7.183</c:v>
                </c:pt>
                <c:pt idx="8484">
                  <c:v>7.181</c:v>
                </c:pt>
                <c:pt idx="8485">
                  <c:v>7.175</c:v>
                </c:pt>
                <c:pt idx="8486">
                  <c:v>7.147</c:v>
                </c:pt>
                <c:pt idx="8487">
                  <c:v>7.144</c:v>
                </c:pt>
                <c:pt idx="8488">
                  <c:v>7.14</c:v>
                </c:pt>
                <c:pt idx="8489">
                  <c:v>7.133</c:v>
                </c:pt>
                <c:pt idx="8490">
                  <c:v>7.122</c:v>
                </c:pt>
                <c:pt idx="8491">
                  <c:v>7.118</c:v>
                </c:pt>
                <c:pt idx="8492">
                  <c:v>7.108</c:v>
                </c:pt>
                <c:pt idx="8493">
                  <c:v>7.105</c:v>
                </c:pt>
                <c:pt idx="8494">
                  <c:v>7.096</c:v>
                </c:pt>
                <c:pt idx="8495">
                  <c:v>7.096</c:v>
                </c:pt>
                <c:pt idx="8496">
                  <c:v>7.084</c:v>
                </c:pt>
                <c:pt idx="8497">
                  <c:v>7.066</c:v>
                </c:pt>
                <c:pt idx="8498">
                  <c:v>7.061</c:v>
                </c:pt>
                <c:pt idx="8499">
                  <c:v>7.06</c:v>
                </c:pt>
                <c:pt idx="8500">
                  <c:v>7.056</c:v>
                </c:pt>
                <c:pt idx="8501">
                  <c:v>7.048</c:v>
                </c:pt>
                <c:pt idx="8502">
                  <c:v>7.033</c:v>
                </c:pt>
                <c:pt idx="8503">
                  <c:v>7.033</c:v>
                </c:pt>
                <c:pt idx="8504">
                  <c:v>6.987</c:v>
                </c:pt>
                <c:pt idx="8505">
                  <c:v>6.982</c:v>
                </c:pt>
                <c:pt idx="8506">
                  <c:v>6.968</c:v>
                </c:pt>
                <c:pt idx="8507">
                  <c:v>6.954</c:v>
                </c:pt>
                <c:pt idx="8508">
                  <c:v>6.953</c:v>
                </c:pt>
                <c:pt idx="8509">
                  <c:v>6.934</c:v>
                </c:pt>
                <c:pt idx="8510">
                  <c:v>6.921</c:v>
                </c:pt>
                <c:pt idx="8511">
                  <c:v>6.914</c:v>
                </c:pt>
                <c:pt idx="8512">
                  <c:v>6.889</c:v>
                </c:pt>
                <c:pt idx="8513">
                  <c:v>6.885</c:v>
                </c:pt>
                <c:pt idx="8514">
                  <c:v>6.884</c:v>
                </c:pt>
                <c:pt idx="8515">
                  <c:v>6.882</c:v>
                </c:pt>
                <c:pt idx="8516">
                  <c:v>6.881</c:v>
                </c:pt>
                <c:pt idx="8517">
                  <c:v>6.872</c:v>
                </c:pt>
                <c:pt idx="8518">
                  <c:v>6.87</c:v>
                </c:pt>
                <c:pt idx="8519">
                  <c:v>6.867</c:v>
                </c:pt>
                <c:pt idx="8520">
                  <c:v>6.861</c:v>
                </c:pt>
                <c:pt idx="8521">
                  <c:v>141.864</c:v>
                </c:pt>
                <c:pt idx="8522">
                  <c:v>105.408</c:v>
                </c:pt>
                <c:pt idx="8523">
                  <c:v>94.938</c:v>
                </c:pt>
                <c:pt idx="8524">
                  <c:v>78.702</c:v>
                </c:pt>
                <c:pt idx="8525">
                  <c:v>76.153</c:v>
                </c:pt>
                <c:pt idx="8526">
                  <c:v>72.14</c:v>
                </c:pt>
                <c:pt idx="8527">
                  <c:v>66.705</c:v>
                </c:pt>
                <c:pt idx="8528">
                  <c:v>56.469</c:v>
                </c:pt>
                <c:pt idx="8529">
                  <c:v>55.633</c:v>
                </c:pt>
                <c:pt idx="8530">
                  <c:v>54.292</c:v>
                </c:pt>
                <c:pt idx="8531">
                  <c:v>51.253</c:v>
                </c:pt>
                <c:pt idx="8532">
                  <c:v>50.256</c:v>
                </c:pt>
                <c:pt idx="8533">
                  <c:v>49.71</c:v>
                </c:pt>
                <c:pt idx="8534">
                  <c:v>49.213</c:v>
                </c:pt>
                <c:pt idx="8535">
                  <c:v>48.373</c:v>
                </c:pt>
                <c:pt idx="8536">
                  <c:v>45.947</c:v>
                </c:pt>
                <c:pt idx="8537">
                  <c:v>45.635</c:v>
                </c:pt>
                <c:pt idx="8538">
                  <c:v>44.673</c:v>
                </c:pt>
                <c:pt idx="8539">
                  <c:v>44.271</c:v>
                </c:pt>
                <c:pt idx="8540">
                  <c:v>43.089</c:v>
                </c:pt>
                <c:pt idx="8541">
                  <c:v>42.152</c:v>
                </c:pt>
                <c:pt idx="8542">
                  <c:v>41.796</c:v>
                </c:pt>
                <c:pt idx="8543">
                  <c:v>41.036</c:v>
                </c:pt>
                <c:pt idx="8544">
                  <c:v>38.943</c:v>
                </c:pt>
                <c:pt idx="8545">
                  <c:v>38.928</c:v>
                </c:pt>
                <c:pt idx="8546">
                  <c:v>38.601</c:v>
                </c:pt>
                <c:pt idx="8547">
                  <c:v>38.164</c:v>
                </c:pt>
                <c:pt idx="8548">
                  <c:v>38.133</c:v>
                </c:pt>
                <c:pt idx="8549">
                  <c:v>37.63</c:v>
                </c:pt>
                <c:pt idx="8550">
                  <c:v>36.651</c:v>
                </c:pt>
                <c:pt idx="8551">
                  <c:v>36.45</c:v>
                </c:pt>
                <c:pt idx="8552">
                  <c:v>36.255</c:v>
                </c:pt>
                <c:pt idx="8553">
                  <c:v>35.906</c:v>
                </c:pt>
                <c:pt idx="8554">
                  <c:v>35.605</c:v>
                </c:pt>
                <c:pt idx="8555">
                  <c:v>33.552</c:v>
                </c:pt>
                <c:pt idx="8556">
                  <c:v>33.301</c:v>
                </c:pt>
                <c:pt idx="8557">
                  <c:v>32.736</c:v>
                </c:pt>
                <c:pt idx="8558">
                  <c:v>32.194</c:v>
                </c:pt>
                <c:pt idx="8559">
                  <c:v>32.164</c:v>
                </c:pt>
                <c:pt idx="8560">
                  <c:v>32.153</c:v>
                </c:pt>
                <c:pt idx="8561">
                  <c:v>31.396</c:v>
                </c:pt>
                <c:pt idx="8562">
                  <c:v>30.843</c:v>
                </c:pt>
                <c:pt idx="8563">
                  <c:v>30.304</c:v>
                </c:pt>
                <c:pt idx="8564">
                  <c:v>29.596</c:v>
                </c:pt>
                <c:pt idx="8565">
                  <c:v>29.519</c:v>
                </c:pt>
                <c:pt idx="8566">
                  <c:v>29.338</c:v>
                </c:pt>
                <c:pt idx="8567">
                  <c:v>29.126</c:v>
                </c:pt>
                <c:pt idx="8568">
                  <c:v>29.043</c:v>
                </c:pt>
                <c:pt idx="8569">
                  <c:v>29.009</c:v>
                </c:pt>
                <c:pt idx="8570">
                  <c:v>28.364</c:v>
                </c:pt>
                <c:pt idx="8571">
                  <c:v>28.244</c:v>
                </c:pt>
                <c:pt idx="8572">
                  <c:v>28.197</c:v>
                </c:pt>
                <c:pt idx="8573">
                  <c:v>27.773</c:v>
                </c:pt>
                <c:pt idx="8574">
                  <c:v>27.288</c:v>
                </c:pt>
                <c:pt idx="8575">
                  <c:v>27.06</c:v>
                </c:pt>
                <c:pt idx="8576">
                  <c:v>26.907</c:v>
                </c:pt>
                <c:pt idx="8577">
                  <c:v>26.336</c:v>
                </c:pt>
                <c:pt idx="8578">
                  <c:v>26.073</c:v>
                </c:pt>
                <c:pt idx="8579">
                  <c:v>26.035</c:v>
                </c:pt>
                <c:pt idx="8580">
                  <c:v>25.923</c:v>
                </c:pt>
                <c:pt idx="8581">
                  <c:v>25.21</c:v>
                </c:pt>
                <c:pt idx="8582">
                  <c:v>24.489</c:v>
                </c:pt>
                <c:pt idx="8583">
                  <c:v>24.304</c:v>
                </c:pt>
                <c:pt idx="8584">
                  <c:v>24.029</c:v>
                </c:pt>
                <c:pt idx="8585">
                  <c:v>23.985</c:v>
                </c:pt>
                <c:pt idx="8586">
                  <c:v>23.861</c:v>
                </c:pt>
                <c:pt idx="8587">
                  <c:v>23.695</c:v>
                </c:pt>
                <c:pt idx="8588">
                  <c:v>23.662</c:v>
                </c:pt>
                <c:pt idx="8589">
                  <c:v>23.641</c:v>
                </c:pt>
                <c:pt idx="8590">
                  <c:v>23.404</c:v>
                </c:pt>
                <c:pt idx="8591">
                  <c:v>23.325</c:v>
                </c:pt>
                <c:pt idx="8592">
                  <c:v>22.913</c:v>
                </c:pt>
                <c:pt idx="8593">
                  <c:v>22.756</c:v>
                </c:pt>
                <c:pt idx="8594">
                  <c:v>22.61</c:v>
                </c:pt>
                <c:pt idx="8595">
                  <c:v>22.559</c:v>
                </c:pt>
                <c:pt idx="8596">
                  <c:v>22.517</c:v>
                </c:pt>
                <c:pt idx="8597">
                  <c:v>22.447</c:v>
                </c:pt>
                <c:pt idx="8598">
                  <c:v>22.333</c:v>
                </c:pt>
                <c:pt idx="8599">
                  <c:v>22.26</c:v>
                </c:pt>
                <c:pt idx="8600">
                  <c:v>22.252</c:v>
                </c:pt>
                <c:pt idx="8601">
                  <c:v>22.028</c:v>
                </c:pt>
                <c:pt idx="8602">
                  <c:v>21.743</c:v>
                </c:pt>
                <c:pt idx="8603">
                  <c:v>21.537</c:v>
                </c:pt>
                <c:pt idx="8604">
                  <c:v>21.491</c:v>
                </c:pt>
                <c:pt idx="8605">
                  <c:v>21.49</c:v>
                </c:pt>
                <c:pt idx="8606">
                  <c:v>21.457</c:v>
                </c:pt>
                <c:pt idx="8607">
                  <c:v>21.326</c:v>
                </c:pt>
                <c:pt idx="8608">
                  <c:v>21.256</c:v>
                </c:pt>
                <c:pt idx="8609">
                  <c:v>21.217</c:v>
                </c:pt>
                <c:pt idx="8610">
                  <c:v>21.091</c:v>
                </c:pt>
                <c:pt idx="8611">
                  <c:v>21.079</c:v>
                </c:pt>
                <c:pt idx="8612">
                  <c:v>21.034</c:v>
                </c:pt>
                <c:pt idx="8613">
                  <c:v>21.034</c:v>
                </c:pt>
                <c:pt idx="8614">
                  <c:v>21.017</c:v>
                </c:pt>
                <c:pt idx="8615">
                  <c:v>20.865</c:v>
                </c:pt>
                <c:pt idx="8616">
                  <c:v>20.801</c:v>
                </c:pt>
                <c:pt idx="8617">
                  <c:v>20.751</c:v>
                </c:pt>
                <c:pt idx="8618">
                  <c:v>20.75</c:v>
                </c:pt>
                <c:pt idx="8619">
                  <c:v>20.664</c:v>
                </c:pt>
                <c:pt idx="8620">
                  <c:v>20.655</c:v>
                </c:pt>
                <c:pt idx="8621">
                  <c:v>20.597</c:v>
                </c:pt>
                <c:pt idx="8622">
                  <c:v>20.581</c:v>
                </c:pt>
                <c:pt idx="8623">
                  <c:v>20.365</c:v>
                </c:pt>
                <c:pt idx="8624">
                  <c:v>20.35</c:v>
                </c:pt>
                <c:pt idx="8625">
                  <c:v>20.309</c:v>
                </c:pt>
                <c:pt idx="8626">
                  <c:v>20.206</c:v>
                </c:pt>
                <c:pt idx="8627">
                  <c:v>20.107</c:v>
                </c:pt>
                <c:pt idx="8628">
                  <c:v>20.105</c:v>
                </c:pt>
                <c:pt idx="8629">
                  <c:v>20.097</c:v>
                </c:pt>
                <c:pt idx="8630">
                  <c:v>20.013</c:v>
                </c:pt>
                <c:pt idx="8631">
                  <c:v>19.961</c:v>
                </c:pt>
                <c:pt idx="8632">
                  <c:v>19.798</c:v>
                </c:pt>
                <c:pt idx="8633">
                  <c:v>19.741</c:v>
                </c:pt>
                <c:pt idx="8634">
                  <c:v>19.565</c:v>
                </c:pt>
                <c:pt idx="8635">
                  <c:v>19.264</c:v>
                </c:pt>
                <c:pt idx="8636">
                  <c:v>19.253</c:v>
                </c:pt>
                <c:pt idx="8637">
                  <c:v>19.173</c:v>
                </c:pt>
                <c:pt idx="8638">
                  <c:v>19.128</c:v>
                </c:pt>
                <c:pt idx="8639">
                  <c:v>19.112</c:v>
                </c:pt>
                <c:pt idx="8640">
                  <c:v>19.106</c:v>
                </c:pt>
                <c:pt idx="8641">
                  <c:v>19.06</c:v>
                </c:pt>
                <c:pt idx="8642">
                  <c:v>19.053</c:v>
                </c:pt>
                <c:pt idx="8643">
                  <c:v>18.97</c:v>
                </c:pt>
                <c:pt idx="8644">
                  <c:v>18.929</c:v>
                </c:pt>
                <c:pt idx="8645">
                  <c:v>18.929</c:v>
                </c:pt>
                <c:pt idx="8646">
                  <c:v>18.882</c:v>
                </c:pt>
                <c:pt idx="8647">
                  <c:v>18.773</c:v>
                </c:pt>
                <c:pt idx="8648">
                  <c:v>18.757</c:v>
                </c:pt>
                <c:pt idx="8649">
                  <c:v>18.747</c:v>
                </c:pt>
                <c:pt idx="8650">
                  <c:v>18.719</c:v>
                </c:pt>
                <c:pt idx="8651">
                  <c:v>18.565</c:v>
                </c:pt>
                <c:pt idx="8652">
                  <c:v>18.414</c:v>
                </c:pt>
                <c:pt idx="8653">
                  <c:v>18.313</c:v>
                </c:pt>
                <c:pt idx="8654">
                  <c:v>18.232</c:v>
                </c:pt>
                <c:pt idx="8655">
                  <c:v>18.044</c:v>
                </c:pt>
                <c:pt idx="8656">
                  <c:v>18.043</c:v>
                </c:pt>
                <c:pt idx="8657">
                  <c:v>17.904</c:v>
                </c:pt>
                <c:pt idx="8658">
                  <c:v>17.883</c:v>
                </c:pt>
                <c:pt idx="8659">
                  <c:v>17.799</c:v>
                </c:pt>
                <c:pt idx="8660">
                  <c:v>17.757</c:v>
                </c:pt>
                <c:pt idx="8661">
                  <c:v>17.555</c:v>
                </c:pt>
                <c:pt idx="8662">
                  <c:v>17.473</c:v>
                </c:pt>
                <c:pt idx="8663">
                  <c:v>17.434</c:v>
                </c:pt>
                <c:pt idx="8664">
                  <c:v>17.429</c:v>
                </c:pt>
                <c:pt idx="8665">
                  <c:v>17.283</c:v>
                </c:pt>
                <c:pt idx="8666">
                  <c:v>17.171</c:v>
                </c:pt>
                <c:pt idx="8667">
                  <c:v>17.165</c:v>
                </c:pt>
                <c:pt idx="8668">
                  <c:v>17.162</c:v>
                </c:pt>
                <c:pt idx="8669">
                  <c:v>17.084</c:v>
                </c:pt>
                <c:pt idx="8670">
                  <c:v>17.057</c:v>
                </c:pt>
                <c:pt idx="8671">
                  <c:v>16.892</c:v>
                </c:pt>
                <c:pt idx="8672">
                  <c:v>16.888</c:v>
                </c:pt>
                <c:pt idx="8673">
                  <c:v>16.858</c:v>
                </c:pt>
                <c:pt idx="8674">
                  <c:v>16.822</c:v>
                </c:pt>
                <c:pt idx="8675">
                  <c:v>16.821</c:v>
                </c:pt>
                <c:pt idx="8676">
                  <c:v>16.804</c:v>
                </c:pt>
                <c:pt idx="8677">
                  <c:v>16.761</c:v>
                </c:pt>
                <c:pt idx="8678">
                  <c:v>16.759</c:v>
                </c:pt>
                <c:pt idx="8679">
                  <c:v>16.759</c:v>
                </c:pt>
                <c:pt idx="8680">
                  <c:v>16.754</c:v>
                </c:pt>
                <c:pt idx="8681">
                  <c:v>16.744</c:v>
                </c:pt>
                <c:pt idx="8682">
                  <c:v>16.68</c:v>
                </c:pt>
                <c:pt idx="8683">
                  <c:v>16.678</c:v>
                </c:pt>
                <c:pt idx="8684">
                  <c:v>16.617</c:v>
                </c:pt>
                <c:pt idx="8685">
                  <c:v>16.604</c:v>
                </c:pt>
                <c:pt idx="8686">
                  <c:v>16.582</c:v>
                </c:pt>
                <c:pt idx="8687">
                  <c:v>16.577</c:v>
                </c:pt>
                <c:pt idx="8688">
                  <c:v>16.575</c:v>
                </c:pt>
                <c:pt idx="8689">
                  <c:v>16.46</c:v>
                </c:pt>
                <c:pt idx="8690">
                  <c:v>16.446</c:v>
                </c:pt>
                <c:pt idx="8691">
                  <c:v>16.414</c:v>
                </c:pt>
                <c:pt idx="8692">
                  <c:v>16.362</c:v>
                </c:pt>
                <c:pt idx="8693">
                  <c:v>16.349</c:v>
                </c:pt>
                <c:pt idx="8694">
                  <c:v>16.334</c:v>
                </c:pt>
                <c:pt idx="8695">
                  <c:v>16.216</c:v>
                </c:pt>
                <c:pt idx="8696">
                  <c:v>16.19</c:v>
                </c:pt>
                <c:pt idx="8697">
                  <c:v>16.17</c:v>
                </c:pt>
                <c:pt idx="8698">
                  <c:v>16.114</c:v>
                </c:pt>
                <c:pt idx="8699">
                  <c:v>16.097</c:v>
                </c:pt>
                <c:pt idx="8700">
                  <c:v>16.043</c:v>
                </c:pt>
                <c:pt idx="8701">
                  <c:v>16.025</c:v>
                </c:pt>
                <c:pt idx="8702">
                  <c:v>15.994</c:v>
                </c:pt>
                <c:pt idx="8703">
                  <c:v>15.96</c:v>
                </c:pt>
                <c:pt idx="8704">
                  <c:v>15.951</c:v>
                </c:pt>
                <c:pt idx="8705">
                  <c:v>15.923</c:v>
                </c:pt>
                <c:pt idx="8706">
                  <c:v>15.923</c:v>
                </c:pt>
                <c:pt idx="8707">
                  <c:v>15.87</c:v>
                </c:pt>
                <c:pt idx="8708">
                  <c:v>15.862</c:v>
                </c:pt>
                <c:pt idx="8709">
                  <c:v>15.852</c:v>
                </c:pt>
                <c:pt idx="8710">
                  <c:v>15.846</c:v>
                </c:pt>
                <c:pt idx="8711">
                  <c:v>15.826</c:v>
                </c:pt>
                <c:pt idx="8712">
                  <c:v>15.772</c:v>
                </c:pt>
                <c:pt idx="8713">
                  <c:v>15.72</c:v>
                </c:pt>
                <c:pt idx="8714">
                  <c:v>15.715</c:v>
                </c:pt>
                <c:pt idx="8715">
                  <c:v>15.67</c:v>
                </c:pt>
                <c:pt idx="8716">
                  <c:v>15.669</c:v>
                </c:pt>
                <c:pt idx="8717">
                  <c:v>15.661</c:v>
                </c:pt>
                <c:pt idx="8718">
                  <c:v>15.512</c:v>
                </c:pt>
                <c:pt idx="8719">
                  <c:v>15.487</c:v>
                </c:pt>
                <c:pt idx="8720">
                  <c:v>15.407</c:v>
                </c:pt>
                <c:pt idx="8721">
                  <c:v>15.406</c:v>
                </c:pt>
                <c:pt idx="8722">
                  <c:v>15.34</c:v>
                </c:pt>
                <c:pt idx="8723">
                  <c:v>15.338</c:v>
                </c:pt>
                <c:pt idx="8724">
                  <c:v>15.329</c:v>
                </c:pt>
                <c:pt idx="8725">
                  <c:v>15.295</c:v>
                </c:pt>
                <c:pt idx="8726">
                  <c:v>15.25</c:v>
                </c:pt>
                <c:pt idx="8727">
                  <c:v>15.178</c:v>
                </c:pt>
                <c:pt idx="8728">
                  <c:v>15.175</c:v>
                </c:pt>
                <c:pt idx="8729">
                  <c:v>15.163</c:v>
                </c:pt>
                <c:pt idx="8730">
                  <c:v>15.032</c:v>
                </c:pt>
                <c:pt idx="8731">
                  <c:v>15.003</c:v>
                </c:pt>
                <c:pt idx="8732">
                  <c:v>14.977</c:v>
                </c:pt>
                <c:pt idx="8733">
                  <c:v>14.952</c:v>
                </c:pt>
                <c:pt idx="8734">
                  <c:v>14.931</c:v>
                </c:pt>
                <c:pt idx="8735">
                  <c:v>14.922</c:v>
                </c:pt>
                <c:pt idx="8736">
                  <c:v>14.861</c:v>
                </c:pt>
                <c:pt idx="8737">
                  <c:v>14.795</c:v>
                </c:pt>
                <c:pt idx="8738">
                  <c:v>14.765</c:v>
                </c:pt>
                <c:pt idx="8739">
                  <c:v>14.721</c:v>
                </c:pt>
                <c:pt idx="8740">
                  <c:v>14.711</c:v>
                </c:pt>
                <c:pt idx="8741">
                  <c:v>14.675</c:v>
                </c:pt>
                <c:pt idx="8742">
                  <c:v>14.62</c:v>
                </c:pt>
                <c:pt idx="8743">
                  <c:v>14.587</c:v>
                </c:pt>
                <c:pt idx="8744">
                  <c:v>14.548</c:v>
                </c:pt>
                <c:pt idx="8745">
                  <c:v>14.374</c:v>
                </c:pt>
                <c:pt idx="8746">
                  <c:v>14.373</c:v>
                </c:pt>
                <c:pt idx="8747">
                  <c:v>14.269</c:v>
                </c:pt>
                <c:pt idx="8748">
                  <c:v>14.223</c:v>
                </c:pt>
                <c:pt idx="8749">
                  <c:v>14.2</c:v>
                </c:pt>
                <c:pt idx="8750">
                  <c:v>14.174</c:v>
                </c:pt>
                <c:pt idx="8751">
                  <c:v>14.154</c:v>
                </c:pt>
                <c:pt idx="8752">
                  <c:v>14.135</c:v>
                </c:pt>
                <c:pt idx="8753">
                  <c:v>14.105</c:v>
                </c:pt>
                <c:pt idx="8754">
                  <c:v>14.094</c:v>
                </c:pt>
                <c:pt idx="8755">
                  <c:v>14.052</c:v>
                </c:pt>
                <c:pt idx="8756">
                  <c:v>14.045</c:v>
                </c:pt>
                <c:pt idx="8757">
                  <c:v>14.041</c:v>
                </c:pt>
                <c:pt idx="8758">
                  <c:v>13.987</c:v>
                </c:pt>
                <c:pt idx="8759">
                  <c:v>13.962</c:v>
                </c:pt>
                <c:pt idx="8760">
                  <c:v>13.944</c:v>
                </c:pt>
                <c:pt idx="8761">
                  <c:v>13.935</c:v>
                </c:pt>
                <c:pt idx="8762">
                  <c:v>13.91</c:v>
                </c:pt>
                <c:pt idx="8763">
                  <c:v>13.896</c:v>
                </c:pt>
                <c:pt idx="8764">
                  <c:v>13.884</c:v>
                </c:pt>
                <c:pt idx="8765">
                  <c:v>13.873</c:v>
                </c:pt>
                <c:pt idx="8766">
                  <c:v>13.839</c:v>
                </c:pt>
                <c:pt idx="8767">
                  <c:v>13.793</c:v>
                </c:pt>
                <c:pt idx="8768">
                  <c:v>13.773</c:v>
                </c:pt>
                <c:pt idx="8769">
                  <c:v>13.761</c:v>
                </c:pt>
                <c:pt idx="8770">
                  <c:v>13.708</c:v>
                </c:pt>
                <c:pt idx="8771">
                  <c:v>13.708</c:v>
                </c:pt>
                <c:pt idx="8772">
                  <c:v>13.702</c:v>
                </c:pt>
                <c:pt idx="8773">
                  <c:v>13.684</c:v>
                </c:pt>
                <c:pt idx="8774">
                  <c:v>13.679</c:v>
                </c:pt>
                <c:pt idx="8775">
                  <c:v>13.649</c:v>
                </c:pt>
                <c:pt idx="8776">
                  <c:v>13.621</c:v>
                </c:pt>
                <c:pt idx="8777">
                  <c:v>13.614</c:v>
                </c:pt>
                <c:pt idx="8778">
                  <c:v>13.544</c:v>
                </c:pt>
                <c:pt idx="8779">
                  <c:v>13.525</c:v>
                </c:pt>
                <c:pt idx="8780">
                  <c:v>13.45</c:v>
                </c:pt>
                <c:pt idx="8781">
                  <c:v>13.43</c:v>
                </c:pt>
                <c:pt idx="8782">
                  <c:v>13.413</c:v>
                </c:pt>
                <c:pt idx="8783">
                  <c:v>13.405</c:v>
                </c:pt>
                <c:pt idx="8784">
                  <c:v>13.358</c:v>
                </c:pt>
                <c:pt idx="8785">
                  <c:v>13.339</c:v>
                </c:pt>
                <c:pt idx="8786">
                  <c:v>13.338</c:v>
                </c:pt>
                <c:pt idx="8787">
                  <c:v>13.249</c:v>
                </c:pt>
                <c:pt idx="8788">
                  <c:v>13.245</c:v>
                </c:pt>
                <c:pt idx="8789">
                  <c:v>13.232</c:v>
                </c:pt>
                <c:pt idx="8790">
                  <c:v>13.221</c:v>
                </c:pt>
                <c:pt idx="8791">
                  <c:v>13.166</c:v>
                </c:pt>
                <c:pt idx="8792">
                  <c:v>13.063</c:v>
                </c:pt>
                <c:pt idx="8793">
                  <c:v>13.042</c:v>
                </c:pt>
                <c:pt idx="8794">
                  <c:v>12.972</c:v>
                </c:pt>
                <c:pt idx="8795">
                  <c:v>12.917</c:v>
                </c:pt>
                <c:pt idx="8796">
                  <c:v>12.912</c:v>
                </c:pt>
                <c:pt idx="8797">
                  <c:v>12.887</c:v>
                </c:pt>
                <c:pt idx="8798">
                  <c:v>12.867</c:v>
                </c:pt>
                <c:pt idx="8799">
                  <c:v>12.856</c:v>
                </c:pt>
                <c:pt idx="8800">
                  <c:v>12.854</c:v>
                </c:pt>
                <c:pt idx="8801">
                  <c:v>12.847</c:v>
                </c:pt>
                <c:pt idx="8802">
                  <c:v>12.81</c:v>
                </c:pt>
                <c:pt idx="8803">
                  <c:v>12.772</c:v>
                </c:pt>
                <c:pt idx="8804">
                  <c:v>12.725</c:v>
                </c:pt>
                <c:pt idx="8805">
                  <c:v>12.718</c:v>
                </c:pt>
                <c:pt idx="8806">
                  <c:v>12.701</c:v>
                </c:pt>
                <c:pt idx="8807">
                  <c:v>12.686</c:v>
                </c:pt>
                <c:pt idx="8808">
                  <c:v>12.684</c:v>
                </c:pt>
                <c:pt idx="8809">
                  <c:v>12.682</c:v>
                </c:pt>
                <c:pt idx="8810">
                  <c:v>12.669</c:v>
                </c:pt>
                <c:pt idx="8811">
                  <c:v>12.646</c:v>
                </c:pt>
                <c:pt idx="8812">
                  <c:v>12.642</c:v>
                </c:pt>
                <c:pt idx="8813">
                  <c:v>12.627</c:v>
                </c:pt>
                <c:pt idx="8814">
                  <c:v>12.621</c:v>
                </c:pt>
                <c:pt idx="8815">
                  <c:v>12.618</c:v>
                </c:pt>
                <c:pt idx="8816">
                  <c:v>12.533</c:v>
                </c:pt>
                <c:pt idx="8817">
                  <c:v>12.497</c:v>
                </c:pt>
                <c:pt idx="8818">
                  <c:v>12.493</c:v>
                </c:pt>
                <c:pt idx="8819">
                  <c:v>12.488</c:v>
                </c:pt>
                <c:pt idx="8820">
                  <c:v>12.461</c:v>
                </c:pt>
                <c:pt idx="8821">
                  <c:v>12.452</c:v>
                </c:pt>
                <c:pt idx="8822">
                  <c:v>12.438</c:v>
                </c:pt>
                <c:pt idx="8823">
                  <c:v>12.431</c:v>
                </c:pt>
                <c:pt idx="8824">
                  <c:v>12.4</c:v>
                </c:pt>
                <c:pt idx="8825">
                  <c:v>12.365</c:v>
                </c:pt>
                <c:pt idx="8826">
                  <c:v>12.341</c:v>
                </c:pt>
                <c:pt idx="8827">
                  <c:v>12.336</c:v>
                </c:pt>
                <c:pt idx="8828">
                  <c:v>12.33</c:v>
                </c:pt>
                <c:pt idx="8829">
                  <c:v>12.321</c:v>
                </c:pt>
                <c:pt idx="8830">
                  <c:v>12.31</c:v>
                </c:pt>
                <c:pt idx="8831">
                  <c:v>12.299</c:v>
                </c:pt>
                <c:pt idx="8832">
                  <c:v>12.288</c:v>
                </c:pt>
                <c:pt idx="8833">
                  <c:v>12.252</c:v>
                </c:pt>
                <c:pt idx="8834">
                  <c:v>12.245</c:v>
                </c:pt>
                <c:pt idx="8835">
                  <c:v>12.241</c:v>
                </c:pt>
                <c:pt idx="8836">
                  <c:v>12.215</c:v>
                </c:pt>
                <c:pt idx="8837">
                  <c:v>12.183</c:v>
                </c:pt>
                <c:pt idx="8838">
                  <c:v>12.174</c:v>
                </c:pt>
                <c:pt idx="8839">
                  <c:v>12.172</c:v>
                </c:pt>
                <c:pt idx="8840">
                  <c:v>12.151</c:v>
                </c:pt>
                <c:pt idx="8841">
                  <c:v>12.129</c:v>
                </c:pt>
                <c:pt idx="8842">
                  <c:v>12.013</c:v>
                </c:pt>
                <c:pt idx="8843">
                  <c:v>11.92</c:v>
                </c:pt>
                <c:pt idx="8844">
                  <c:v>11.909</c:v>
                </c:pt>
                <c:pt idx="8845">
                  <c:v>11.9</c:v>
                </c:pt>
                <c:pt idx="8846">
                  <c:v>11.891</c:v>
                </c:pt>
                <c:pt idx="8847">
                  <c:v>11.881</c:v>
                </c:pt>
                <c:pt idx="8848">
                  <c:v>11.796</c:v>
                </c:pt>
                <c:pt idx="8849">
                  <c:v>11.792</c:v>
                </c:pt>
                <c:pt idx="8850">
                  <c:v>11.767</c:v>
                </c:pt>
                <c:pt idx="8851">
                  <c:v>11.748</c:v>
                </c:pt>
                <c:pt idx="8852">
                  <c:v>11.741</c:v>
                </c:pt>
                <c:pt idx="8853">
                  <c:v>11.738</c:v>
                </c:pt>
                <c:pt idx="8854">
                  <c:v>11.732</c:v>
                </c:pt>
                <c:pt idx="8855">
                  <c:v>11.721</c:v>
                </c:pt>
                <c:pt idx="8856">
                  <c:v>11.648</c:v>
                </c:pt>
                <c:pt idx="8857">
                  <c:v>11.61</c:v>
                </c:pt>
                <c:pt idx="8858">
                  <c:v>11.591</c:v>
                </c:pt>
                <c:pt idx="8859">
                  <c:v>11.554</c:v>
                </c:pt>
                <c:pt idx="8860">
                  <c:v>11.543</c:v>
                </c:pt>
                <c:pt idx="8861">
                  <c:v>11.54</c:v>
                </c:pt>
                <c:pt idx="8862">
                  <c:v>11.522</c:v>
                </c:pt>
                <c:pt idx="8863">
                  <c:v>11.479</c:v>
                </c:pt>
                <c:pt idx="8864">
                  <c:v>11.463</c:v>
                </c:pt>
                <c:pt idx="8865">
                  <c:v>11.448</c:v>
                </c:pt>
                <c:pt idx="8866">
                  <c:v>11.403</c:v>
                </c:pt>
                <c:pt idx="8867">
                  <c:v>11.386</c:v>
                </c:pt>
                <c:pt idx="8868">
                  <c:v>11.379</c:v>
                </c:pt>
                <c:pt idx="8869">
                  <c:v>11.354</c:v>
                </c:pt>
                <c:pt idx="8870">
                  <c:v>11.35</c:v>
                </c:pt>
                <c:pt idx="8871">
                  <c:v>11.347</c:v>
                </c:pt>
                <c:pt idx="8872">
                  <c:v>11.324</c:v>
                </c:pt>
                <c:pt idx="8873">
                  <c:v>11.323</c:v>
                </c:pt>
                <c:pt idx="8874">
                  <c:v>11.301</c:v>
                </c:pt>
                <c:pt idx="8875">
                  <c:v>11.278</c:v>
                </c:pt>
                <c:pt idx="8876">
                  <c:v>11.271</c:v>
                </c:pt>
                <c:pt idx="8877">
                  <c:v>11.259</c:v>
                </c:pt>
                <c:pt idx="8878">
                  <c:v>11.258</c:v>
                </c:pt>
                <c:pt idx="8879">
                  <c:v>11.216</c:v>
                </c:pt>
                <c:pt idx="8880">
                  <c:v>11.21</c:v>
                </c:pt>
                <c:pt idx="8881">
                  <c:v>11.197</c:v>
                </c:pt>
                <c:pt idx="8882">
                  <c:v>11.129</c:v>
                </c:pt>
                <c:pt idx="8883">
                  <c:v>11.116</c:v>
                </c:pt>
                <c:pt idx="8884">
                  <c:v>11.104</c:v>
                </c:pt>
                <c:pt idx="8885">
                  <c:v>11.1</c:v>
                </c:pt>
                <c:pt idx="8886">
                  <c:v>11.081</c:v>
                </c:pt>
                <c:pt idx="8887">
                  <c:v>11.074</c:v>
                </c:pt>
                <c:pt idx="8888">
                  <c:v>11.049</c:v>
                </c:pt>
                <c:pt idx="8889">
                  <c:v>11.045</c:v>
                </c:pt>
                <c:pt idx="8890">
                  <c:v>11.033</c:v>
                </c:pt>
                <c:pt idx="8891">
                  <c:v>11.027</c:v>
                </c:pt>
                <c:pt idx="8892">
                  <c:v>11.017</c:v>
                </c:pt>
                <c:pt idx="8893">
                  <c:v>11.014</c:v>
                </c:pt>
                <c:pt idx="8894">
                  <c:v>11.002</c:v>
                </c:pt>
                <c:pt idx="8895">
                  <c:v>10.997</c:v>
                </c:pt>
                <c:pt idx="8896">
                  <c:v>10.992</c:v>
                </c:pt>
                <c:pt idx="8897">
                  <c:v>10.965</c:v>
                </c:pt>
                <c:pt idx="8898">
                  <c:v>10.956</c:v>
                </c:pt>
                <c:pt idx="8899">
                  <c:v>10.954</c:v>
                </c:pt>
                <c:pt idx="8900">
                  <c:v>10.943</c:v>
                </c:pt>
                <c:pt idx="8901">
                  <c:v>10.914</c:v>
                </c:pt>
                <c:pt idx="8902">
                  <c:v>10.912</c:v>
                </c:pt>
                <c:pt idx="8903">
                  <c:v>10.897</c:v>
                </c:pt>
                <c:pt idx="8904">
                  <c:v>10.892</c:v>
                </c:pt>
                <c:pt idx="8905">
                  <c:v>10.874</c:v>
                </c:pt>
                <c:pt idx="8906">
                  <c:v>10.862</c:v>
                </c:pt>
                <c:pt idx="8907">
                  <c:v>10.843</c:v>
                </c:pt>
                <c:pt idx="8908">
                  <c:v>10.839</c:v>
                </c:pt>
                <c:pt idx="8909">
                  <c:v>10.802</c:v>
                </c:pt>
                <c:pt idx="8910">
                  <c:v>10.779</c:v>
                </c:pt>
                <c:pt idx="8911">
                  <c:v>10.775</c:v>
                </c:pt>
                <c:pt idx="8912">
                  <c:v>10.758</c:v>
                </c:pt>
                <c:pt idx="8913">
                  <c:v>10.758</c:v>
                </c:pt>
                <c:pt idx="8914">
                  <c:v>10.749</c:v>
                </c:pt>
                <c:pt idx="8915">
                  <c:v>10.741</c:v>
                </c:pt>
                <c:pt idx="8916">
                  <c:v>10.73</c:v>
                </c:pt>
                <c:pt idx="8917">
                  <c:v>10.711</c:v>
                </c:pt>
                <c:pt idx="8918">
                  <c:v>10.709</c:v>
                </c:pt>
                <c:pt idx="8919">
                  <c:v>10.694</c:v>
                </c:pt>
                <c:pt idx="8920">
                  <c:v>10.672</c:v>
                </c:pt>
                <c:pt idx="8921">
                  <c:v>10.669</c:v>
                </c:pt>
                <c:pt idx="8922">
                  <c:v>10.656</c:v>
                </c:pt>
                <c:pt idx="8923">
                  <c:v>10.6</c:v>
                </c:pt>
                <c:pt idx="8924">
                  <c:v>10.59</c:v>
                </c:pt>
                <c:pt idx="8925">
                  <c:v>10.582</c:v>
                </c:pt>
                <c:pt idx="8926">
                  <c:v>10.553</c:v>
                </c:pt>
                <c:pt idx="8927">
                  <c:v>10.547</c:v>
                </c:pt>
                <c:pt idx="8928">
                  <c:v>10.535</c:v>
                </c:pt>
                <c:pt idx="8929">
                  <c:v>10.531</c:v>
                </c:pt>
                <c:pt idx="8930">
                  <c:v>10.476</c:v>
                </c:pt>
                <c:pt idx="8931">
                  <c:v>10.469</c:v>
                </c:pt>
                <c:pt idx="8932">
                  <c:v>10.468</c:v>
                </c:pt>
                <c:pt idx="8933">
                  <c:v>10.46</c:v>
                </c:pt>
                <c:pt idx="8934">
                  <c:v>10.441</c:v>
                </c:pt>
                <c:pt idx="8935">
                  <c:v>10.42</c:v>
                </c:pt>
                <c:pt idx="8936">
                  <c:v>10.419</c:v>
                </c:pt>
                <c:pt idx="8937">
                  <c:v>10.403</c:v>
                </c:pt>
                <c:pt idx="8938">
                  <c:v>10.395</c:v>
                </c:pt>
                <c:pt idx="8939">
                  <c:v>10.358</c:v>
                </c:pt>
                <c:pt idx="8940">
                  <c:v>10.352</c:v>
                </c:pt>
                <c:pt idx="8941">
                  <c:v>10.352</c:v>
                </c:pt>
                <c:pt idx="8942">
                  <c:v>10.333</c:v>
                </c:pt>
                <c:pt idx="8943">
                  <c:v>10.307</c:v>
                </c:pt>
                <c:pt idx="8944">
                  <c:v>10.297</c:v>
                </c:pt>
                <c:pt idx="8945">
                  <c:v>10.287</c:v>
                </c:pt>
                <c:pt idx="8946">
                  <c:v>10.231</c:v>
                </c:pt>
                <c:pt idx="8947">
                  <c:v>10.229</c:v>
                </c:pt>
                <c:pt idx="8948">
                  <c:v>10.221</c:v>
                </c:pt>
                <c:pt idx="8949">
                  <c:v>10.217</c:v>
                </c:pt>
                <c:pt idx="8950">
                  <c:v>10.198</c:v>
                </c:pt>
                <c:pt idx="8951">
                  <c:v>10.197</c:v>
                </c:pt>
                <c:pt idx="8952">
                  <c:v>10.194</c:v>
                </c:pt>
                <c:pt idx="8953">
                  <c:v>10.194</c:v>
                </c:pt>
                <c:pt idx="8954">
                  <c:v>10.171</c:v>
                </c:pt>
                <c:pt idx="8955">
                  <c:v>10.148</c:v>
                </c:pt>
                <c:pt idx="8956">
                  <c:v>10.137</c:v>
                </c:pt>
                <c:pt idx="8957">
                  <c:v>10.122</c:v>
                </c:pt>
                <c:pt idx="8958">
                  <c:v>10.045</c:v>
                </c:pt>
                <c:pt idx="8959">
                  <c:v>10.036</c:v>
                </c:pt>
                <c:pt idx="8960">
                  <c:v>10.031</c:v>
                </c:pt>
                <c:pt idx="8961">
                  <c:v>10.024</c:v>
                </c:pt>
                <c:pt idx="8962">
                  <c:v>10.015</c:v>
                </c:pt>
                <c:pt idx="8963">
                  <c:v>10.009</c:v>
                </c:pt>
                <c:pt idx="8964">
                  <c:v>10.009</c:v>
                </c:pt>
                <c:pt idx="8965">
                  <c:v>9.994</c:v>
                </c:pt>
                <c:pt idx="8966">
                  <c:v>9.94</c:v>
                </c:pt>
                <c:pt idx="8967">
                  <c:v>9.921</c:v>
                </c:pt>
                <c:pt idx="8968">
                  <c:v>9.92</c:v>
                </c:pt>
                <c:pt idx="8969">
                  <c:v>9.911</c:v>
                </c:pt>
                <c:pt idx="8970">
                  <c:v>9.898</c:v>
                </c:pt>
                <c:pt idx="8971">
                  <c:v>9.889</c:v>
                </c:pt>
                <c:pt idx="8972">
                  <c:v>9.889</c:v>
                </c:pt>
                <c:pt idx="8973">
                  <c:v>9.888</c:v>
                </c:pt>
                <c:pt idx="8974">
                  <c:v>9.88</c:v>
                </c:pt>
                <c:pt idx="8975">
                  <c:v>9.867</c:v>
                </c:pt>
                <c:pt idx="8976">
                  <c:v>9.86</c:v>
                </c:pt>
                <c:pt idx="8977">
                  <c:v>9.851</c:v>
                </c:pt>
                <c:pt idx="8978">
                  <c:v>9.848</c:v>
                </c:pt>
                <c:pt idx="8979">
                  <c:v>9.832</c:v>
                </c:pt>
                <c:pt idx="8980">
                  <c:v>9.829</c:v>
                </c:pt>
                <c:pt idx="8981">
                  <c:v>9.811</c:v>
                </c:pt>
                <c:pt idx="8982">
                  <c:v>9.791</c:v>
                </c:pt>
                <c:pt idx="8983">
                  <c:v>9.775</c:v>
                </c:pt>
                <c:pt idx="8984">
                  <c:v>9.761</c:v>
                </c:pt>
                <c:pt idx="8985">
                  <c:v>9.753</c:v>
                </c:pt>
                <c:pt idx="8986">
                  <c:v>9.748</c:v>
                </c:pt>
                <c:pt idx="8987">
                  <c:v>9.739</c:v>
                </c:pt>
                <c:pt idx="8988">
                  <c:v>9.733</c:v>
                </c:pt>
                <c:pt idx="8989">
                  <c:v>9.723</c:v>
                </c:pt>
                <c:pt idx="8990">
                  <c:v>9.702</c:v>
                </c:pt>
                <c:pt idx="8991">
                  <c:v>9.669</c:v>
                </c:pt>
                <c:pt idx="8992">
                  <c:v>9.668</c:v>
                </c:pt>
                <c:pt idx="8993">
                  <c:v>9.664</c:v>
                </c:pt>
                <c:pt idx="8994">
                  <c:v>9.659</c:v>
                </c:pt>
                <c:pt idx="8995">
                  <c:v>9.646</c:v>
                </c:pt>
                <c:pt idx="8996">
                  <c:v>9.644</c:v>
                </c:pt>
                <c:pt idx="8997">
                  <c:v>9.641</c:v>
                </c:pt>
                <c:pt idx="8998">
                  <c:v>9.629</c:v>
                </c:pt>
                <c:pt idx="8999">
                  <c:v>9.626</c:v>
                </c:pt>
                <c:pt idx="9000">
                  <c:v>9.62</c:v>
                </c:pt>
                <c:pt idx="9001">
                  <c:v>9.608</c:v>
                </c:pt>
                <c:pt idx="9002">
                  <c:v>9.601</c:v>
                </c:pt>
                <c:pt idx="9003">
                  <c:v>9.599</c:v>
                </c:pt>
                <c:pt idx="9004">
                  <c:v>9.594</c:v>
                </c:pt>
                <c:pt idx="9005">
                  <c:v>9.564</c:v>
                </c:pt>
                <c:pt idx="9006">
                  <c:v>9.561</c:v>
                </c:pt>
                <c:pt idx="9007">
                  <c:v>9.558</c:v>
                </c:pt>
                <c:pt idx="9008">
                  <c:v>9.548</c:v>
                </c:pt>
                <c:pt idx="9009">
                  <c:v>9.489</c:v>
                </c:pt>
                <c:pt idx="9010">
                  <c:v>9.472</c:v>
                </c:pt>
                <c:pt idx="9011">
                  <c:v>9.441</c:v>
                </c:pt>
                <c:pt idx="9012">
                  <c:v>9.435</c:v>
                </c:pt>
                <c:pt idx="9013">
                  <c:v>9.434</c:v>
                </c:pt>
                <c:pt idx="9014">
                  <c:v>9.415</c:v>
                </c:pt>
                <c:pt idx="9015">
                  <c:v>9.414</c:v>
                </c:pt>
                <c:pt idx="9016">
                  <c:v>9.402</c:v>
                </c:pt>
                <c:pt idx="9017">
                  <c:v>9.345</c:v>
                </c:pt>
                <c:pt idx="9018">
                  <c:v>9.336</c:v>
                </c:pt>
                <c:pt idx="9019">
                  <c:v>9.334</c:v>
                </c:pt>
                <c:pt idx="9020">
                  <c:v>9.314</c:v>
                </c:pt>
                <c:pt idx="9021">
                  <c:v>9.307</c:v>
                </c:pt>
                <c:pt idx="9022">
                  <c:v>9.293</c:v>
                </c:pt>
                <c:pt idx="9023">
                  <c:v>9.293</c:v>
                </c:pt>
                <c:pt idx="9024">
                  <c:v>9.289</c:v>
                </c:pt>
                <c:pt idx="9025">
                  <c:v>9.288</c:v>
                </c:pt>
                <c:pt idx="9026">
                  <c:v>9.285</c:v>
                </c:pt>
                <c:pt idx="9027">
                  <c:v>9.243</c:v>
                </c:pt>
                <c:pt idx="9028">
                  <c:v>9.227</c:v>
                </c:pt>
                <c:pt idx="9029">
                  <c:v>9.172</c:v>
                </c:pt>
                <c:pt idx="9030">
                  <c:v>9.154</c:v>
                </c:pt>
                <c:pt idx="9031">
                  <c:v>9.151</c:v>
                </c:pt>
                <c:pt idx="9032">
                  <c:v>9.14</c:v>
                </c:pt>
                <c:pt idx="9033">
                  <c:v>9.129</c:v>
                </c:pt>
                <c:pt idx="9034">
                  <c:v>9.128</c:v>
                </c:pt>
                <c:pt idx="9035">
                  <c:v>9.091</c:v>
                </c:pt>
                <c:pt idx="9036">
                  <c:v>9.086</c:v>
                </c:pt>
                <c:pt idx="9037">
                  <c:v>9.073</c:v>
                </c:pt>
                <c:pt idx="9038">
                  <c:v>9.027</c:v>
                </c:pt>
                <c:pt idx="9039">
                  <c:v>9.026</c:v>
                </c:pt>
                <c:pt idx="9040">
                  <c:v>9.022</c:v>
                </c:pt>
                <c:pt idx="9041">
                  <c:v>8.972</c:v>
                </c:pt>
                <c:pt idx="9042">
                  <c:v>8.971</c:v>
                </c:pt>
                <c:pt idx="9043">
                  <c:v>8.965</c:v>
                </c:pt>
                <c:pt idx="9044">
                  <c:v>8.948</c:v>
                </c:pt>
                <c:pt idx="9045">
                  <c:v>8.939</c:v>
                </c:pt>
                <c:pt idx="9046">
                  <c:v>8.935</c:v>
                </c:pt>
                <c:pt idx="9047">
                  <c:v>8.9</c:v>
                </c:pt>
                <c:pt idx="9048">
                  <c:v>8.884</c:v>
                </c:pt>
                <c:pt idx="9049">
                  <c:v>8.862</c:v>
                </c:pt>
                <c:pt idx="9050">
                  <c:v>8.862</c:v>
                </c:pt>
                <c:pt idx="9051">
                  <c:v>8.852</c:v>
                </c:pt>
                <c:pt idx="9052">
                  <c:v>8.844</c:v>
                </c:pt>
                <c:pt idx="9053">
                  <c:v>8.837</c:v>
                </c:pt>
                <c:pt idx="9054">
                  <c:v>8.828</c:v>
                </c:pt>
                <c:pt idx="9055">
                  <c:v>8.824</c:v>
                </c:pt>
                <c:pt idx="9056">
                  <c:v>8.823</c:v>
                </c:pt>
                <c:pt idx="9057">
                  <c:v>8.817</c:v>
                </c:pt>
                <c:pt idx="9058">
                  <c:v>8.809</c:v>
                </c:pt>
                <c:pt idx="9059">
                  <c:v>8.794</c:v>
                </c:pt>
                <c:pt idx="9060">
                  <c:v>8.789</c:v>
                </c:pt>
                <c:pt idx="9061">
                  <c:v>8.785</c:v>
                </c:pt>
                <c:pt idx="9062">
                  <c:v>8.781</c:v>
                </c:pt>
                <c:pt idx="9063">
                  <c:v>8.767</c:v>
                </c:pt>
                <c:pt idx="9064">
                  <c:v>8.759</c:v>
                </c:pt>
                <c:pt idx="9065">
                  <c:v>8.754</c:v>
                </c:pt>
                <c:pt idx="9066">
                  <c:v>8.749</c:v>
                </c:pt>
                <c:pt idx="9067">
                  <c:v>8.735</c:v>
                </c:pt>
                <c:pt idx="9068">
                  <c:v>8.687</c:v>
                </c:pt>
                <c:pt idx="9069">
                  <c:v>8.677</c:v>
                </c:pt>
                <c:pt idx="9070">
                  <c:v>8.655</c:v>
                </c:pt>
                <c:pt idx="9071">
                  <c:v>8.654</c:v>
                </c:pt>
                <c:pt idx="9072">
                  <c:v>8.65</c:v>
                </c:pt>
                <c:pt idx="9073">
                  <c:v>8.646</c:v>
                </c:pt>
                <c:pt idx="9074">
                  <c:v>8.609</c:v>
                </c:pt>
                <c:pt idx="9075">
                  <c:v>8.588</c:v>
                </c:pt>
                <c:pt idx="9076">
                  <c:v>8.583</c:v>
                </c:pt>
                <c:pt idx="9077">
                  <c:v>8.54</c:v>
                </c:pt>
                <c:pt idx="9078">
                  <c:v>8.53</c:v>
                </c:pt>
                <c:pt idx="9079">
                  <c:v>8.524</c:v>
                </c:pt>
                <c:pt idx="9080">
                  <c:v>8.496</c:v>
                </c:pt>
                <c:pt idx="9081">
                  <c:v>8.47</c:v>
                </c:pt>
                <c:pt idx="9082">
                  <c:v>8.423</c:v>
                </c:pt>
                <c:pt idx="9083">
                  <c:v>8.417</c:v>
                </c:pt>
                <c:pt idx="9084">
                  <c:v>8.403</c:v>
                </c:pt>
                <c:pt idx="9085">
                  <c:v>8.349</c:v>
                </c:pt>
                <c:pt idx="9086">
                  <c:v>8.335</c:v>
                </c:pt>
                <c:pt idx="9087">
                  <c:v>8.323</c:v>
                </c:pt>
                <c:pt idx="9088">
                  <c:v>8.319</c:v>
                </c:pt>
                <c:pt idx="9089">
                  <c:v>8.319</c:v>
                </c:pt>
                <c:pt idx="9090">
                  <c:v>8.319</c:v>
                </c:pt>
                <c:pt idx="9091">
                  <c:v>8.312</c:v>
                </c:pt>
                <c:pt idx="9092">
                  <c:v>8.299</c:v>
                </c:pt>
                <c:pt idx="9093">
                  <c:v>8.298</c:v>
                </c:pt>
                <c:pt idx="9094">
                  <c:v>8.296</c:v>
                </c:pt>
                <c:pt idx="9095">
                  <c:v>8.294</c:v>
                </c:pt>
                <c:pt idx="9096">
                  <c:v>8.292</c:v>
                </c:pt>
                <c:pt idx="9097">
                  <c:v>8.278</c:v>
                </c:pt>
                <c:pt idx="9098">
                  <c:v>8.271</c:v>
                </c:pt>
                <c:pt idx="9099">
                  <c:v>8.267</c:v>
                </c:pt>
                <c:pt idx="9100">
                  <c:v>8.238</c:v>
                </c:pt>
                <c:pt idx="9101">
                  <c:v>8.216</c:v>
                </c:pt>
                <c:pt idx="9102">
                  <c:v>8.216</c:v>
                </c:pt>
                <c:pt idx="9103">
                  <c:v>8.215</c:v>
                </c:pt>
                <c:pt idx="9104">
                  <c:v>8.195</c:v>
                </c:pt>
                <c:pt idx="9105">
                  <c:v>8.191</c:v>
                </c:pt>
                <c:pt idx="9106">
                  <c:v>8.186</c:v>
                </c:pt>
                <c:pt idx="9107">
                  <c:v>8.158</c:v>
                </c:pt>
                <c:pt idx="9108">
                  <c:v>8.157</c:v>
                </c:pt>
                <c:pt idx="9109">
                  <c:v>8.146</c:v>
                </c:pt>
                <c:pt idx="9110">
                  <c:v>8.142</c:v>
                </c:pt>
                <c:pt idx="9111">
                  <c:v>8.137</c:v>
                </c:pt>
                <c:pt idx="9112">
                  <c:v>8.128</c:v>
                </c:pt>
                <c:pt idx="9113">
                  <c:v>8.089</c:v>
                </c:pt>
                <c:pt idx="9114">
                  <c:v>8.079</c:v>
                </c:pt>
                <c:pt idx="9115">
                  <c:v>8.057</c:v>
                </c:pt>
                <c:pt idx="9116">
                  <c:v>8.056</c:v>
                </c:pt>
                <c:pt idx="9117">
                  <c:v>8.03</c:v>
                </c:pt>
                <c:pt idx="9118">
                  <c:v>8.018</c:v>
                </c:pt>
                <c:pt idx="9119">
                  <c:v>7.992</c:v>
                </c:pt>
                <c:pt idx="9120">
                  <c:v>7.963</c:v>
                </c:pt>
                <c:pt idx="9121">
                  <c:v>7.934</c:v>
                </c:pt>
                <c:pt idx="9122">
                  <c:v>7.929</c:v>
                </c:pt>
                <c:pt idx="9123">
                  <c:v>7.915</c:v>
                </c:pt>
                <c:pt idx="9124">
                  <c:v>7.911</c:v>
                </c:pt>
                <c:pt idx="9125">
                  <c:v>7.907</c:v>
                </c:pt>
                <c:pt idx="9126">
                  <c:v>7.858</c:v>
                </c:pt>
                <c:pt idx="9127">
                  <c:v>7.843</c:v>
                </c:pt>
                <c:pt idx="9128">
                  <c:v>7.842</c:v>
                </c:pt>
                <c:pt idx="9129">
                  <c:v>7.84</c:v>
                </c:pt>
                <c:pt idx="9130">
                  <c:v>7.826</c:v>
                </c:pt>
                <c:pt idx="9131">
                  <c:v>7.822</c:v>
                </c:pt>
                <c:pt idx="9132">
                  <c:v>7.818</c:v>
                </c:pt>
                <c:pt idx="9133">
                  <c:v>7.807</c:v>
                </c:pt>
                <c:pt idx="9134">
                  <c:v>7.786</c:v>
                </c:pt>
                <c:pt idx="9135">
                  <c:v>7.779</c:v>
                </c:pt>
                <c:pt idx="9136">
                  <c:v>7.754</c:v>
                </c:pt>
                <c:pt idx="9137">
                  <c:v>7.726</c:v>
                </c:pt>
                <c:pt idx="9138">
                  <c:v>7.697</c:v>
                </c:pt>
                <c:pt idx="9139">
                  <c:v>7.68</c:v>
                </c:pt>
                <c:pt idx="9140">
                  <c:v>7.673</c:v>
                </c:pt>
                <c:pt idx="9141">
                  <c:v>7.666</c:v>
                </c:pt>
                <c:pt idx="9142">
                  <c:v>7.665</c:v>
                </c:pt>
                <c:pt idx="9143">
                  <c:v>7.665</c:v>
                </c:pt>
                <c:pt idx="9144">
                  <c:v>7.661</c:v>
                </c:pt>
                <c:pt idx="9145">
                  <c:v>7.639</c:v>
                </c:pt>
                <c:pt idx="9146">
                  <c:v>7.623</c:v>
                </c:pt>
                <c:pt idx="9147">
                  <c:v>7.621</c:v>
                </c:pt>
                <c:pt idx="9148">
                  <c:v>7.619</c:v>
                </c:pt>
                <c:pt idx="9149">
                  <c:v>7.616</c:v>
                </c:pt>
                <c:pt idx="9150">
                  <c:v>7.609</c:v>
                </c:pt>
                <c:pt idx="9151">
                  <c:v>7.609</c:v>
                </c:pt>
                <c:pt idx="9152">
                  <c:v>7.59</c:v>
                </c:pt>
                <c:pt idx="9153">
                  <c:v>7.586</c:v>
                </c:pt>
                <c:pt idx="9154">
                  <c:v>7.585</c:v>
                </c:pt>
                <c:pt idx="9155">
                  <c:v>7.585</c:v>
                </c:pt>
                <c:pt idx="9156">
                  <c:v>7.544</c:v>
                </c:pt>
                <c:pt idx="9157">
                  <c:v>7.54</c:v>
                </c:pt>
                <c:pt idx="9158">
                  <c:v>7.538</c:v>
                </c:pt>
                <c:pt idx="9159">
                  <c:v>7.529</c:v>
                </c:pt>
                <c:pt idx="9160">
                  <c:v>7.513</c:v>
                </c:pt>
                <c:pt idx="9161">
                  <c:v>7.509</c:v>
                </c:pt>
                <c:pt idx="9162">
                  <c:v>7.494</c:v>
                </c:pt>
                <c:pt idx="9163">
                  <c:v>7.483</c:v>
                </c:pt>
                <c:pt idx="9164">
                  <c:v>7.454</c:v>
                </c:pt>
                <c:pt idx="9165">
                  <c:v>7.425</c:v>
                </c:pt>
                <c:pt idx="9166">
                  <c:v>7.407</c:v>
                </c:pt>
                <c:pt idx="9167">
                  <c:v>7.404</c:v>
                </c:pt>
                <c:pt idx="9168">
                  <c:v>7.399</c:v>
                </c:pt>
                <c:pt idx="9169">
                  <c:v>7.396</c:v>
                </c:pt>
                <c:pt idx="9170">
                  <c:v>7.385</c:v>
                </c:pt>
                <c:pt idx="9171">
                  <c:v>7.375</c:v>
                </c:pt>
                <c:pt idx="9172">
                  <c:v>7.369</c:v>
                </c:pt>
                <c:pt idx="9173">
                  <c:v>7.367</c:v>
                </c:pt>
                <c:pt idx="9174">
                  <c:v>7.347</c:v>
                </c:pt>
                <c:pt idx="9175">
                  <c:v>7.316</c:v>
                </c:pt>
                <c:pt idx="9176">
                  <c:v>7.285</c:v>
                </c:pt>
                <c:pt idx="9177">
                  <c:v>7.283</c:v>
                </c:pt>
                <c:pt idx="9178">
                  <c:v>7.278</c:v>
                </c:pt>
                <c:pt idx="9179">
                  <c:v>7.274</c:v>
                </c:pt>
                <c:pt idx="9180">
                  <c:v>7.271</c:v>
                </c:pt>
                <c:pt idx="9181">
                  <c:v>7.257</c:v>
                </c:pt>
                <c:pt idx="9182">
                  <c:v>7.255</c:v>
                </c:pt>
                <c:pt idx="9183">
                  <c:v>7.223</c:v>
                </c:pt>
                <c:pt idx="9184">
                  <c:v>7.206</c:v>
                </c:pt>
                <c:pt idx="9185">
                  <c:v>7.2</c:v>
                </c:pt>
                <c:pt idx="9186">
                  <c:v>7.188</c:v>
                </c:pt>
                <c:pt idx="9187">
                  <c:v>7.185</c:v>
                </c:pt>
                <c:pt idx="9188">
                  <c:v>7.158</c:v>
                </c:pt>
                <c:pt idx="9189">
                  <c:v>7.152</c:v>
                </c:pt>
                <c:pt idx="9190">
                  <c:v>7.151</c:v>
                </c:pt>
                <c:pt idx="9191">
                  <c:v>7.144</c:v>
                </c:pt>
                <c:pt idx="9192">
                  <c:v>7.134</c:v>
                </c:pt>
                <c:pt idx="9193">
                  <c:v>7.121</c:v>
                </c:pt>
                <c:pt idx="9194">
                  <c:v>7.118</c:v>
                </c:pt>
                <c:pt idx="9195">
                  <c:v>7.105</c:v>
                </c:pt>
                <c:pt idx="9196">
                  <c:v>7.103</c:v>
                </c:pt>
                <c:pt idx="9197">
                  <c:v>7.074</c:v>
                </c:pt>
                <c:pt idx="9198">
                  <c:v>7.068</c:v>
                </c:pt>
                <c:pt idx="9199">
                  <c:v>7.067</c:v>
                </c:pt>
                <c:pt idx="9200">
                  <c:v>7.045</c:v>
                </c:pt>
                <c:pt idx="9201">
                  <c:v>7.044</c:v>
                </c:pt>
                <c:pt idx="9202">
                  <c:v>7.028</c:v>
                </c:pt>
                <c:pt idx="9203">
                  <c:v>7.021</c:v>
                </c:pt>
                <c:pt idx="9204">
                  <c:v>6.993</c:v>
                </c:pt>
                <c:pt idx="9205">
                  <c:v>6.992</c:v>
                </c:pt>
                <c:pt idx="9206">
                  <c:v>6.982</c:v>
                </c:pt>
                <c:pt idx="9207">
                  <c:v>6.979</c:v>
                </c:pt>
                <c:pt idx="9208">
                  <c:v>6.977</c:v>
                </c:pt>
                <c:pt idx="9209">
                  <c:v>6.974</c:v>
                </c:pt>
                <c:pt idx="9210">
                  <c:v>6.965</c:v>
                </c:pt>
                <c:pt idx="9211">
                  <c:v>6.962</c:v>
                </c:pt>
                <c:pt idx="9212">
                  <c:v>6.956</c:v>
                </c:pt>
                <c:pt idx="9213">
                  <c:v>6.951</c:v>
                </c:pt>
                <c:pt idx="9214">
                  <c:v>6.951</c:v>
                </c:pt>
                <c:pt idx="9215">
                  <c:v>6.945</c:v>
                </c:pt>
                <c:pt idx="9216">
                  <c:v>6.945</c:v>
                </c:pt>
                <c:pt idx="9217">
                  <c:v>6.931</c:v>
                </c:pt>
                <c:pt idx="9218">
                  <c:v>6.93</c:v>
                </c:pt>
                <c:pt idx="9219">
                  <c:v>6.913</c:v>
                </c:pt>
                <c:pt idx="9220">
                  <c:v>6.904</c:v>
                </c:pt>
                <c:pt idx="9221">
                  <c:v>6.895</c:v>
                </c:pt>
                <c:pt idx="9222">
                  <c:v>6.889</c:v>
                </c:pt>
                <c:pt idx="9223">
                  <c:v>6.889</c:v>
                </c:pt>
                <c:pt idx="9224">
                  <c:v>6.883</c:v>
                </c:pt>
                <c:pt idx="9225">
                  <c:v>6.882</c:v>
                </c:pt>
                <c:pt idx="9226">
                  <c:v>6.877</c:v>
                </c:pt>
                <c:pt idx="9227">
                  <c:v>6.864</c:v>
                </c:pt>
                <c:pt idx="9228">
                  <c:v>6.852</c:v>
                </c:pt>
                <c:pt idx="9229">
                  <c:v>6.845</c:v>
                </c:pt>
                <c:pt idx="9230">
                  <c:v>6.843</c:v>
                </c:pt>
                <c:pt idx="9231">
                  <c:v>6.826</c:v>
                </c:pt>
                <c:pt idx="9232">
                  <c:v>6.822</c:v>
                </c:pt>
                <c:pt idx="9233">
                  <c:v>6.813</c:v>
                </c:pt>
                <c:pt idx="9234">
                  <c:v>6.798</c:v>
                </c:pt>
                <c:pt idx="9235">
                  <c:v>6.782</c:v>
                </c:pt>
                <c:pt idx="9236">
                  <c:v>6.763</c:v>
                </c:pt>
                <c:pt idx="9237">
                  <c:v>6.756</c:v>
                </c:pt>
                <c:pt idx="9238">
                  <c:v>6.748</c:v>
                </c:pt>
                <c:pt idx="9239">
                  <c:v>6.738</c:v>
                </c:pt>
                <c:pt idx="9240">
                  <c:v>6.735</c:v>
                </c:pt>
                <c:pt idx="9241">
                  <c:v>6.713</c:v>
                </c:pt>
                <c:pt idx="9242">
                  <c:v>6.708</c:v>
                </c:pt>
                <c:pt idx="9243">
                  <c:v>6.686</c:v>
                </c:pt>
                <c:pt idx="9244">
                  <c:v>6.684</c:v>
                </c:pt>
                <c:pt idx="9245">
                  <c:v>6.674</c:v>
                </c:pt>
                <c:pt idx="9246">
                  <c:v>6.656</c:v>
                </c:pt>
                <c:pt idx="9247">
                  <c:v>6.641</c:v>
                </c:pt>
                <c:pt idx="9248">
                  <c:v>6.64</c:v>
                </c:pt>
                <c:pt idx="9249">
                  <c:v>6.621</c:v>
                </c:pt>
                <c:pt idx="9250">
                  <c:v>6.621</c:v>
                </c:pt>
                <c:pt idx="9251">
                  <c:v>6.613</c:v>
                </c:pt>
                <c:pt idx="9252">
                  <c:v>6.603</c:v>
                </c:pt>
                <c:pt idx="9253">
                  <c:v>6.581</c:v>
                </c:pt>
                <c:pt idx="9254">
                  <c:v>6.566</c:v>
                </c:pt>
                <c:pt idx="9255">
                  <c:v>6.56</c:v>
                </c:pt>
                <c:pt idx="9256">
                  <c:v>6.552</c:v>
                </c:pt>
                <c:pt idx="9257">
                  <c:v>6.526</c:v>
                </c:pt>
                <c:pt idx="9258">
                  <c:v>6.513</c:v>
                </c:pt>
                <c:pt idx="9259">
                  <c:v>6.512</c:v>
                </c:pt>
                <c:pt idx="9260">
                  <c:v>6.511</c:v>
                </c:pt>
                <c:pt idx="9261">
                  <c:v>6.487</c:v>
                </c:pt>
                <c:pt idx="9262">
                  <c:v>6.466</c:v>
                </c:pt>
                <c:pt idx="9263">
                  <c:v>6.455</c:v>
                </c:pt>
                <c:pt idx="9264">
                  <c:v>6.451</c:v>
                </c:pt>
                <c:pt idx="9265">
                  <c:v>6.449</c:v>
                </c:pt>
                <c:pt idx="9266">
                  <c:v>6.443</c:v>
                </c:pt>
                <c:pt idx="9267">
                  <c:v>6.416</c:v>
                </c:pt>
                <c:pt idx="9268">
                  <c:v>6.409</c:v>
                </c:pt>
                <c:pt idx="9269">
                  <c:v>6.398</c:v>
                </c:pt>
                <c:pt idx="9270">
                  <c:v>6.395</c:v>
                </c:pt>
                <c:pt idx="9271">
                  <c:v>6.391</c:v>
                </c:pt>
                <c:pt idx="9272">
                  <c:v>6.365</c:v>
                </c:pt>
                <c:pt idx="9273">
                  <c:v>6.357</c:v>
                </c:pt>
                <c:pt idx="9274">
                  <c:v>6.338</c:v>
                </c:pt>
                <c:pt idx="9275">
                  <c:v>6.336</c:v>
                </c:pt>
                <c:pt idx="9276">
                  <c:v>6.32</c:v>
                </c:pt>
                <c:pt idx="9277">
                  <c:v>6.318</c:v>
                </c:pt>
                <c:pt idx="9278">
                  <c:v>6.303</c:v>
                </c:pt>
                <c:pt idx="9279">
                  <c:v>6.293</c:v>
                </c:pt>
                <c:pt idx="9280">
                  <c:v>6.287</c:v>
                </c:pt>
                <c:pt idx="9281">
                  <c:v>6.285</c:v>
                </c:pt>
                <c:pt idx="9282">
                  <c:v>6.271</c:v>
                </c:pt>
                <c:pt idx="9283">
                  <c:v>6.263</c:v>
                </c:pt>
                <c:pt idx="9284">
                  <c:v>6.262</c:v>
                </c:pt>
                <c:pt idx="9285">
                  <c:v>6.251</c:v>
                </c:pt>
                <c:pt idx="9286">
                  <c:v>6.227</c:v>
                </c:pt>
                <c:pt idx="9287">
                  <c:v>6.206</c:v>
                </c:pt>
                <c:pt idx="9288">
                  <c:v>6.201</c:v>
                </c:pt>
                <c:pt idx="9289">
                  <c:v>6.198</c:v>
                </c:pt>
                <c:pt idx="9290">
                  <c:v>6.149</c:v>
                </c:pt>
                <c:pt idx="9291">
                  <c:v>6.144</c:v>
                </c:pt>
                <c:pt idx="9292">
                  <c:v>6.139</c:v>
                </c:pt>
                <c:pt idx="9293">
                  <c:v>6.121</c:v>
                </c:pt>
                <c:pt idx="9294">
                  <c:v>6.116</c:v>
                </c:pt>
                <c:pt idx="9295">
                  <c:v>6.097</c:v>
                </c:pt>
                <c:pt idx="9296">
                  <c:v>6.09</c:v>
                </c:pt>
                <c:pt idx="9297">
                  <c:v>6.085</c:v>
                </c:pt>
                <c:pt idx="9298">
                  <c:v>6.077</c:v>
                </c:pt>
                <c:pt idx="9299">
                  <c:v>6.074</c:v>
                </c:pt>
                <c:pt idx="9300">
                  <c:v>6.041</c:v>
                </c:pt>
                <c:pt idx="9301">
                  <c:v>6.04</c:v>
                </c:pt>
                <c:pt idx="9302">
                  <c:v>6.037</c:v>
                </c:pt>
                <c:pt idx="9303">
                  <c:v>6.034</c:v>
                </c:pt>
                <c:pt idx="9304">
                  <c:v>169.128</c:v>
                </c:pt>
                <c:pt idx="9305">
                  <c:v>161.851</c:v>
                </c:pt>
                <c:pt idx="9306">
                  <c:v>149.008</c:v>
                </c:pt>
                <c:pt idx="9307">
                  <c:v>148.343</c:v>
                </c:pt>
                <c:pt idx="9308">
                  <c:v>142.167</c:v>
                </c:pt>
                <c:pt idx="9309">
                  <c:v>113.466</c:v>
                </c:pt>
                <c:pt idx="9310">
                  <c:v>105.015</c:v>
                </c:pt>
                <c:pt idx="9311">
                  <c:v>102.771</c:v>
                </c:pt>
                <c:pt idx="9312">
                  <c:v>98.942</c:v>
                </c:pt>
                <c:pt idx="9313">
                  <c:v>89.57</c:v>
                </c:pt>
                <c:pt idx="9314">
                  <c:v>87.401</c:v>
                </c:pt>
                <c:pt idx="9315">
                  <c:v>84.069</c:v>
                </c:pt>
                <c:pt idx="9316">
                  <c:v>77.82</c:v>
                </c:pt>
                <c:pt idx="9317">
                  <c:v>76.274</c:v>
                </c:pt>
                <c:pt idx="9318">
                  <c:v>76.082</c:v>
                </c:pt>
                <c:pt idx="9319">
                  <c:v>75.214</c:v>
                </c:pt>
                <c:pt idx="9320">
                  <c:v>73.729</c:v>
                </c:pt>
                <c:pt idx="9321">
                  <c:v>67.293</c:v>
                </c:pt>
                <c:pt idx="9322">
                  <c:v>67.127</c:v>
                </c:pt>
                <c:pt idx="9323">
                  <c:v>66.005</c:v>
                </c:pt>
                <c:pt idx="9324">
                  <c:v>65.872</c:v>
                </c:pt>
                <c:pt idx="9325">
                  <c:v>64.853</c:v>
                </c:pt>
                <c:pt idx="9326">
                  <c:v>63.917</c:v>
                </c:pt>
                <c:pt idx="9327">
                  <c:v>61.446</c:v>
                </c:pt>
                <c:pt idx="9328">
                  <c:v>58.5</c:v>
                </c:pt>
                <c:pt idx="9329">
                  <c:v>56.236</c:v>
                </c:pt>
                <c:pt idx="9330">
                  <c:v>55.838</c:v>
                </c:pt>
                <c:pt idx="9331">
                  <c:v>55.104</c:v>
                </c:pt>
                <c:pt idx="9332">
                  <c:v>54.555</c:v>
                </c:pt>
                <c:pt idx="9333">
                  <c:v>54.192</c:v>
                </c:pt>
                <c:pt idx="9334">
                  <c:v>53.599</c:v>
                </c:pt>
                <c:pt idx="9335">
                  <c:v>53.18</c:v>
                </c:pt>
                <c:pt idx="9336">
                  <c:v>52.429</c:v>
                </c:pt>
                <c:pt idx="9337">
                  <c:v>51.4</c:v>
                </c:pt>
                <c:pt idx="9338">
                  <c:v>51.1</c:v>
                </c:pt>
                <c:pt idx="9339">
                  <c:v>51.098</c:v>
                </c:pt>
                <c:pt idx="9340">
                  <c:v>50.072</c:v>
                </c:pt>
                <c:pt idx="9341">
                  <c:v>48.915</c:v>
                </c:pt>
                <c:pt idx="9342">
                  <c:v>47.038</c:v>
                </c:pt>
                <c:pt idx="9343">
                  <c:v>46.333</c:v>
                </c:pt>
                <c:pt idx="9344">
                  <c:v>45.183</c:v>
                </c:pt>
                <c:pt idx="9345">
                  <c:v>44.667</c:v>
                </c:pt>
                <c:pt idx="9346">
                  <c:v>44.527</c:v>
                </c:pt>
                <c:pt idx="9347">
                  <c:v>44.271</c:v>
                </c:pt>
                <c:pt idx="9348">
                  <c:v>43.707</c:v>
                </c:pt>
                <c:pt idx="9349">
                  <c:v>43.319</c:v>
                </c:pt>
                <c:pt idx="9350">
                  <c:v>42.759</c:v>
                </c:pt>
                <c:pt idx="9351">
                  <c:v>42.582</c:v>
                </c:pt>
                <c:pt idx="9352">
                  <c:v>42.166</c:v>
                </c:pt>
                <c:pt idx="9353">
                  <c:v>41.643</c:v>
                </c:pt>
                <c:pt idx="9354">
                  <c:v>41.457</c:v>
                </c:pt>
                <c:pt idx="9355">
                  <c:v>40.649</c:v>
                </c:pt>
                <c:pt idx="9356">
                  <c:v>40.59</c:v>
                </c:pt>
                <c:pt idx="9357">
                  <c:v>40.22</c:v>
                </c:pt>
                <c:pt idx="9358">
                  <c:v>39.024</c:v>
                </c:pt>
                <c:pt idx="9359">
                  <c:v>38.926</c:v>
                </c:pt>
                <c:pt idx="9360">
                  <c:v>38.86</c:v>
                </c:pt>
                <c:pt idx="9361">
                  <c:v>38.701</c:v>
                </c:pt>
                <c:pt idx="9362">
                  <c:v>38.079</c:v>
                </c:pt>
                <c:pt idx="9363">
                  <c:v>37.519</c:v>
                </c:pt>
                <c:pt idx="9364">
                  <c:v>37.278</c:v>
                </c:pt>
                <c:pt idx="9365">
                  <c:v>36.57</c:v>
                </c:pt>
                <c:pt idx="9366">
                  <c:v>36.452</c:v>
                </c:pt>
                <c:pt idx="9367">
                  <c:v>36.312</c:v>
                </c:pt>
                <c:pt idx="9368">
                  <c:v>36.066</c:v>
                </c:pt>
                <c:pt idx="9369">
                  <c:v>35.215</c:v>
                </c:pt>
                <c:pt idx="9370">
                  <c:v>35.08</c:v>
                </c:pt>
                <c:pt idx="9371">
                  <c:v>34.634</c:v>
                </c:pt>
                <c:pt idx="9372">
                  <c:v>34.154</c:v>
                </c:pt>
                <c:pt idx="9373">
                  <c:v>33.921</c:v>
                </c:pt>
                <c:pt idx="9374">
                  <c:v>33.832</c:v>
                </c:pt>
                <c:pt idx="9375">
                  <c:v>33.744</c:v>
                </c:pt>
                <c:pt idx="9376">
                  <c:v>32.576</c:v>
                </c:pt>
                <c:pt idx="9377">
                  <c:v>32.125</c:v>
                </c:pt>
                <c:pt idx="9378">
                  <c:v>31.756</c:v>
                </c:pt>
                <c:pt idx="9379">
                  <c:v>31.649</c:v>
                </c:pt>
                <c:pt idx="9380">
                  <c:v>31.52</c:v>
                </c:pt>
                <c:pt idx="9381">
                  <c:v>31.516</c:v>
                </c:pt>
                <c:pt idx="9382">
                  <c:v>31.459</c:v>
                </c:pt>
                <c:pt idx="9383">
                  <c:v>31.371</c:v>
                </c:pt>
                <c:pt idx="9384">
                  <c:v>31.301</c:v>
                </c:pt>
                <c:pt idx="9385">
                  <c:v>31.246</c:v>
                </c:pt>
                <c:pt idx="9386">
                  <c:v>31.139</c:v>
                </c:pt>
                <c:pt idx="9387">
                  <c:v>30.281</c:v>
                </c:pt>
                <c:pt idx="9388">
                  <c:v>30.173</c:v>
                </c:pt>
                <c:pt idx="9389">
                  <c:v>29.885</c:v>
                </c:pt>
                <c:pt idx="9390">
                  <c:v>29.788</c:v>
                </c:pt>
                <c:pt idx="9391">
                  <c:v>29.657</c:v>
                </c:pt>
                <c:pt idx="9392">
                  <c:v>29.586</c:v>
                </c:pt>
                <c:pt idx="9393">
                  <c:v>29.581</c:v>
                </c:pt>
                <c:pt idx="9394">
                  <c:v>29.442</c:v>
                </c:pt>
                <c:pt idx="9395">
                  <c:v>29.292</c:v>
                </c:pt>
                <c:pt idx="9396">
                  <c:v>28.639</c:v>
                </c:pt>
                <c:pt idx="9397">
                  <c:v>28.617</c:v>
                </c:pt>
                <c:pt idx="9398">
                  <c:v>28.6</c:v>
                </c:pt>
                <c:pt idx="9399">
                  <c:v>27.874</c:v>
                </c:pt>
                <c:pt idx="9400">
                  <c:v>27.579</c:v>
                </c:pt>
                <c:pt idx="9401">
                  <c:v>27.489</c:v>
                </c:pt>
                <c:pt idx="9402">
                  <c:v>27.21</c:v>
                </c:pt>
                <c:pt idx="9403">
                  <c:v>27.042</c:v>
                </c:pt>
                <c:pt idx="9404">
                  <c:v>26.94</c:v>
                </c:pt>
                <c:pt idx="9405">
                  <c:v>26.723</c:v>
                </c:pt>
                <c:pt idx="9406">
                  <c:v>26.531</c:v>
                </c:pt>
                <c:pt idx="9407">
                  <c:v>26.503</c:v>
                </c:pt>
                <c:pt idx="9408">
                  <c:v>26.472</c:v>
                </c:pt>
                <c:pt idx="9409">
                  <c:v>26.277</c:v>
                </c:pt>
                <c:pt idx="9410">
                  <c:v>26.061</c:v>
                </c:pt>
                <c:pt idx="9411">
                  <c:v>26.045</c:v>
                </c:pt>
                <c:pt idx="9412">
                  <c:v>25.946</c:v>
                </c:pt>
                <c:pt idx="9413">
                  <c:v>25.74</c:v>
                </c:pt>
                <c:pt idx="9414">
                  <c:v>25.615</c:v>
                </c:pt>
                <c:pt idx="9415">
                  <c:v>25.461</c:v>
                </c:pt>
                <c:pt idx="9416">
                  <c:v>25.435</c:v>
                </c:pt>
                <c:pt idx="9417">
                  <c:v>25.333</c:v>
                </c:pt>
                <c:pt idx="9418">
                  <c:v>25.246</c:v>
                </c:pt>
                <c:pt idx="9419">
                  <c:v>25.237</c:v>
                </c:pt>
                <c:pt idx="9420">
                  <c:v>24.967</c:v>
                </c:pt>
                <c:pt idx="9421">
                  <c:v>24.731</c:v>
                </c:pt>
                <c:pt idx="9422">
                  <c:v>24.706</c:v>
                </c:pt>
                <c:pt idx="9423">
                  <c:v>24.63</c:v>
                </c:pt>
                <c:pt idx="9424">
                  <c:v>24.585</c:v>
                </c:pt>
                <c:pt idx="9425">
                  <c:v>24.483</c:v>
                </c:pt>
                <c:pt idx="9426">
                  <c:v>24.362</c:v>
                </c:pt>
                <c:pt idx="9427">
                  <c:v>24.27</c:v>
                </c:pt>
                <c:pt idx="9428">
                  <c:v>24.158</c:v>
                </c:pt>
                <c:pt idx="9429">
                  <c:v>24.024</c:v>
                </c:pt>
                <c:pt idx="9430">
                  <c:v>23.941</c:v>
                </c:pt>
                <c:pt idx="9431">
                  <c:v>23.65</c:v>
                </c:pt>
                <c:pt idx="9432">
                  <c:v>23.547</c:v>
                </c:pt>
                <c:pt idx="9433">
                  <c:v>23.411</c:v>
                </c:pt>
                <c:pt idx="9434">
                  <c:v>23.162</c:v>
                </c:pt>
                <c:pt idx="9435">
                  <c:v>23.031</c:v>
                </c:pt>
                <c:pt idx="9436">
                  <c:v>22.987</c:v>
                </c:pt>
                <c:pt idx="9437">
                  <c:v>22.976</c:v>
                </c:pt>
                <c:pt idx="9438">
                  <c:v>22.871</c:v>
                </c:pt>
                <c:pt idx="9439">
                  <c:v>22.844</c:v>
                </c:pt>
                <c:pt idx="9440">
                  <c:v>22.805</c:v>
                </c:pt>
                <c:pt idx="9441">
                  <c:v>22.717</c:v>
                </c:pt>
                <c:pt idx="9442">
                  <c:v>22.583</c:v>
                </c:pt>
                <c:pt idx="9443">
                  <c:v>22.531</c:v>
                </c:pt>
                <c:pt idx="9444">
                  <c:v>22.274</c:v>
                </c:pt>
                <c:pt idx="9445">
                  <c:v>22.214</c:v>
                </c:pt>
                <c:pt idx="9446">
                  <c:v>22.102</c:v>
                </c:pt>
                <c:pt idx="9447">
                  <c:v>21.967</c:v>
                </c:pt>
                <c:pt idx="9448">
                  <c:v>21.87</c:v>
                </c:pt>
                <c:pt idx="9449">
                  <c:v>21.865</c:v>
                </c:pt>
                <c:pt idx="9450">
                  <c:v>21.825</c:v>
                </c:pt>
                <c:pt idx="9451">
                  <c:v>21.692</c:v>
                </c:pt>
                <c:pt idx="9452">
                  <c:v>21.664</c:v>
                </c:pt>
                <c:pt idx="9453">
                  <c:v>21.49</c:v>
                </c:pt>
                <c:pt idx="9454">
                  <c:v>21.488</c:v>
                </c:pt>
                <c:pt idx="9455">
                  <c:v>21.326</c:v>
                </c:pt>
                <c:pt idx="9456">
                  <c:v>21.299</c:v>
                </c:pt>
                <c:pt idx="9457">
                  <c:v>21.286</c:v>
                </c:pt>
                <c:pt idx="9458">
                  <c:v>21.259</c:v>
                </c:pt>
                <c:pt idx="9459">
                  <c:v>20.96</c:v>
                </c:pt>
                <c:pt idx="9460">
                  <c:v>20.905</c:v>
                </c:pt>
                <c:pt idx="9461">
                  <c:v>20.798</c:v>
                </c:pt>
                <c:pt idx="9462">
                  <c:v>20.738</c:v>
                </c:pt>
                <c:pt idx="9463">
                  <c:v>20.632</c:v>
                </c:pt>
                <c:pt idx="9464">
                  <c:v>20.608</c:v>
                </c:pt>
                <c:pt idx="9465">
                  <c:v>20.57</c:v>
                </c:pt>
                <c:pt idx="9466">
                  <c:v>20.443</c:v>
                </c:pt>
                <c:pt idx="9467">
                  <c:v>20.437</c:v>
                </c:pt>
                <c:pt idx="9468">
                  <c:v>20.38</c:v>
                </c:pt>
                <c:pt idx="9469">
                  <c:v>20.266</c:v>
                </c:pt>
                <c:pt idx="9470">
                  <c:v>20.159</c:v>
                </c:pt>
                <c:pt idx="9471">
                  <c:v>20.148</c:v>
                </c:pt>
                <c:pt idx="9472">
                  <c:v>19.984</c:v>
                </c:pt>
                <c:pt idx="9473">
                  <c:v>19.898</c:v>
                </c:pt>
                <c:pt idx="9474">
                  <c:v>19.779</c:v>
                </c:pt>
                <c:pt idx="9475">
                  <c:v>19.752</c:v>
                </c:pt>
                <c:pt idx="9476">
                  <c:v>19.676</c:v>
                </c:pt>
                <c:pt idx="9477">
                  <c:v>19.664</c:v>
                </c:pt>
                <c:pt idx="9478">
                  <c:v>19.472</c:v>
                </c:pt>
                <c:pt idx="9479">
                  <c:v>19.266</c:v>
                </c:pt>
                <c:pt idx="9480">
                  <c:v>19.168</c:v>
                </c:pt>
                <c:pt idx="9481">
                  <c:v>19.159</c:v>
                </c:pt>
                <c:pt idx="9482">
                  <c:v>19.141</c:v>
                </c:pt>
                <c:pt idx="9483">
                  <c:v>19.107</c:v>
                </c:pt>
                <c:pt idx="9484">
                  <c:v>19.104</c:v>
                </c:pt>
                <c:pt idx="9485">
                  <c:v>19.035</c:v>
                </c:pt>
                <c:pt idx="9486">
                  <c:v>19.027</c:v>
                </c:pt>
                <c:pt idx="9487">
                  <c:v>18.938</c:v>
                </c:pt>
                <c:pt idx="9488">
                  <c:v>18.927</c:v>
                </c:pt>
                <c:pt idx="9489">
                  <c:v>18.919</c:v>
                </c:pt>
                <c:pt idx="9490">
                  <c:v>18.832</c:v>
                </c:pt>
                <c:pt idx="9491">
                  <c:v>18.787</c:v>
                </c:pt>
                <c:pt idx="9492">
                  <c:v>18.766</c:v>
                </c:pt>
                <c:pt idx="9493">
                  <c:v>18.736</c:v>
                </c:pt>
                <c:pt idx="9494">
                  <c:v>18.666</c:v>
                </c:pt>
                <c:pt idx="9495">
                  <c:v>18.527</c:v>
                </c:pt>
                <c:pt idx="9496">
                  <c:v>18.516</c:v>
                </c:pt>
                <c:pt idx="9497">
                  <c:v>18.483</c:v>
                </c:pt>
                <c:pt idx="9498">
                  <c:v>18.387</c:v>
                </c:pt>
                <c:pt idx="9499">
                  <c:v>18.383</c:v>
                </c:pt>
                <c:pt idx="9500">
                  <c:v>18.381</c:v>
                </c:pt>
                <c:pt idx="9501">
                  <c:v>18.33</c:v>
                </c:pt>
                <c:pt idx="9502">
                  <c:v>18.322</c:v>
                </c:pt>
                <c:pt idx="9503">
                  <c:v>18.308</c:v>
                </c:pt>
                <c:pt idx="9504">
                  <c:v>18.278</c:v>
                </c:pt>
                <c:pt idx="9505">
                  <c:v>18.274</c:v>
                </c:pt>
                <c:pt idx="9506">
                  <c:v>18.272</c:v>
                </c:pt>
                <c:pt idx="9507">
                  <c:v>18.213</c:v>
                </c:pt>
                <c:pt idx="9508">
                  <c:v>18.167</c:v>
                </c:pt>
                <c:pt idx="9509">
                  <c:v>18.131</c:v>
                </c:pt>
                <c:pt idx="9510">
                  <c:v>18.106</c:v>
                </c:pt>
                <c:pt idx="9511">
                  <c:v>18.031</c:v>
                </c:pt>
                <c:pt idx="9512">
                  <c:v>17.936</c:v>
                </c:pt>
                <c:pt idx="9513">
                  <c:v>17.909</c:v>
                </c:pt>
                <c:pt idx="9514">
                  <c:v>17.825</c:v>
                </c:pt>
                <c:pt idx="9515">
                  <c:v>17.779</c:v>
                </c:pt>
                <c:pt idx="9516">
                  <c:v>17.743</c:v>
                </c:pt>
                <c:pt idx="9517">
                  <c:v>17.735</c:v>
                </c:pt>
                <c:pt idx="9518">
                  <c:v>17.723</c:v>
                </c:pt>
                <c:pt idx="9519">
                  <c:v>17.646</c:v>
                </c:pt>
                <c:pt idx="9520">
                  <c:v>17.6</c:v>
                </c:pt>
                <c:pt idx="9521">
                  <c:v>17.573</c:v>
                </c:pt>
                <c:pt idx="9522">
                  <c:v>17.522</c:v>
                </c:pt>
                <c:pt idx="9523">
                  <c:v>17.498</c:v>
                </c:pt>
                <c:pt idx="9524">
                  <c:v>17.411</c:v>
                </c:pt>
                <c:pt idx="9525">
                  <c:v>17.351</c:v>
                </c:pt>
                <c:pt idx="9526">
                  <c:v>17.322</c:v>
                </c:pt>
                <c:pt idx="9527">
                  <c:v>17.185</c:v>
                </c:pt>
                <c:pt idx="9528">
                  <c:v>17.057</c:v>
                </c:pt>
                <c:pt idx="9529">
                  <c:v>17.04</c:v>
                </c:pt>
                <c:pt idx="9530">
                  <c:v>16.998</c:v>
                </c:pt>
                <c:pt idx="9531">
                  <c:v>16.985</c:v>
                </c:pt>
                <c:pt idx="9532">
                  <c:v>16.933</c:v>
                </c:pt>
                <c:pt idx="9533">
                  <c:v>16.932</c:v>
                </c:pt>
                <c:pt idx="9534">
                  <c:v>16.931</c:v>
                </c:pt>
                <c:pt idx="9535">
                  <c:v>16.902</c:v>
                </c:pt>
                <c:pt idx="9536">
                  <c:v>16.841</c:v>
                </c:pt>
                <c:pt idx="9537">
                  <c:v>16.825</c:v>
                </c:pt>
                <c:pt idx="9538">
                  <c:v>16.81</c:v>
                </c:pt>
                <c:pt idx="9539">
                  <c:v>16.807</c:v>
                </c:pt>
                <c:pt idx="9540">
                  <c:v>16.771</c:v>
                </c:pt>
                <c:pt idx="9541">
                  <c:v>16.748</c:v>
                </c:pt>
                <c:pt idx="9542">
                  <c:v>16.707</c:v>
                </c:pt>
                <c:pt idx="9543">
                  <c:v>16.702</c:v>
                </c:pt>
                <c:pt idx="9544">
                  <c:v>16.609</c:v>
                </c:pt>
                <c:pt idx="9545">
                  <c:v>16.556</c:v>
                </c:pt>
                <c:pt idx="9546">
                  <c:v>16.555</c:v>
                </c:pt>
                <c:pt idx="9547">
                  <c:v>16.553</c:v>
                </c:pt>
                <c:pt idx="9548">
                  <c:v>16.503</c:v>
                </c:pt>
                <c:pt idx="9549">
                  <c:v>16.35</c:v>
                </c:pt>
                <c:pt idx="9550">
                  <c:v>16.336</c:v>
                </c:pt>
                <c:pt idx="9551">
                  <c:v>16.293</c:v>
                </c:pt>
                <c:pt idx="9552">
                  <c:v>16.292</c:v>
                </c:pt>
                <c:pt idx="9553">
                  <c:v>16.29</c:v>
                </c:pt>
                <c:pt idx="9554">
                  <c:v>16.28</c:v>
                </c:pt>
                <c:pt idx="9555">
                  <c:v>16.241</c:v>
                </c:pt>
                <c:pt idx="9556">
                  <c:v>16.238</c:v>
                </c:pt>
                <c:pt idx="9557">
                  <c:v>16.217</c:v>
                </c:pt>
                <c:pt idx="9558">
                  <c:v>16.199</c:v>
                </c:pt>
                <c:pt idx="9559">
                  <c:v>16.183</c:v>
                </c:pt>
                <c:pt idx="9560">
                  <c:v>16.071</c:v>
                </c:pt>
                <c:pt idx="9561">
                  <c:v>16.038</c:v>
                </c:pt>
                <c:pt idx="9562">
                  <c:v>15.982</c:v>
                </c:pt>
                <c:pt idx="9563">
                  <c:v>15.98</c:v>
                </c:pt>
                <c:pt idx="9564">
                  <c:v>15.947</c:v>
                </c:pt>
                <c:pt idx="9565">
                  <c:v>15.898</c:v>
                </c:pt>
                <c:pt idx="9566">
                  <c:v>15.898</c:v>
                </c:pt>
                <c:pt idx="9567">
                  <c:v>15.895</c:v>
                </c:pt>
                <c:pt idx="9568">
                  <c:v>15.873</c:v>
                </c:pt>
                <c:pt idx="9569">
                  <c:v>15.872</c:v>
                </c:pt>
                <c:pt idx="9570">
                  <c:v>15.732</c:v>
                </c:pt>
                <c:pt idx="9571">
                  <c:v>15.713</c:v>
                </c:pt>
                <c:pt idx="9572">
                  <c:v>15.579</c:v>
                </c:pt>
                <c:pt idx="9573">
                  <c:v>15.569</c:v>
                </c:pt>
                <c:pt idx="9574">
                  <c:v>15.547</c:v>
                </c:pt>
                <c:pt idx="9575">
                  <c:v>15.513</c:v>
                </c:pt>
                <c:pt idx="9576">
                  <c:v>15.46</c:v>
                </c:pt>
                <c:pt idx="9577">
                  <c:v>15.423</c:v>
                </c:pt>
                <c:pt idx="9578">
                  <c:v>15.417</c:v>
                </c:pt>
                <c:pt idx="9579">
                  <c:v>15.398</c:v>
                </c:pt>
                <c:pt idx="9580">
                  <c:v>15.393</c:v>
                </c:pt>
                <c:pt idx="9581">
                  <c:v>15.351</c:v>
                </c:pt>
                <c:pt idx="9582">
                  <c:v>15.334</c:v>
                </c:pt>
                <c:pt idx="9583">
                  <c:v>15.312</c:v>
                </c:pt>
                <c:pt idx="9584">
                  <c:v>15.278</c:v>
                </c:pt>
                <c:pt idx="9585">
                  <c:v>15.256</c:v>
                </c:pt>
                <c:pt idx="9586">
                  <c:v>15.251</c:v>
                </c:pt>
                <c:pt idx="9587">
                  <c:v>15.179</c:v>
                </c:pt>
                <c:pt idx="9588">
                  <c:v>15.133</c:v>
                </c:pt>
                <c:pt idx="9589">
                  <c:v>14.994</c:v>
                </c:pt>
                <c:pt idx="9590">
                  <c:v>14.985</c:v>
                </c:pt>
                <c:pt idx="9591">
                  <c:v>14.98</c:v>
                </c:pt>
                <c:pt idx="9592">
                  <c:v>14.956</c:v>
                </c:pt>
                <c:pt idx="9593">
                  <c:v>14.908</c:v>
                </c:pt>
                <c:pt idx="9594">
                  <c:v>14.897</c:v>
                </c:pt>
                <c:pt idx="9595">
                  <c:v>14.78</c:v>
                </c:pt>
                <c:pt idx="9596">
                  <c:v>14.763</c:v>
                </c:pt>
                <c:pt idx="9597">
                  <c:v>14.745</c:v>
                </c:pt>
                <c:pt idx="9598">
                  <c:v>14.736</c:v>
                </c:pt>
                <c:pt idx="9599">
                  <c:v>14.69</c:v>
                </c:pt>
                <c:pt idx="9600">
                  <c:v>14.66</c:v>
                </c:pt>
                <c:pt idx="9601">
                  <c:v>14.572</c:v>
                </c:pt>
                <c:pt idx="9602">
                  <c:v>14.548</c:v>
                </c:pt>
                <c:pt idx="9603">
                  <c:v>14.507</c:v>
                </c:pt>
                <c:pt idx="9604">
                  <c:v>14.504</c:v>
                </c:pt>
                <c:pt idx="9605">
                  <c:v>14.502</c:v>
                </c:pt>
                <c:pt idx="9606">
                  <c:v>14.467</c:v>
                </c:pt>
                <c:pt idx="9607">
                  <c:v>14.419</c:v>
                </c:pt>
                <c:pt idx="9608">
                  <c:v>14.405</c:v>
                </c:pt>
                <c:pt idx="9609">
                  <c:v>14.356</c:v>
                </c:pt>
                <c:pt idx="9610">
                  <c:v>14.328</c:v>
                </c:pt>
                <c:pt idx="9611">
                  <c:v>14.309</c:v>
                </c:pt>
                <c:pt idx="9612">
                  <c:v>14.301</c:v>
                </c:pt>
                <c:pt idx="9613">
                  <c:v>14.29</c:v>
                </c:pt>
                <c:pt idx="9614">
                  <c:v>14.289</c:v>
                </c:pt>
                <c:pt idx="9615">
                  <c:v>14.279</c:v>
                </c:pt>
                <c:pt idx="9616">
                  <c:v>14.249</c:v>
                </c:pt>
                <c:pt idx="9617">
                  <c:v>14.244</c:v>
                </c:pt>
                <c:pt idx="9618">
                  <c:v>14.21</c:v>
                </c:pt>
                <c:pt idx="9619">
                  <c:v>14.199</c:v>
                </c:pt>
                <c:pt idx="9620">
                  <c:v>14.19</c:v>
                </c:pt>
                <c:pt idx="9621">
                  <c:v>14.145</c:v>
                </c:pt>
                <c:pt idx="9622">
                  <c:v>14.139</c:v>
                </c:pt>
                <c:pt idx="9623">
                  <c:v>14.125</c:v>
                </c:pt>
                <c:pt idx="9624">
                  <c:v>14.09</c:v>
                </c:pt>
                <c:pt idx="9625">
                  <c:v>14.09</c:v>
                </c:pt>
                <c:pt idx="9626">
                  <c:v>14.079</c:v>
                </c:pt>
                <c:pt idx="9627">
                  <c:v>14.035</c:v>
                </c:pt>
                <c:pt idx="9628">
                  <c:v>14.004</c:v>
                </c:pt>
                <c:pt idx="9629">
                  <c:v>13.995</c:v>
                </c:pt>
                <c:pt idx="9630">
                  <c:v>13.954</c:v>
                </c:pt>
                <c:pt idx="9631">
                  <c:v>13.884</c:v>
                </c:pt>
                <c:pt idx="9632">
                  <c:v>13.844</c:v>
                </c:pt>
                <c:pt idx="9633">
                  <c:v>13.842</c:v>
                </c:pt>
                <c:pt idx="9634">
                  <c:v>13.836</c:v>
                </c:pt>
                <c:pt idx="9635">
                  <c:v>13.823</c:v>
                </c:pt>
                <c:pt idx="9636">
                  <c:v>13.822</c:v>
                </c:pt>
                <c:pt idx="9637">
                  <c:v>13.817</c:v>
                </c:pt>
                <c:pt idx="9638">
                  <c:v>13.801</c:v>
                </c:pt>
                <c:pt idx="9639">
                  <c:v>13.792</c:v>
                </c:pt>
                <c:pt idx="9640">
                  <c:v>13.766</c:v>
                </c:pt>
                <c:pt idx="9641">
                  <c:v>13.74</c:v>
                </c:pt>
                <c:pt idx="9642">
                  <c:v>13.702</c:v>
                </c:pt>
                <c:pt idx="9643">
                  <c:v>13.691</c:v>
                </c:pt>
                <c:pt idx="9644">
                  <c:v>13.657</c:v>
                </c:pt>
                <c:pt idx="9645">
                  <c:v>13.656</c:v>
                </c:pt>
                <c:pt idx="9646">
                  <c:v>13.622</c:v>
                </c:pt>
                <c:pt idx="9647">
                  <c:v>13.532</c:v>
                </c:pt>
                <c:pt idx="9648">
                  <c:v>13.515</c:v>
                </c:pt>
                <c:pt idx="9649">
                  <c:v>13.492</c:v>
                </c:pt>
                <c:pt idx="9650">
                  <c:v>13.453</c:v>
                </c:pt>
                <c:pt idx="9651">
                  <c:v>13.417</c:v>
                </c:pt>
                <c:pt idx="9652">
                  <c:v>13.383</c:v>
                </c:pt>
                <c:pt idx="9653">
                  <c:v>13.365</c:v>
                </c:pt>
                <c:pt idx="9654">
                  <c:v>13.361</c:v>
                </c:pt>
                <c:pt idx="9655">
                  <c:v>13.355</c:v>
                </c:pt>
                <c:pt idx="9656">
                  <c:v>13.323</c:v>
                </c:pt>
                <c:pt idx="9657">
                  <c:v>13.293</c:v>
                </c:pt>
                <c:pt idx="9658">
                  <c:v>13.211</c:v>
                </c:pt>
                <c:pt idx="9659">
                  <c:v>13.17</c:v>
                </c:pt>
                <c:pt idx="9660">
                  <c:v>13.146</c:v>
                </c:pt>
                <c:pt idx="9661">
                  <c:v>13.137</c:v>
                </c:pt>
                <c:pt idx="9662">
                  <c:v>13.083</c:v>
                </c:pt>
                <c:pt idx="9663">
                  <c:v>13.061</c:v>
                </c:pt>
                <c:pt idx="9664">
                  <c:v>13.042</c:v>
                </c:pt>
                <c:pt idx="9665">
                  <c:v>13.039</c:v>
                </c:pt>
                <c:pt idx="9666">
                  <c:v>12.97</c:v>
                </c:pt>
                <c:pt idx="9667">
                  <c:v>12.953</c:v>
                </c:pt>
                <c:pt idx="9668">
                  <c:v>12.944</c:v>
                </c:pt>
                <c:pt idx="9669">
                  <c:v>12.933</c:v>
                </c:pt>
                <c:pt idx="9670">
                  <c:v>12.914</c:v>
                </c:pt>
                <c:pt idx="9671">
                  <c:v>12.903</c:v>
                </c:pt>
                <c:pt idx="9672">
                  <c:v>12.867</c:v>
                </c:pt>
                <c:pt idx="9673">
                  <c:v>12.862</c:v>
                </c:pt>
                <c:pt idx="9674">
                  <c:v>12.816</c:v>
                </c:pt>
                <c:pt idx="9675">
                  <c:v>12.793</c:v>
                </c:pt>
                <c:pt idx="9676">
                  <c:v>12.788</c:v>
                </c:pt>
                <c:pt idx="9677">
                  <c:v>12.777</c:v>
                </c:pt>
                <c:pt idx="9678">
                  <c:v>12.761</c:v>
                </c:pt>
                <c:pt idx="9679">
                  <c:v>12.74</c:v>
                </c:pt>
                <c:pt idx="9680">
                  <c:v>12.721</c:v>
                </c:pt>
                <c:pt idx="9681">
                  <c:v>12.7</c:v>
                </c:pt>
                <c:pt idx="9682">
                  <c:v>12.677</c:v>
                </c:pt>
                <c:pt idx="9683">
                  <c:v>12.656</c:v>
                </c:pt>
                <c:pt idx="9684">
                  <c:v>12.656</c:v>
                </c:pt>
                <c:pt idx="9685">
                  <c:v>12.656</c:v>
                </c:pt>
                <c:pt idx="9686">
                  <c:v>12.626</c:v>
                </c:pt>
                <c:pt idx="9687">
                  <c:v>12.614</c:v>
                </c:pt>
                <c:pt idx="9688">
                  <c:v>12.581</c:v>
                </c:pt>
                <c:pt idx="9689">
                  <c:v>12.52</c:v>
                </c:pt>
                <c:pt idx="9690">
                  <c:v>12.505</c:v>
                </c:pt>
                <c:pt idx="9691">
                  <c:v>12.47</c:v>
                </c:pt>
                <c:pt idx="9692">
                  <c:v>12.466</c:v>
                </c:pt>
                <c:pt idx="9693">
                  <c:v>12.457</c:v>
                </c:pt>
                <c:pt idx="9694">
                  <c:v>12.417</c:v>
                </c:pt>
                <c:pt idx="9695">
                  <c:v>12.392</c:v>
                </c:pt>
                <c:pt idx="9696">
                  <c:v>12.392</c:v>
                </c:pt>
                <c:pt idx="9697">
                  <c:v>12.389</c:v>
                </c:pt>
                <c:pt idx="9698">
                  <c:v>12.372</c:v>
                </c:pt>
                <c:pt idx="9699">
                  <c:v>12.37</c:v>
                </c:pt>
                <c:pt idx="9700">
                  <c:v>12.263</c:v>
                </c:pt>
                <c:pt idx="9701">
                  <c:v>12.177</c:v>
                </c:pt>
                <c:pt idx="9702">
                  <c:v>12.173</c:v>
                </c:pt>
                <c:pt idx="9703">
                  <c:v>12.119</c:v>
                </c:pt>
                <c:pt idx="9704">
                  <c:v>12.107</c:v>
                </c:pt>
                <c:pt idx="9705">
                  <c:v>12.088</c:v>
                </c:pt>
                <c:pt idx="9706">
                  <c:v>12.075</c:v>
                </c:pt>
                <c:pt idx="9707">
                  <c:v>12.044</c:v>
                </c:pt>
                <c:pt idx="9708">
                  <c:v>12.028</c:v>
                </c:pt>
                <c:pt idx="9709">
                  <c:v>12.014</c:v>
                </c:pt>
                <c:pt idx="9710">
                  <c:v>12.013</c:v>
                </c:pt>
                <c:pt idx="9711">
                  <c:v>12.012</c:v>
                </c:pt>
                <c:pt idx="9712">
                  <c:v>11.951</c:v>
                </c:pt>
                <c:pt idx="9713">
                  <c:v>11.925</c:v>
                </c:pt>
                <c:pt idx="9714">
                  <c:v>11.897</c:v>
                </c:pt>
                <c:pt idx="9715">
                  <c:v>11.886</c:v>
                </c:pt>
                <c:pt idx="9716">
                  <c:v>11.883</c:v>
                </c:pt>
                <c:pt idx="9717">
                  <c:v>11.846</c:v>
                </c:pt>
                <c:pt idx="9718">
                  <c:v>11.824</c:v>
                </c:pt>
                <c:pt idx="9719">
                  <c:v>11.801</c:v>
                </c:pt>
                <c:pt idx="9720">
                  <c:v>11.794</c:v>
                </c:pt>
                <c:pt idx="9721">
                  <c:v>11.79</c:v>
                </c:pt>
                <c:pt idx="9722">
                  <c:v>11.783</c:v>
                </c:pt>
                <c:pt idx="9723">
                  <c:v>11.757</c:v>
                </c:pt>
                <c:pt idx="9724">
                  <c:v>11.752</c:v>
                </c:pt>
                <c:pt idx="9725">
                  <c:v>11.706</c:v>
                </c:pt>
                <c:pt idx="9726">
                  <c:v>11.687</c:v>
                </c:pt>
                <c:pt idx="9727">
                  <c:v>11.661</c:v>
                </c:pt>
                <c:pt idx="9728">
                  <c:v>11.655</c:v>
                </c:pt>
                <c:pt idx="9729">
                  <c:v>11.652</c:v>
                </c:pt>
                <c:pt idx="9730">
                  <c:v>11.649</c:v>
                </c:pt>
                <c:pt idx="9731">
                  <c:v>11.617</c:v>
                </c:pt>
                <c:pt idx="9732">
                  <c:v>11.603</c:v>
                </c:pt>
                <c:pt idx="9733">
                  <c:v>11.568</c:v>
                </c:pt>
                <c:pt idx="9734">
                  <c:v>11.555</c:v>
                </c:pt>
                <c:pt idx="9735">
                  <c:v>11.552</c:v>
                </c:pt>
                <c:pt idx="9736">
                  <c:v>11.484</c:v>
                </c:pt>
                <c:pt idx="9737">
                  <c:v>11.458</c:v>
                </c:pt>
                <c:pt idx="9738">
                  <c:v>11.407</c:v>
                </c:pt>
                <c:pt idx="9739">
                  <c:v>11.406</c:v>
                </c:pt>
                <c:pt idx="9740">
                  <c:v>11.399</c:v>
                </c:pt>
                <c:pt idx="9741">
                  <c:v>11.373</c:v>
                </c:pt>
                <c:pt idx="9742">
                  <c:v>11.327</c:v>
                </c:pt>
                <c:pt idx="9743">
                  <c:v>11.284</c:v>
                </c:pt>
                <c:pt idx="9744">
                  <c:v>11.277</c:v>
                </c:pt>
                <c:pt idx="9745">
                  <c:v>11.26</c:v>
                </c:pt>
                <c:pt idx="9746">
                  <c:v>11.249</c:v>
                </c:pt>
                <c:pt idx="9747">
                  <c:v>11.244</c:v>
                </c:pt>
                <c:pt idx="9748">
                  <c:v>11.217</c:v>
                </c:pt>
                <c:pt idx="9749">
                  <c:v>11.207</c:v>
                </c:pt>
                <c:pt idx="9750">
                  <c:v>11.175</c:v>
                </c:pt>
                <c:pt idx="9751">
                  <c:v>11.153</c:v>
                </c:pt>
                <c:pt idx="9752">
                  <c:v>11.122</c:v>
                </c:pt>
                <c:pt idx="9753">
                  <c:v>11.103</c:v>
                </c:pt>
                <c:pt idx="9754">
                  <c:v>11.097</c:v>
                </c:pt>
                <c:pt idx="9755">
                  <c:v>11.097</c:v>
                </c:pt>
                <c:pt idx="9756">
                  <c:v>11.094</c:v>
                </c:pt>
                <c:pt idx="9757">
                  <c:v>11.045</c:v>
                </c:pt>
                <c:pt idx="9758">
                  <c:v>10.966</c:v>
                </c:pt>
                <c:pt idx="9759">
                  <c:v>10.962</c:v>
                </c:pt>
                <c:pt idx="9760">
                  <c:v>10.94</c:v>
                </c:pt>
                <c:pt idx="9761">
                  <c:v>10.922</c:v>
                </c:pt>
                <c:pt idx="9762">
                  <c:v>10.895</c:v>
                </c:pt>
                <c:pt idx="9763">
                  <c:v>10.893</c:v>
                </c:pt>
                <c:pt idx="9764">
                  <c:v>10.849</c:v>
                </c:pt>
                <c:pt idx="9765">
                  <c:v>10.845</c:v>
                </c:pt>
                <c:pt idx="9766">
                  <c:v>10.843</c:v>
                </c:pt>
                <c:pt idx="9767">
                  <c:v>10.841</c:v>
                </c:pt>
                <c:pt idx="9768">
                  <c:v>10.836</c:v>
                </c:pt>
                <c:pt idx="9769">
                  <c:v>10.834</c:v>
                </c:pt>
                <c:pt idx="9770">
                  <c:v>10.812</c:v>
                </c:pt>
                <c:pt idx="9771">
                  <c:v>10.807</c:v>
                </c:pt>
                <c:pt idx="9772">
                  <c:v>10.803</c:v>
                </c:pt>
                <c:pt idx="9773">
                  <c:v>10.782</c:v>
                </c:pt>
                <c:pt idx="9774">
                  <c:v>10.78</c:v>
                </c:pt>
                <c:pt idx="9775">
                  <c:v>10.751</c:v>
                </c:pt>
                <c:pt idx="9776">
                  <c:v>10.744</c:v>
                </c:pt>
                <c:pt idx="9777">
                  <c:v>10.727</c:v>
                </c:pt>
                <c:pt idx="9778">
                  <c:v>10.724</c:v>
                </c:pt>
                <c:pt idx="9779">
                  <c:v>10.669</c:v>
                </c:pt>
                <c:pt idx="9780">
                  <c:v>10.644</c:v>
                </c:pt>
                <c:pt idx="9781">
                  <c:v>10.63</c:v>
                </c:pt>
                <c:pt idx="9782">
                  <c:v>10.581</c:v>
                </c:pt>
                <c:pt idx="9783">
                  <c:v>10.566</c:v>
                </c:pt>
                <c:pt idx="9784">
                  <c:v>10.562</c:v>
                </c:pt>
                <c:pt idx="9785">
                  <c:v>10.551</c:v>
                </c:pt>
                <c:pt idx="9786">
                  <c:v>10.546</c:v>
                </c:pt>
                <c:pt idx="9787">
                  <c:v>10.545</c:v>
                </c:pt>
                <c:pt idx="9788">
                  <c:v>10.524</c:v>
                </c:pt>
                <c:pt idx="9789">
                  <c:v>10.486</c:v>
                </c:pt>
                <c:pt idx="9790">
                  <c:v>10.482</c:v>
                </c:pt>
                <c:pt idx="9791">
                  <c:v>10.467</c:v>
                </c:pt>
                <c:pt idx="9792">
                  <c:v>10.46</c:v>
                </c:pt>
                <c:pt idx="9793">
                  <c:v>10.437</c:v>
                </c:pt>
                <c:pt idx="9794">
                  <c:v>10.385</c:v>
                </c:pt>
                <c:pt idx="9795">
                  <c:v>10.38</c:v>
                </c:pt>
                <c:pt idx="9796">
                  <c:v>10.374</c:v>
                </c:pt>
                <c:pt idx="9797">
                  <c:v>10.36</c:v>
                </c:pt>
                <c:pt idx="9798">
                  <c:v>10.346</c:v>
                </c:pt>
                <c:pt idx="9799">
                  <c:v>10.298</c:v>
                </c:pt>
                <c:pt idx="9800">
                  <c:v>10.29</c:v>
                </c:pt>
                <c:pt idx="9801">
                  <c:v>10.29</c:v>
                </c:pt>
                <c:pt idx="9802">
                  <c:v>10.286</c:v>
                </c:pt>
                <c:pt idx="9803">
                  <c:v>10.283</c:v>
                </c:pt>
                <c:pt idx="9804">
                  <c:v>10.281</c:v>
                </c:pt>
                <c:pt idx="9805">
                  <c:v>10.275</c:v>
                </c:pt>
                <c:pt idx="9806">
                  <c:v>10.269</c:v>
                </c:pt>
                <c:pt idx="9807">
                  <c:v>10.246</c:v>
                </c:pt>
                <c:pt idx="9808">
                  <c:v>10.242</c:v>
                </c:pt>
                <c:pt idx="9809">
                  <c:v>10.211</c:v>
                </c:pt>
                <c:pt idx="9810">
                  <c:v>10.2</c:v>
                </c:pt>
                <c:pt idx="9811">
                  <c:v>10.184</c:v>
                </c:pt>
                <c:pt idx="9812">
                  <c:v>10.182</c:v>
                </c:pt>
                <c:pt idx="9813">
                  <c:v>10.169</c:v>
                </c:pt>
                <c:pt idx="9814">
                  <c:v>10.157</c:v>
                </c:pt>
                <c:pt idx="9815">
                  <c:v>10.151</c:v>
                </c:pt>
                <c:pt idx="9816">
                  <c:v>10.141</c:v>
                </c:pt>
                <c:pt idx="9817">
                  <c:v>10.135</c:v>
                </c:pt>
                <c:pt idx="9818">
                  <c:v>10.135</c:v>
                </c:pt>
                <c:pt idx="9819">
                  <c:v>10.129</c:v>
                </c:pt>
                <c:pt idx="9820">
                  <c:v>10.116</c:v>
                </c:pt>
                <c:pt idx="9821">
                  <c:v>10.091</c:v>
                </c:pt>
                <c:pt idx="9822">
                  <c:v>10.078</c:v>
                </c:pt>
                <c:pt idx="9823">
                  <c:v>10.06</c:v>
                </c:pt>
                <c:pt idx="9824">
                  <c:v>9.998</c:v>
                </c:pt>
                <c:pt idx="9825">
                  <c:v>9.989</c:v>
                </c:pt>
                <c:pt idx="9826">
                  <c:v>9.98</c:v>
                </c:pt>
                <c:pt idx="9827">
                  <c:v>9.974</c:v>
                </c:pt>
                <c:pt idx="9828">
                  <c:v>9.972</c:v>
                </c:pt>
                <c:pt idx="9829">
                  <c:v>9.972</c:v>
                </c:pt>
                <c:pt idx="9830">
                  <c:v>9.97</c:v>
                </c:pt>
                <c:pt idx="9831">
                  <c:v>9.965</c:v>
                </c:pt>
                <c:pt idx="9832">
                  <c:v>9.938</c:v>
                </c:pt>
                <c:pt idx="9833">
                  <c:v>9.932</c:v>
                </c:pt>
                <c:pt idx="9834">
                  <c:v>9.927</c:v>
                </c:pt>
                <c:pt idx="9835">
                  <c:v>9.925</c:v>
                </c:pt>
                <c:pt idx="9836">
                  <c:v>9.902</c:v>
                </c:pt>
                <c:pt idx="9837">
                  <c:v>9.898</c:v>
                </c:pt>
                <c:pt idx="9838">
                  <c:v>9.844</c:v>
                </c:pt>
                <c:pt idx="9839">
                  <c:v>9.825</c:v>
                </c:pt>
                <c:pt idx="9840">
                  <c:v>9.824</c:v>
                </c:pt>
                <c:pt idx="9841">
                  <c:v>9.801</c:v>
                </c:pt>
                <c:pt idx="9842">
                  <c:v>9.768</c:v>
                </c:pt>
                <c:pt idx="9843">
                  <c:v>9.766</c:v>
                </c:pt>
                <c:pt idx="9844">
                  <c:v>9.764</c:v>
                </c:pt>
                <c:pt idx="9845">
                  <c:v>9.762</c:v>
                </c:pt>
                <c:pt idx="9846">
                  <c:v>9.759</c:v>
                </c:pt>
                <c:pt idx="9847">
                  <c:v>9.753</c:v>
                </c:pt>
                <c:pt idx="9848">
                  <c:v>9.727</c:v>
                </c:pt>
                <c:pt idx="9849">
                  <c:v>9.727</c:v>
                </c:pt>
                <c:pt idx="9850">
                  <c:v>9.72</c:v>
                </c:pt>
                <c:pt idx="9851">
                  <c:v>9.7</c:v>
                </c:pt>
                <c:pt idx="9852">
                  <c:v>9.698</c:v>
                </c:pt>
                <c:pt idx="9853">
                  <c:v>9.682</c:v>
                </c:pt>
                <c:pt idx="9854">
                  <c:v>9.67</c:v>
                </c:pt>
                <c:pt idx="9855">
                  <c:v>9.659</c:v>
                </c:pt>
                <c:pt idx="9856">
                  <c:v>9.651</c:v>
                </c:pt>
                <c:pt idx="9857">
                  <c:v>9.645</c:v>
                </c:pt>
                <c:pt idx="9858">
                  <c:v>9.64</c:v>
                </c:pt>
                <c:pt idx="9859">
                  <c:v>9.635</c:v>
                </c:pt>
                <c:pt idx="9860">
                  <c:v>9.63</c:v>
                </c:pt>
                <c:pt idx="9861">
                  <c:v>9.627</c:v>
                </c:pt>
                <c:pt idx="9862">
                  <c:v>9.608</c:v>
                </c:pt>
                <c:pt idx="9863">
                  <c:v>9.589</c:v>
                </c:pt>
                <c:pt idx="9864">
                  <c:v>9.587</c:v>
                </c:pt>
                <c:pt idx="9865">
                  <c:v>9.556</c:v>
                </c:pt>
                <c:pt idx="9866">
                  <c:v>9.54</c:v>
                </c:pt>
                <c:pt idx="9867">
                  <c:v>9.535</c:v>
                </c:pt>
                <c:pt idx="9868">
                  <c:v>9.534</c:v>
                </c:pt>
                <c:pt idx="9869">
                  <c:v>9.528</c:v>
                </c:pt>
                <c:pt idx="9870">
                  <c:v>9.525</c:v>
                </c:pt>
                <c:pt idx="9871">
                  <c:v>9.515</c:v>
                </c:pt>
                <c:pt idx="9872">
                  <c:v>9.513</c:v>
                </c:pt>
                <c:pt idx="9873">
                  <c:v>9.504</c:v>
                </c:pt>
                <c:pt idx="9874">
                  <c:v>9.488</c:v>
                </c:pt>
                <c:pt idx="9875">
                  <c:v>9.487</c:v>
                </c:pt>
                <c:pt idx="9876">
                  <c:v>9.472</c:v>
                </c:pt>
                <c:pt idx="9877">
                  <c:v>9.462</c:v>
                </c:pt>
                <c:pt idx="9878">
                  <c:v>9.451</c:v>
                </c:pt>
                <c:pt idx="9879">
                  <c:v>9.427</c:v>
                </c:pt>
                <c:pt idx="9880">
                  <c:v>9.427</c:v>
                </c:pt>
                <c:pt idx="9881">
                  <c:v>9.425</c:v>
                </c:pt>
                <c:pt idx="9882">
                  <c:v>9.425</c:v>
                </c:pt>
                <c:pt idx="9883">
                  <c:v>9.413</c:v>
                </c:pt>
                <c:pt idx="9884">
                  <c:v>9.372</c:v>
                </c:pt>
                <c:pt idx="9885">
                  <c:v>9.356</c:v>
                </c:pt>
                <c:pt idx="9886">
                  <c:v>9.323</c:v>
                </c:pt>
                <c:pt idx="9887">
                  <c:v>9.312</c:v>
                </c:pt>
                <c:pt idx="9888">
                  <c:v>9.309</c:v>
                </c:pt>
                <c:pt idx="9889">
                  <c:v>9.304</c:v>
                </c:pt>
                <c:pt idx="9890">
                  <c:v>9.299</c:v>
                </c:pt>
                <c:pt idx="9891">
                  <c:v>9.29</c:v>
                </c:pt>
                <c:pt idx="9892">
                  <c:v>9.26</c:v>
                </c:pt>
                <c:pt idx="9893">
                  <c:v>9.239</c:v>
                </c:pt>
                <c:pt idx="9894">
                  <c:v>9.228</c:v>
                </c:pt>
                <c:pt idx="9895">
                  <c:v>9.222</c:v>
                </c:pt>
                <c:pt idx="9896">
                  <c:v>9.216</c:v>
                </c:pt>
                <c:pt idx="9897">
                  <c:v>9.216</c:v>
                </c:pt>
                <c:pt idx="9898">
                  <c:v>9.165</c:v>
                </c:pt>
                <c:pt idx="9899">
                  <c:v>9.158</c:v>
                </c:pt>
                <c:pt idx="9900">
                  <c:v>9.154</c:v>
                </c:pt>
                <c:pt idx="9901">
                  <c:v>9.148</c:v>
                </c:pt>
                <c:pt idx="9902">
                  <c:v>9.142</c:v>
                </c:pt>
                <c:pt idx="9903">
                  <c:v>9.128</c:v>
                </c:pt>
                <c:pt idx="9904">
                  <c:v>9.122</c:v>
                </c:pt>
                <c:pt idx="9905">
                  <c:v>9.111</c:v>
                </c:pt>
                <c:pt idx="9906">
                  <c:v>9.103</c:v>
                </c:pt>
                <c:pt idx="9907">
                  <c:v>9.1</c:v>
                </c:pt>
                <c:pt idx="9908">
                  <c:v>9.076</c:v>
                </c:pt>
                <c:pt idx="9909">
                  <c:v>9.073</c:v>
                </c:pt>
                <c:pt idx="9910">
                  <c:v>9.056</c:v>
                </c:pt>
                <c:pt idx="9911">
                  <c:v>9.05</c:v>
                </c:pt>
                <c:pt idx="9912">
                  <c:v>9.023</c:v>
                </c:pt>
                <c:pt idx="9913">
                  <c:v>9.004</c:v>
                </c:pt>
                <c:pt idx="9914">
                  <c:v>8.988</c:v>
                </c:pt>
                <c:pt idx="9915">
                  <c:v>8.982</c:v>
                </c:pt>
                <c:pt idx="9916">
                  <c:v>8.971</c:v>
                </c:pt>
                <c:pt idx="9917">
                  <c:v>8.945</c:v>
                </c:pt>
                <c:pt idx="9918">
                  <c:v>8.932</c:v>
                </c:pt>
                <c:pt idx="9919">
                  <c:v>8.922</c:v>
                </c:pt>
                <c:pt idx="9920">
                  <c:v>8.848</c:v>
                </c:pt>
                <c:pt idx="9921">
                  <c:v>8.845</c:v>
                </c:pt>
                <c:pt idx="9922">
                  <c:v>8.84</c:v>
                </c:pt>
                <c:pt idx="9923">
                  <c:v>8.826</c:v>
                </c:pt>
                <c:pt idx="9924">
                  <c:v>8.806</c:v>
                </c:pt>
                <c:pt idx="9925">
                  <c:v>8.805</c:v>
                </c:pt>
                <c:pt idx="9926">
                  <c:v>8.793</c:v>
                </c:pt>
                <c:pt idx="9927">
                  <c:v>8.783</c:v>
                </c:pt>
                <c:pt idx="9928">
                  <c:v>8.781</c:v>
                </c:pt>
                <c:pt idx="9929">
                  <c:v>8.764</c:v>
                </c:pt>
                <c:pt idx="9930">
                  <c:v>8.763</c:v>
                </c:pt>
                <c:pt idx="9931">
                  <c:v>8.76</c:v>
                </c:pt>
                <c:pt idx="9932">
                  <c:v>8.758</c:v>
                </c:pt>
                <c:pt idx="9933">
                  <c:v>8.728</c:v>
                </c:pt>
                <c:pt idx="9934">
                  <c:v>8.703</c:v>
                </c:pt>
                <c:pt idx="9935">
                  <c:v>8.698</c:v>
                </c:pt>
                <c:pt idx="9936">
                  <c:v>8.689</c:v>
                </c:pt>
                <c:pt idx="9937">
                  <c:v>8.673</c:v>
                </c:pt>
                <c:pt idx="9938">
                  <c:v>8.668</c:v>
                </c:pt>
                <c:pt idx="9939">
                  <c:v>8.663</c:v>
                </c:pt>
                <c:pt idx="9940">
                  <c:v>8.64</c:v>
                </c:pt>
                <c:pt idx="9941">
                  <c:v>8.637</c:v>
                </c:pt>
                <c:pt idx="9942">
                  <c:v>8.637</c:v>
                </c:pt>
                <c:pt idx="9943">
                  <c:v>8.59</c:v>
                </c:pt>
                <c:pt idx="9944">
                  <c:v>8.578</c:v>
                </c:pt>
                <c:pt idx="9945">
                  <c:v>8.574</c:v>
                </c:pt>
                <c:pt idx="9946">
                  <c:v>8.571</c:v>
                </c:pt>
                <c:pt idx="9947">
                  <c:v>8.559</c:v>
                </c:pt>
                <c:pt idx="9948">
                  <c:v>8.542</c:v>
                </c:pt>
                <c:pt idx="9949">
                  <c:v>8.533</c:v>
                </c:pt>
                <c:pt idx="9950">
                  <c:v>8.529</c:v>
                </c:pt>
                <c:pt idx="9951">
                  <c:v>8.5</c:v>
                </c:pt>
                <c:pt idx="9952">
                  <c:v>8.5</c:v>
                </c:pt>
                <c:pt idx="9953">
                  <c:v>8.49</c:v>
                </c:pt>
                <c:pt idx="9954">
                  <c:v>8.454</c:v>
                </c:pt>
                <c:pt idx="9955">
                  <c:v>8.437</c:v>
                </c:pt>
                <c:pt idx="9956">
                  <c:v>8.433</c:v>
                </c:pt>
                <c:pt idx="9957">
                  <c:v>8.422</c:v>
                </c:pt>
                <c:pt idx="9958">
                  <c:v>8.42</c:v>
                </c:pt>
                <c:pt idx="9959">
                  <c:v>8.408</c:v>
                </c:pt>
                <c:pt idx="9960">
                  <c:v>8.406</c:v>
                </c:pt>
                <c:pt idx="9961">
                  <c:v>8.404</c:v>
                </c:pt>
                <c:pt idx="9962">
                  <c:v>8.39</c:v>
                </c:pt>
                <c:pt idx="9963">
                  <c:v>8.376</c:v>
                </c:pt>
                <c:pt idx="9964">
                  <c:v>8.372</c:v>
                </c:pt>
                <c:pt idx="9965">
                  <c:v>8.368</c:v>
                </c:pt>
                <c:pt idx="9966">
                  <c:v>8.362</c:v>
                </c:pt>
                <c:pt idx="9967">
                  <c:v>8.349</c:v>
                </c:pt>
                <c:pt idx="9968">
                  <c:v>8.311</c:v>
                </c:pt>
                <c:pt idx="9969">
                  <c:v>8.309</c:v>
                </c:pt>
                <c:pt idx="9970">
                  <c:v>8.288</c:v>
                </c:pt>
                <c:pt idx="9971">
                  <c:v>8.285</c:v>
                </c:pt>
                <c:pt idx="9972">
                  <c:v>8.232</c:v>
                </c:pt>
                <c:pt idx="9973">
                  <c:v>8.226</c:v>
                </c:pt>
                <c:pt idx="9974">
                  <c:v>8.219</c:v>
                </c:pt>
                <c:pt idx="9975">
                  <c:v>8.195</c:v>
                </c:pt>
                <c:pt idx="9976">
                  <c:v>8.181</c:v>
                </c:pt>
                <c:pt idx="9977">
                  <c:v>8.18</c:v>
                </c:pt>
                <c:pt idx="9978">
                  <c:v>8.165</c:v>
                </c:pt>
                <c:pt idx="9979">
                  <c:v>8.141</c:v>
                </c:pt>
                <c:pt idx="9980">
                  <c:v>8.137</c:v>
                </c:pt>
                <c:pt idx="9981">
                  <c:v>8.107</c:v>
                </c:pt>
                <c:pt idx="9982">
                  <c:v>8.096</c:v>
                </c:pt>
                <c:pt idx="9983">
                  <c:v>8.09</c:v>
                </c:pt>
                <c:pt idx="9984">
                  <c:v>8.089</c:v>
                </c:pt>
                <c:pt idx="9985">
                  <c:v>8.086</c:v>
                </c:pt>
                <c:pt idx="9986">
                  <c:v>8.073</c:v>
                </c:pt>
                <c:pt idx="9987">
                  <c:v>8.069</c:v>
                </c:pt>
                <c:pt idx="9988">
                  <c:v>8.069</c:v>
                </c:pt>
                <c:pt idx="9989">
                  <c:v>8.052</c:v>
                </c:pt>
                <c:pt idx="9990">
                  <c:v>8.046</c:v>
                </c:pt>
                <c:pt idx="9991">
                  <c:v>8.041</c:v>
                </c:pt>
                <c:pt idx="9992">
                  <c:v>8.036</c:v>
                </c:pt>
                <c:pt idx="9993">
                  <c:v>8.035</c:v>
                </c:pt>
                <c:pt idx="9994">
                  <c:v>8.03</c:v>
                </c:pt>
                <c:pt idx="9995">
                  <c:v>8.026</c:v>
                </c:pt>
                <c:pt idx="9996">
                  <c:v>8.025</c:v>
                </c:pt>
                <c:pt idx="9997">
                  <c:v>8.015</c:v>
                </c:pt>
                <c:pt idx="9998">
                  <c:v>8.015</c:v>
                </c:pt>
                <c:pt idx="9999">
                  <c:v>8.01</c:v>
                </c:pt>
                <c:pt idx="10000">
                  <c:v>7.993</c:v>
                </c:pt>
                <c:pt idx="10001">
                  <c:v>7.989</c:v>
                </c:pt>
                <c:pt idx="10002">
                  <c:v>7.987</c:v>
                </c:pt>
                <c:pt idx="10003">
                  <c:v>7.95</c:v>
                </c:pt>
                <c:pt idx="10004">
                  <c:v>7.933</c:v>
                </c:pt>
                <c:pt idx="10005">
                  <c:v>7.931</c:v>
                </c:pt>
                <c:pt idx="10006">
                  <c:v>7.917</c:v>
                </c:pt>
                <c:pt idx="10007">
                  <c:v>7.91</c:v>
                </c:pt>
                <c:pt idx="10008">
                  <c:v>7.904</c:v>
                </c:pt>
                <c:pt idx="10009">
                  <c:v>7.9</c:v>
                </c:pt>
                <c:pt idx="10010">
                  <c:v>7.863</c:v>
                </c:pt>
                <c:pt idx="10011">
                  <c:v>7.863</c:v>
                </c:pt>
                <c:pt idx="10012">
                  <c:v>7.851</c:v>
                </c:pt>
                <c:pt idx="10013">
                  <c:v>7.838</c:v>
                </c:pt>
                <c:pt idx="10014">
                  <c:v>7.833</c:v>
                </c:pt>
                <c:pt idx="10015">
                  <c:v>7.832</c:v>
                </c:pt>
                <c:pt idx="10016">
                  <c:v>7.81</c:v>
                </c:pt>
                <c:pt idx="10017">
                  <c:v>7.801</c:v>
                </c:pt>
                <c:pt idx="10018">
                  <c:v>7.799</c:v>
                </c:pt>
                <c:pt idx="10019">
                  <c:v>7.794</c:v>
                </c:pt>
                <c:pt idx="10020">
                  <c:v>7.767</c:v>
                </c:pt>
                <c:pt idx="10021">
                  <c:v>7.766</c:v>
                </c:pt>
                <c:pt idx="10022">
                  <c:v>7.759</c:v>
                </c:pt>
                <c:pt idx="10023">
                  <c:v>7.751</c:v>
                </c:pt>
                <c:pt idx="10024">
                  <c:v>7.748</c:v>
                </c:pt>
                <c:pt idx="10025">
                  <c:v>7.736</c:v>
                </c:pt>
                <c:pt idx="10026">
                  <c:v>7.727</c:v>
                </c:pt>
                <c:pt idx="10027">
                  <c:v>7.726</c:v>
                </c:pt>
                <c:pt idx="10028">
                  <c:v>7.722</c:v>
                </c:pt>
                <c:pt idx="10029">
                  <c:v>7.71</c:v>
                </c:pt>
                <c:pt idx="10030">
                  <c:v>7.708</c:v>
                </c:pt>
                <c:pt idx="10031">
                  <c:v>7.702</c:v>
                </c:pt>
                <c:pt idx="10032">
                  <c:v>7.701</c:v>
                </c:pt>
                <c:pt idx="10033">
                  <c:v>7.672</c:v>
                </c:pt>
                <c:pt idx="10034">
                  <c:v>7.658</c:v>
                </c:pt>
                <c:pt idx="10035">
                  <c:v>7.657</c:v>
                </c:pt>
                <c:pt idx="10036">
                  <c:v>7.651</c:v>
                </c:pt>
                <c:pt idx="10037">
                  <c:v>7.644</c:v>
                </c:pt>
                <c:pt idx="10038">
                  <c:v>7.634</c:v>
                </c:pt>
                <c:pt idx="10039">
                  <c:v>7.628</c:v>
                </c:pt>
                <c:pt idx="10040">
                  <c:v>7.626</c:v>
                </c:pt>
                <c:pt idx="10041">
                  <c:v>7.619</c:v>
                </c:pt>
                <c:pt idx="10042">
                  <c:v>7.617</c:v>
                </c:pt>
                <c:pt idx="10043">
                  <c:v>7.615</c:v>
                </c:pt>
                <c:pt idx="10044">
                  <c:v>7.591</c:v>
                </c:pt>
                <c:pt idx="10045">
                  <c:v>7.577</c:v>
                </c:pt>
                <c:pt idx="10046">
                  <c:v>7.572</c:v>
                </c:pt>
                <c:pt idx="10047">
                  <c:v>7.571</c:v>
                </c:pt>
                <c:pt idx="10048">
                  <c:v>7.571</c:v>
                </c:pt>
                <c:pt idx="10049">
                  <c:v>7.554</c:v>
                </c:pt>
                <c:pt idx="10050">
                  <c:v>7.548</c:v>
                </c:pt>
                <c:pt idx="10051">
                  <c:v>7.548</c:v>
                </c:pt>
                <c:pt idx="10052">
                  <c:v>7.541</c:v>
                </c:pt>
                <c:pt idx="10053">
                  <c:v>7.529</c:v>
                </c:pt>
                <c:pt idx="10054">
                  <c:v>7.513</c:v>
                </c:pt>
                <c:pt idx="10055">
                  <c:v>7.509</c:v>
                </c:pt>
                <c:pt idx="10056">
                  <c:v>7.493</c:v>
                </c:pt>
                <c:pt idx="10057">
                  <c:v>7.492</c:v>
                </c:pt>
                <c:pt idx="10058">
                  <c:v>7.49</c:v>
                </c:pt>
                <c:pt idx="10059">
                  <c:v>7.48</c:v>
                </c:pt>
                <c:pt idx="10060">
                  <c:v>7.466</c:v>
                </c:pt>
                <c:pt idx="10061">
                  <c:v>7.464</c:v>
                </c:pt>
                <c:pt idx="10062">
                  <c:v>7.438</c:v>
                </c:pt>
                <c:pt idx="10063">
                  <c:v>7.431</c:v>
                </c:pt>
                <c:pt idx="10064">
                  <c:v>7.426</c:v>
                </c:pt>
                <c:pt idx="10065">
                  <c:v>7.404</c:v>
                </c:pt>
                <c:pt idx="10066">
                  <c:v>7.397</c:v>
                </c:pt>
                <c:pt idx="10067">
                  <c:v>7.371</c:v>
                </c:pt>
                <c:pt idx="10068">
                  <c:v>7.369</c:v>
                </c:pt>
                <c:pt idx="10069">
                  <c:v>7.364</c:v>
                </c:pt>
                <c:pt idx="10070">
                  <c:v>7.339</c:v>
                </c:pt>
                <c:pt idx="10071">
                  <c:v>7.32</c:v>
                </c:pt>
                <c:pt idx="10072">
                  <c:v>7.318</c:v>
                </c:pt>
                <c:pt idx="10073">
                  <c:v>7.274</c:v>
                </c:pt>
                <c:pt idx="10074">
                  <c:v>7.268</c:v>
                </c:pt>
                <c:pt idx="10075">
                  <c:v>7.267</c:v>
                </c:pt>
                <c:pt idx="10076">
                  <c:v>7.26</c:v>
                </c:pt>
                <c:pt idx="10077">
                  <c:v>7.244</c:v>
                </c:pt>
                <c:pt idx="10078">
                  <c:v>7.241</c:v>
                </c:pt>
                <c:pt idx="10079">
                  <c:v>7.225</c:v>
                </c:pt>
                <c:pt idx="10080">
                  <c:v>7.202</c:v>
                </c:pt>
                <c:pt idx="10081">
                  <c:v>7.181</c:v>
                </c:pt>
                <c:pt idx="10082">
                  <c:v>7.175</c:v>
                </c:pt>
                <c:pt idx="10083">
                  <c:v>7.163</c:v>
                </c:pt>
                <c:pt idx="10084">
                  <c:v>7.161</c:v>
                </c:pt>
                <c:pt idx="10085">
                  <c:v>7.153</c:v>
                </c:pt>
                <c:pt idx="10086">
                  <c:v>7.125</c:v>
                </c:pt>
                <c:pt idx="10087">
                  <c:v>7.125</c:v>
                </c:pt>
                <c:pt idx="10088">
                  <c:v>7.117</c:v>
                </c:pt>
                <c:pt idx="10089">
                  <c:v>7.117</c:v>
                </c:pt>
                <c:pt idx="10090">
                  <c:v>7.102</c:v>
                </c:pt>
                <c:pt idx="10091">
                  <c:v>7.093</c:v>
                </c:pt>
                <c:pt idx="10092">
                  <c:v>7.088</c:v>
                </c:pt>
                <c:pt idx="10093">
                  <c:v>7.085</c:v>
                </c:pt>
                <c:pt idx="10094">
                  <c:v>7.065</c:v>
                </c:pt>
                <c:pt idx="10095">
                  <c:v>7.062</c:v>
                </c:pt>
                <c:pt idx="10096">
                  <c:v>7.056</c:v>
                </c:pt>
                <c:pt idx="10097">
                  <c:v>7.043</c:v>
                </c:pt>
                <c:pt idx="10098">
                  <c:v>7.036</c:v>
                </c:pt>
                <c:pt idx="10099">
                  <c:v>7.027</c:v>
                </c:pt>
                <c:pt idx="10100">
                  <c:v>6.991</c:v>
                </c:pt>
                <c:pt idx="10101">
                  <c:v>6.929</c:v>
                </c:pt>
                <c:pt idx="10102">
                  <c:v>6.922</c:v>
                </c:pt>
                <c:pt idx="10103">
                  <c:v>6.89</c:v>
                </c:pt>
                <c:pt idx="10104">
                  <c:v>6.886</c:v>
                </c:pt>
                <c:pt idx="10105">
                  <c:v>6.882</c:v>
                </c:pt>
                <c:pt idx="10106">
                  <c:v>6.878</c:v>
                </c:pt>
                <c:pt idx="10107">
                  <c:v>6.864</c:v>
                </c:pt>
                <c:pt idx="10108">
                  <c:v>6.859</c:v>
                </c:pt>
                <c:pt idx="10109">
                  <c:v>6.853</c:v>
                </c:pt>
                <c:pt idx="10110">
                  <c:v>6.849</c:v>
                </c:pt>
                <c:pt idx="10111">
                  <c:v>6.846</c:v>
                </c:pt>
                <c:pt idx="10112">
                  <c:v>6.837</c:v>
                </c:pt>
                <c:pt idx="10113">
                  <c:v>6.831</c:v>
                </c:pt>
                <c:pt idx="10114">
                  <c:v>6.83</c:v>
                </c:pt>
                <c:pt idx="10115">
                  <c:v>6.823</c:v>
                </c:pt>
                <c:pt idx="10116">
                  <c:v>6.823</c:v>
                </c:pt>
                <c:pt idx="10117">
                  <c:v>6.822</c:v>
                </c:pt>
                <c:pt idx="10118">
                  <c:v>6.805</c:v>
                </c:pt>
                <c:pt idx="10119">
                  <c:v>212.009</c:v>
                </c:pt>
                <c:pt idx="10120">
                  <c:v>193.102</c:v>
                </c:pt>
                <c:pt idx="10121">
                  <c:v>178.402</c:v>
                </c:pt>
                <c:pt idx="10122">
                  <c:v>173.33</c:v>
                </c:pt>
                <c:pt idx="10123">
                  <c:v>167.189</c:v>
                </c:pt>
                <c:pt idx="10124">
                  <c:v>163.801</c:v>
                </c:pt>
                <c:pt idx="10125">
                  <c:v>117.08</c:v>
                </c:pt>
                <c:pt idx="10126">
                  <c:v>111.863</c:v>
                </c:pt>
                <c:pt idx="10127">
                  <c:v>106.913</c:v>
                </c:pt>
                <c:pt idx="10128">
                  <c:v>105.255</c:v>
                </c:pt>
                <c:pt idx="10129">
                  <c:v>98.473</c:v>
                </c:pt>
                <c:pt idx="10130">
                  <c:v>90.736</c:v>
                </c:pt>
                <c:pt idx="10131">
                  <c:v>89.84</c:v>
                </c:pt>
                <c:pt idx="10132">
                  <c:v>87.326</c:v>
                </c:pt>
                <c:pt idx="10133">
                  <c:v>84.886</c:v>
                </c:pt>
                <c:pt idx="10134">
                  <c:v>84.444</c:v>
                </c:pt>
                <c:pt idx="10135">
                  <c:v>82.099</c:v>
                </c:pt>
                <c:pt idx="10136">
                  <c:v>80.047</c:v>
                </c:pt>
                <c:pt idx="10137">
                  <c:v>79.871</c:v>
                </c:pt>
                <c:pt idx="10138">
                  <c:v>79.338</c:v>
                </c:pt>
                <c:pt idx="10139">
                  <c:v>76.441</c:v>
                </c:pt>
                <c:pt idx="10140">
                  <c:v>76.409</c:v>
                </c:pt>
                <c:pt idx="10141">
                  <c:v>73.665</c:v>
                </c:pt>
                <c:pt idx="10142">
                  <c:v>73.093</c:v>
                </c:pt>
                <c:pt idx="10143">
                  <c:v>72.766</c:v>
                </c:pt>
                <c:pt idx="10144">
                  <c:v>71.258</c:v>
                </c:pt>
                <c:pt idx="10145">
                  <c:v>70.786</c:v>
                </c:pt>
                <c:pt idx="10146">
                  <c:v>70.477</c:v>
                </c:pt>
                <c:pt idx="10147">
                  <c:v>68.689</c:v>
                </c:pt>
                <c:pt idx="10148">
                  <c:v>66.834</c:v>
                </c:pt>
                <c:pt idx="10149">
                  <c:v>65.934</c:v>
                </c:pt>
                <c:pt idx="10150">
                  <c:v>65.555</c:v>
                </c:pt>
                <c:pt idx="10151">
                  <c:v>63.309</c:v>
                </c:pt>
                <c:pt idx="10152">
                  <c:v>61.19</c:v>
                </c:pt>
                <c:pt idx="10153">
                  <c:v>60.901</c:v>
                </c:pt>
                <c:pt idx="10154">
                  <c:v>60.121</c:v>
                </c:pt>
                <c:pt idx="10155">
                  <c:v>59.685</c:v>
                </c:pt>
                <c:pt idx="10156">
                  <c:v>59.397</c:v>
                </c:pt>
                <c:pt idx="10157">
                  <c:v>57.31</c:v>
                </c:pt>
                <c:pt idx="10158">
                  <c:v>56.935</c:v>
                </c:pt>
                <c:pt idx="10159">
                  <c:v>56.881</c:v>
                </c:pt>
                <c:pt idx="10160">
                  <c:v>56.759</c:v>
                </c:pt>
                <c:pt idx="10161">
                  <c:v>56.731</c:v>
                </c:pt>
                <c:pt idx="10162">
                  <c:v>56.518</c:v>
                </c:pt>
                <c:pt idx="10163">
                  <c:v>55.563</c:v>
                </c:pt>
                <c:pt idx="10164">
                  <c:v>55.091</c:v>
                </c:pt>
                <c:pt idx="10165">
                  <c:v>54.948</c:v>
                </c:pt>
                <c:pt idx="10166">
                  <c:v>54.301</c:v>
                </c:pt>
                <c:pt idx="10167">
                  <c:v>54.003</c:v>
                </c:pt>
                <c:pt idx="10168">
                  <c:v>53.596</c:v>
                </c:pt>
                <c:pt idx="10169">
                  <c:v>53.229</c:v>
                </c:pt>
                <c:pt idx="10170">
                  <c:v>53.087</c:v>
                </c:pt>
                <c:pt idx="10171">
                  <c:v>52.901</c:v>
                </c:pt>
                <c:pt idx="10172">
                  <c:v>52.625</c:v>
                </c:pt>
                <c:pt idx="10173">
                  <c:v>52.427</c:v>
                </c:pt>
                <c:pt idx="10174">
                  <c:v>51.136</c:v>
                </c:pt>
                <c:pt idx="10175">
                  <c:v>50.703</c:v>
                </c:pt>
                <c:pt idx="10176">
                  <c:v>49.461</c:v>
                </c:pt>
                <c:pt idx="10177">
                  <c:v>48.79</c:v>
                </c:pt>
                <c:pt idx="10178">
                  <c:v>48.47</c:v>
                </c:pt>
                <c:pt idx="10179">
                  <c:v>48.39</c:v>
                </c:pt>
                <c:pt idx="10180">
                  <c:v>47.271</c:v>
                </c:pt>
                <c:pt idx="10181">
                  <c:v>46.959</c:v>
                </c:pt>
                <c:pt idx="10182">
                  <c:v>46.47</c:v>
                </c:pt>
                <c:pt idx="10183">
                  <c:v>44.306</c:v>
                </c:pt>
                <c:pt idx="10184">
                  <c:v>44.287</c:v>
                </c:pt>
                <c:pt idx="10185">
                  <c:v>44.249</c:v>
                </c:pt>
                <c:pt idx="10186">
                  <c:v>43.667</c:v>
                </c:pt>
                <c:pt idx="10187">
                  <c:v>43.357</c:v>
                </c:pt>
                <c:pt idx="10188">
                  <c:v>41.899</c:v>
                </c:pt>
                <c:pt idx="10189">
                  <c:v>41.572</c:v>
                </c:pt>
                <c:pt idx="10190">
                  <c:v>40.317</c:v>
                </c:pt>
                <c:pt idx="10191">
                  <c:v>39.69</c:v>
                </c:pt>
                <c:pt idx="10192">
                  <c:v>38.721</c:v>
                </c:pt>
                <c:pt idx="10193">
                  <c:v>38.264</c:v>
                </c:pt>
                <c:pt idx="10194">
                  <c:v>38.193</c:v>
                </c:pt>
                <c:pt idx="10195">
                  <c:v>38.007</c:v>
                </c:pt>
                <c:pt idx="10196">
                  <c:v>37.941</c:v>
                </c:pt>
                <c:pt idx="10197">
                  <c:v>37.445</c:v>
                </c:pt>
                <c:pt idx="10198">
                  <c:v>37.3</c:v>
                </c:pt>
                <c:pt idx="10199">
                  <c:v>37.229</c:v>
                </c:pt>
                <c:pt idx="10200">
                  <c:v>37.094</c:v>
                </c:pt>
                <c:pt idx="10201">
                  <c:v>36.677</c:v>
                </c:pt>
                <c:pt idx="10202">
                  <c:v>36.447</c:v>
                </c:pt>
                <c:pt idx="10203">
                  <c:v>36.376</c:v>
                </c:pt>
                <c:pt idx="10204">
                  <c:v>36.198</c:v>
                </c:pt>
                <c:pt idx="10205">
                  <c:v>35.927</c:v>
                </c:pt>
                <c:pt idx="10206">
                  <c:v>35.899</c:v>
                </c:pt>
                <c:pt idx="10207">
                  <c:v>35.288</c:v>
                </c:pt>
                <c:pt idx="10208">
                  <c:v>34.913</c:v>
                </c:pt>
                <c:pt idx="10209">
                  <c:v>34.759</c:v>
                </c:pt>
                <c:pt idx="10210">
                  <c:v>34.582</c:v>
                </c:pt>
                <c:pt idx="10211">
                  <c:v>34.064</c:v>
                </c:pt>
                <c:pt idx="10212">
                  <c:v>33.974</c:v>
                </c:pt>
                <c:pt idx="10213">
                  <c:v>33.964</c:v>
                </c:pt>
                <c:pt idx="10214">
                  <c:v>33.646</c:v>
                </c:pt>
                <c:pt idx="10215">
                  <c:v>33.53</c:v>
                </c:pt>
                <c:pt idx="10216">
                  <c:v>33.44</c:v>
                </c:pt>
                <c:pt idx="10217">
                  <c:v>33.308</c:v>
                </c:pt>
                <c:pt idx="10218">
                  <c:v>32.601</c:v>
                </c:pt>
                <c:pt idx="10219">
                  <c:v>32.587</c:v>
                </c:pt>
                <c:pt idx="10220">
                  <c:v>32.218</c:v>
                </c:pt>
                <c:pt idx="10221">
                  <c:v>32.125</c:v>
                </c:pt>
                <c:pt idx="10222">
                  <c:v>32.006</c:v>
                </c:pt>
                <c:pt idx="10223">
                  <c:v>31.555</c:v>
                </c:pt>
                <c:pt idx="10224">
                  <c:v>31.356</c:v>
                </c:pt>
                <c:pt idx="10225">
                  <c:v>31.191</c:v>
                </c:pt>
                <c:pt idx="10226">
                  <c:v>31.135</c:v>
                </c:pt>
                <c:pt idx="10227">
                  <c:v>31.037</c:v>
                </c:pt>
                <c:pt idx="10228">
                  <c:v>30.964</c:v>
                </c:pt>
                <c:pt idx="10229">
                  <c:v>30.912</c:v>
                </c:pt>
                <c:pt idx="10230">
                  <c:v>30.877</c:v>
                </c:pt>
                <c:pt idx="10231">
                  <c:v>30.837</c:v>
                </c:pt>
                <c:pt idx="10232">
                  <c:v>30.752</c:v>
                </c:pt>
                <c:pt idx="10233">
                  <c:v>30.749</c:v>
                </c:pt>
                <c:pt idx="10234">
                  <c:v>30.675</c:v>
                </c:pt>
                <c:pt idx="10235">
                  <c:v>30.564</c:v>
                </c:pt>
                <c:pt idx="10236">
                  <c:v>30.498</c:v>
                </c:pt>
                <c:pt idx="10237">
                  <c:v>30.07</c:v>
                </c:pt>
                <c:pt idx="10238">
                  <c:v>29.905</c:v>
                </c:pt>
                <c:pt idx="10239">
                  <c:v>29.891</c:v>
                </c:pt>
                <c:pt idx="10240">
                  <c:v>29.565</c:v>
                </c:pt>
                <c:pt idx="10241">
                  <c:v>29.514</c:v>
                </c:pt>
                <c:pt idx="10242">
                  <c:v>29.443</c:v>
                </c:pt>
                <c:pt idx="10243">
                  <c:v>29.17</c:v>
                </c:pt>
                <c:pt idx="10244">
                  <c:v>29.133</c:v>
                </c:pt>
                <c:pt idx="10245">
                  <c:v>29.007</c:v>
                </c:pt>
                <c:pt idx="10246">
                  <c:v>28.974</c:v>
                </c:pt>
                <c:pt idx="10247">
                  <c:v>28.716</c:v>
                </c:pt>
                <c:pt idx="10248">
                  <c:v>28.638</c:v>
                </c:pt>
                <c:pt idx="10249">
                  <c:v>28.592</c:v>
                </c:pt>
                <c:pt idx="10250">
                  <c:v>28.545</c:v>
                </c:pt>
                <c:pt idx="10251">
                  <c:v>28.294</c:v>
                </c:pt>
                <c:pt idx="10252">
                  <c:v>28.221</c:v>
                </c:pt>
                <c:pt idx="10253">
                  <c:v>28.159</c:v>
                </c:pt>
                <c:pt idx="10254">
                  <c:v>28.072</c:v>
                </c:pt>
                <c:pt idx="10255">
                  <c:v>27.889</c:v>
                </c:pt>
                <c:pt idx="10256">
                  <c:v>27.876</c:v>
                </c:pt>
                <c:pt idx="10257">
                  <c:v>27.589</c:v>
                </c:pt>
                <c:pt idx="10258">
                  <c:v>27.531</c:v>
                </c:pt>
                <c:pt idx="10259">
                  <c:v>27.482</c:v>
                </c:pt>
                <c:pt idx="10260">
                  <c:v>27.43</c:v>
                </c:pt>
                <c:pt idx="10261">
                  <c:v>27.376</c:v>
                </c:pt>
                <c:pt idx="10262">
                  <c:v>27.238</c:v>
                </c:pt>
                <c:pt idx="10263">
                  <c:v>27.038</c:v>
                </c:pt>
                <c:pt idx="10264">
                  <c:v>26.978</c:v>
                </c:pt>
                <c:pt idx="10265">
                  <c:v>26.971</c:v>
                </c:pt>
                <c:pt idx="10266">
                  <c:v>26.916</c:v>
                </c:pt>
                <c:pt idx="10267">
                  <c:v>26.864</c:v>
                </c:pt>
                <c:pt idx="10268">
                  <c:v>26.381</c:v>
                </c:pt>
                <c:pt idx="10269">
                  <c:v>26.339</c:v>
                </c:pt>
                <c:pt idx="10270">
                  <c:v>26.219</c:v>
                </c:pt>
                <c:pt idx="10271">
                  <c:v>26.079</c:v>
                </c:pt>
                <c:pt idx="10272">
                  <c:v>26.066</c:v>
                </c:pt>
                <c:pt idx="10273">
                  <c:v>25.88</c:v>
                </c:pt>
                <c:pt idx="10274">
                  <c:v>25.827</c:v>
                </c:pt>
                <c:pt idx="10275">
                  <c:v>25.769</c:v>
                </c:pt>
                <c:pt idx="10276">
                  <c:v>25.58</c:v>
                </c:pt>
                <c:pt idx="10277">
                  <c:v>25.481</c:v>
                </c:pt>
                <c:pt idx="10278">
                  <c:v>25.415</c:v>
                </c:pt>
                <c:pt idx="10279">
                  <c:v>25.26</c:v>
                </c:pt>
                <c:pt idx="10280">
                  <c:v>25.258</c:v>
                </c:pt>
                <c:pt idx="10281">
                  <c:v>24.934</c:v>
                </c:pt>
                <c:pt idx="10282">
                  <c:v>24.913</c:v>
                </c:pt>
                <c:pt idx="10283">
                  <c:v>24.861</c:v>
                </c:pt>
                <c:pt idx="10284">
                  <c:v>24.843</c:v>
                </c:pt>
                <c:pt idx="10285">
                  <c:v>24.72</c:v>
                </c:pt>
                <c:pt idx="10286">
                  <c:v>24.695</c:v>
                </c:pt>
                <c:pt idx="10287">
                  <c:v>24.692</c:v>
                </c:pt>
                <c:pt idx="10288">
                  <c:v>24.657</c:v>
                </c:pt>
                <c:pt idx="10289">
                  <c:v>24.6</c:v>
                </c:pt>
                <c:pt idx="10290">
                  <c:v>24.55</c:v>
                </c:pt>
                <c:pt idx="10291">
                  <c:v>24.545</c:v>
                </c:pt>
                <c:pt idx="10292">
                  <c:v>24.515</c:v>
                </c:pt>
                <c:pt idx="10293">
                  <c:v>24.298</c:v>
                </c:pt>
                <c:pt idx="10294">
                  <c:v>24.291</c:v>
                </c:pt>
                <c:pt idx="10295">
                  <c:v>24.181</c:v>
                </c:pt>
                <c:pt idx="10296">
                  <c:v>24.154</c:v>
                </c:pt>
                <c:pt idx="10297">
                  <c:v>24.128</c:v>
                </c:pt>
                <c:pt idx="10298">
                  <c:v>23.97</c:v>
                </c:pt>
                <c:pt idx="10299">
                  <c:v>23.936</c:v>
                </c:pt>
                <c:pt idx="10300">
                  <c:v>23.75</c:v>
                </c:pt>
                <c:pt idx="10301">
                  <c:v>23.598</c:v>
                </c:pt>
                <c:pt idx="10302">
                  <c:v>23.585</c:v>
                </c:pt>
                <c:pt idx="10303">
                  <c:v>23.518</c:v>
                </c:pt>
                <c:pt idx="10304">
                  <c:v>23.416</c:v>
                </c:pt>
                <c:pt idx="10305">
                  <c:v>23.388</c:v>
                </c:pt>
                <c:pt idx="10306">
                  <c:v>23.258</c:v>
                </c:pt>
                <c:pt idx="10307">
                  <c:v>23.207</c:v>
                </c:pt>
                <c:pt idx="10308">
                  <c:v>23.203</c:v>
                </c:pt>
                <c:pt idx="10309">
                  <c:v>23.201</c:v>
                </c:pt>
                <c:pt idx="10310">
                  <c:v>23.134</c:v>
                </c:pt>
                <c:pt idx="10311">
                  <c:v>22.988</c:v>
                </c:pt>
                <c:pt idx="10312">
                  <c:v>22.987</c:v>
                </c:pt>
                <c:pt idx="10313">
                  <c:v>22.832</c:v>
                </c:pt>
                <c:pt idx="10314">
                  <c:v>22.798</c:v>
                </c:pt>
                <c:pt idx="10315">
                  <c:v>22.675</c:v>
                </c:pt>
                <c:pt idx="10316">
                  <c:v>22.675</c:v>
                </c:pt>
                <c:pt idx="10317">
                  <c:v>22.641</c:v>
                </c:pt>
                <c:pt idx="10318">
                  <c:v>22.473</c:v>
                </c:pt>
                <c:pt idx="10319">
                  <c:v>22.432</c:v>
                </c:pt>
                <c:pt idx="10320">
                  <c:v>22.431</c:v>
                </c:pt>
                <c:pt idx="10321">
                  <c:v>22.411</c:v>
                </c:pt>
                <c:pt idx="10322">
                  <c:v>22.151</c:v>
                </c:pt>
                <c:pt idx="10323">
                  <c:v>22.137</c:v>
                </c:pt>
                <c:pt idx="10324">
                  <c:v>22.125</c:v>
                </c:pt>
                <c:pt idx="10325">
                  <c:v>21.975</c:v>
                </c:pt>
                <c:pt idx="10326">
                  <c:v>21.921</c:v>
                </c:pt>
                <c:pt idx="10327">
                  <c:v>21.887</c:v>
                </c:pt>
                <c:pt idx="10328">
                  <c:v>21.87</c:v>
                </c:pt>
                <c:pt idx="10329">
                  <c:v>21.821</c:v>
                </c:pt>
                <c:pt idx="10330">
                  <c:v>21.816</c:v>
                </c:pt>
                <c:pt idx="10331">
                  <c:v>21.787</c:v>
                </c:pt>
                <c:pt idx="10332">
                  <c:v>21.778</c:v>
                </c:pt>
                <c:pt idx="10333">
                  <c:v>21.756</c:v>
                </c:pt>
                <c:pt idx="10334">
                  <c:v>21.755</c:v>
                </c:pt>
                <c:pt idx="10335">
                  <c:v>21.691</c:v>
                </c:pt>
                <c:pt idx="10336">
                  <c:v>21.656</c:v>
                </c:pt>
                <c:pt idx="10337">
                  <c:v>21.572</c:v>
                </c:pt>
                <c:pt idx="10338">
                  <c:v>21.49</c:v>
                </c:pt>
                <c:pt idx="10339">
                  <c:v>21.483</c:v>
                </c:pt>
                <c:pt idx="10340">
                  <c:v>21.324</c:v>
                </c:pt>
                <c:pt idx="10341">
                  <c:v>21.285</c:v>
                </c:pt>
                <c:pt idx="10342">
                  <c:v>21.276</c:v>
                </c:pt>
                <c:pt idx="10343">
                  <c:v>21.197</c:v>
                </c:pt>
                <c:pt idx="10344">
                  <c:v>21.119</c:v>
                </c:pt>
                <c:pt idx="10345">
                  <c:v>20.982</c:v>
                </c:pt>
                <c:pt idx="10346">
                  <c:v>20.847</c:v>
                </c:pt>
                <c:pt idx="10347">
                  <c:v>20.66</c:v>
                </c:pt>
                <c:pt idx="10348">
                  <c:v>20.507</c:v>
                </c:pt>
                <c:pt idx="10349">
                  <c:v>20.502</c:v>
                </c:pt>
                <c:pt idx="10350">
                  <c:v>20.494</c:v>
                </c:pt>
                <c:pt idx="10351">
                  <c:v>20.473</c:v>
                </c:pt>
                <c:pt idx="10352">
                  <c:v>20.431</c:v>
                </c:pt>
                <c:pt idx="10353">
                  <c:v>20.371</c:v>
                </c:pt>
                <c:pt idx="10354">
                  <c:v>20.361</c:v>
                </c:pt>
                <c:pt idx="10355">
                  <c:v>20.28</c:v>
                </c:pt>
                <c:pt idx="10356">
                  <c:v>20.259</c:v>
                </c:pt>
                <c:pt idx="10357">
                  <c:v>20.192</c:v>
                </c:pt>
                <c:pt idx="10358">
                  <c:v>20.074</c:v>
                </c:pt>
                <c:pt idx="10359">
                  <c:v>19.974</c:v>
                </c:pt>
                <c:pt idx="10360">
                  <c:v>19.847</c:v>
                </c:pt>
                <c:pt idx="10361">
                  <c:v>19.815</c:v>
                </c:pt>
                <c:pt idx="10362">
                  <c:v>19.809</c:v>
                </c:pt>
                <c:pt idx="10363">
                  <c:v>19.709</c:v>
                </c:pt>
                <c:pt idx="10364">
                  <c:v>19.7</c:v>
                </c:pt>
                <c:pt idx="10365">
                  <c:v>19.499</c:v>
                </c:pt>
                <c:pt idx="10366">
                  <c:v>19.498</c:v>
                </c:pt>
                <c:pt idx="10367">
                  <c:v>19.286</c:v>
                </c:pt>
                <c:pt idx="10368">
                  <c:v>19.249</c:v>
                </c:pt>
                <c:pt idx="10369">
                  <c:v>19.215</c:v>
                </c:pt>
                <c:pt idx="10370">
                  <c:v>19.168</c:v>
                </c:pt>
                <c:pt idx="10371">
                  <c:v>19.114</c:v>
                </c:pt>
                <c:pt idx="10372">
                  <c:v>19.095</c:v>
                </c:pt>
                <c:pt idx="10373">
                  <c:v>19.092</c:v>
                </c:pt>
                <c:pt idx="10374">
                  <c:v>19.031</c:v>
                </c:pt>
                <c:pt idx="10375">
                  <c:v>18.973</c:v>
                </c:pt>
                <c:pt idx="10376">
                  <c:v>18.97</c:v>
                </c:pt>
                <c:pt idx="10377">
                  <c:v>18.953</c:v>
                </c:pt>
                <c:pt idx="10378">
                  <c:v>18.678</c:v>
                </c:pt>
                <c:pt idx="10379">
                  <c:v>18.636</c:v>
                </c:pt>
                <c:pt idx="10380">
                  <c:v>18.582</c:v>
                </c:pt>
                <c:pt idx="10381">
                  <c:v>18.457</c:v>
                </c:pt>
                <c:pt idx="10382">
                  <c:v>18.404</c:v>
                </c:pt>
                <c:pt idx="10383">
                  <c:v>18.399</c:v>
                </c:pt>
                <c:pt idx="10384">
                  <c:v>18.282</c:v>
                </c:pt>
                <c:pt idx="10385">
                  <c:v>18.208</c:v>
                </c:pt>
                <c:pt idx="10386">
                  <c:v>18.206</c:v>
                </c:pt>
                <c:pt idx="10387">
                  <c:v>18.184</c:v>
                </c:pt>
                <c:pt idx="10388">
                  <c:v>18.184</c:v>
                </c:pt>
                <c:pt idx="10389">
                  <c:v>18.183</c:v>
                </c:pt>
                <c:pt idx="10390">
                  <c:v>18.175</c:v>
                </c:pt>
                <c:pt idx="10391">
                  <c:v>18.035</c:v>
                </c:pt>
                <c:pt idx="10392">
                  <c:v>18.001</c:v>
                </c:pt>
                <c:pt idx="10393">
                  <c:v>17.969</c:v>
                </c:pt>
                <c:pt idx="10394">
                  <c:v>17.91</c:v>
                </c:pt>
                <c:pt idx="10395">
                  <c:v>17.837</c:v>
                </c:pt>
                <c:pt idx="10396">
                  <c:v>17.809</c:v>
                </c:pt>
                <c:pt idx="10397">
                  <c:v>17.379</c:v>
                </c:pt>
                <c:pt idx="10398">
                  <c:v>17.345</c:v>
                </c:pt>
                <c:pt idx="10399">
                  <c:v>17.296</c:v>
                </c:pt>
                <c:pt idx="10400">
                  <c:v>17.18</c:v>
                </c:pt>
                <c:pt idx="10401">
                  <c:v>17.111</c:v>
                </c:pt>
                <c:pt idx="10402">
                  <c:v>17.107</c:v>
                </c:pt>
                <c:pt idx="10403">
                  <c:v>17.091</c:v>
                </c:pt>
                <c:pt idx="10404">
                  <c:v>17.087</c:v>
                </c:pt>
                <c:pt idx="10405">
                  <c:v>17.052</c:v>
                </c:pt>
                <c:pt idx="10406">
                  <c:v>17.045</c:v>
                </c:pt>
                <c:pt idx="10407">
                  <c:v>17.023</c:v>
                </c:pt>
                <c:pt idx="10408">
                  <c:v>16.999</c:v>
                </c:pt>
                <c:pt idx="10409">
                  <c:v>16.943</c:v>
                </c:pt>
                <c:pt idx="10410">
                  <c:v>16.908</c:v>
                </c:pt>
                <c:pt idx="10411">
                  <c:v>16.88</c:v>
                </c:pt>
                <c:pt idx="10412">
                  <c:v>16.878</c:v>
                </c:pt>
                <c:pt idx="10413">
                  <c:v>16.824</c:v>
                </c:pt>
                <c:pt idx="10414">
                  <c:v>16.812</c:v>
                </c:pt>
                <c:pt idx="10415">
                  <c:v>16.792</c:v>
                </c:pt>
                <c:pt idx="10416">
                  <c:v>16.767</c:v>
                </c:pt>
                <c:pt idx="10417">
                  <c:v>16.735</c:v>
                </c:pt>
                <c:pt idx="10418">
                  <c:v>16.616</c:v>
                </c:pt>
                <c:pt idx="10419">
                  <c:v>16.601</c:v>
                </c:pt>
                <c:pt idx="10420">
                  <c:v>16.553</c:v>
                </c:pt>
                <c:pt idx="10421">
                  <c:v>16.552</c:v>
                </c:pt>
                <c:pt idx="10422">
                  <c:v>16.528</c:v>
                </c:pt>
                <c:pt idx="10423">
                  <c:v>16.523</c:v>
                </c:pt>
                <c:pt idx="10424">
                  <c:v>16.485</c:v>
                </c:pt>
                <c:pt idx="10425">
                  <c:v>16.462</c:v>
                </c:pt>
                <c:pt idx="10426">
                  <c:v>16.417</c:v>
                </c:pt>
                <c:pt idx="10427">
                  <c:v>16.39</c:v>
                </c:pt>
                <c:pt idx="10428">
                  <c:v>16.383</c:v>
                </c:pt>
                <c:pt idx="10429">
                  <c:v>16.381</c:v>
                </c:pt>
                <c:pt idx="10430">
                  <c:v>16.374</c:v>
                </c:pt>
                <c:pt idx="10431">
                  <c:v>16.368</c:v>
                </c:pt>
                <c:pt idx="10432">
                  <c:v>16.3</c:v>
                </c:pt>
                <c:pt idx="10433">
                  <c:v>16.295</c:v>
                </c:pt>
                <c:pt idx="10434">
                  <c:v>16.284</c:v>
                </c:pt>
                <c:pt idx="10435">
                  <c:v>16.273</c:v>
                </c:pt>
                <c:pt idx="10436">
                  <c:v>16.247</c:v>
                </c:pt>
                <c:pt idx="10437">
                  <c:v>16.224</c:v>
                </c:pt>
                <c:pt idx="10438">
                  <c:v>16.223</c:v>
                </c:pt>
                <c:pt idx="10439">
                  <c:v>16.211</c:v>
                </c:pt>
                <c:pt idx="10440">
                  <c:v>16.124</c:v>
                </c:pt>
                <c:pt idx="10441">
                  <c:v>16.119</c:v>
                </c:pt>
                <c:pt idx="10442">
                  <c:v>16.111</c:v>
                </c:pt>
                <c:pt idx="10443">
                  <c:v>16.068</c:v>
                </c:pt>
                <c:pt idx="10444">
                  <c:v>15.976</c:v>
                </c:pt>
                <c:pt idx="10445">
                  <c:v>15.932</c:v>
                </c:pt>
                <c:pt idx="10446">
                  <c:v>15.862</c:v>
                </c:pt>
                <c:pt idx="10447">
                  <c:v>15.85</c:v>
                </c:pt>
                <c:pt idx="10448">
                  <c:v>15.849</c:v>
                </c:pt>
                <c:pt idx="10449">
                  <c:v>15.821</c:v>
                </c:pt>
                <c:pt idx="10450">
                  <c:v>15.763</c:v>
                </c:pt>
                <c:pt idx="10451">
                  <c:v>15.744</c:v>
                </c:pt>
                <c:pt idx="10452">
                  <c:v>15.698</c:v>
                </c:pt>
                <c:pt idx="10453">
                  <c:v>15.672</c:v>
                </c:pt>
                <c:pt idx="10454">
                  <c:v>15.663</c:v>
                </c:pt>
                <c:pt idx="10455">
                  <c:v>15.632</c:v>
                </c:pt>
                <c:pt idx="10456">
                  <c:v>15.632</c:v>
                </c:pt>
                <c:pt idx="10457">
                  <c:v>15.605</c:v>
                </c:pt>
                <c:pt idx="10458">
                  <c:v>15.553</c:v>
                </c:pt>
                <c:pt idx="10459">
                  <c:v>15.505</c:v>
                </c:pt>
                <c:pt idx="10460">
                  <c:v>15.494</c:v>
                </c:pt>
                <c:pt idx="10461">
                  <c:v>15.484</c:v>
                </c:pt>
                <c:pt idx="10462">
                  <c:v>15.448</c:v>
                </c:pt>
                <c:pt idx="10463">
                  <c:v>15.437</c:v>
                </c:pt>
                <c:pt idx="10464">
                  <c:v>15.429</c:v>
                </c:pt>
                <c:pt idx="10465">
                  <c:v>15.386</c:v>
                </c:pt>
                <c:pt idx="10466">
                  <c:v>15.344</c:v>
                </c:pt>
                <c:pt idx="10467">
                  <c:v>15.331</c:v>
                </c:pt>
                <c:pt idx="10468">
                  <c:v>15.321</c:v>
                </c:pt>
                <c:pt idx="10469">
                  <c:v>15.309</c:v>
                </c:pt>
                <c:pt idx="10470">
                  <c:v>15.295</c:v>
                </c:pt>
                <c:pt idx="10471">
                  <c:v>15.281</c:v>
                </c:pt>
                <c:pt idx="10472">
                  <c:v>15.25</c:v>
                </c:pt>
                <c:pt idx="10473">
                  <c:v>15.24</c:v>
                </c:pt>
                <c:pt idx="10474">
                  <c:v>15.215</c:v>
                </c:pt>
                <c:pt idx="10475">
                  <c:v>15.151</c:v>
                </c:pt>
                <c:pt idx="10476">
                  <c:v>15.15</c:v>
                </c:pt>
                <c:pt idx="10477">
                  <c:v>15.114</c:v>
                </c:pt>
                <c:pt idx="10478">
                  <c:v>15.113</c:v>
                </c:pt>
                <c:pt idx="10479">
                  <c:v>15.097</c:v>
                </c:pt>
                <c:pt idx="10480">
                  <c:v>15.095</c:v>
                </c:pt>
                <c:pt idx="10481">
                  <c:v>15.042</c:v>
                </c:pt>
                <c:pt idx="10482">
                  <c:v>14.96</c:v>
                </c:pt>
                <c:pt idx="10483">
                  <c:v>14.942</c:v>
                </c:pt>
                <c:pt idx="10484">
                  <c:v>14.934</c:v>
                </c:pt>
                <c:pt idx="10485">
                  <c:v>14.927</c:v>
                </c:pt>
                <c:pt idx="10486">
                  <c:v>14.892</c:v>
                </c:pt>
                <c:pt idx="10487">
                  <c:v>14.877</c:v>
                </c:pt>
                <c:pt idx="10488">
                  <c:v>14.874</c:v>
                </c:pt>
                <c:pt idx="10489">
                  <c:v>14.864</c:v>
                </c:pt>
                <c:pt idx="10490">
                  <c:v>14.824</c:v>
                </c:pt>
                <c:pt idx="10491">
                  <c:v>14.816</c:v>
                </c:pt>
                <c:pt idx="10492">
                  <c:v>14.812</c:v>
                </c:pt>
                <c:pt idx="10493">
                  <c:v>14.808</c:v>
                </c:pt>
                <c:pt idx="10494">
                  <c:v>14.781</c:v>
                </c:pt>
                <c:pt idx="10495">
                  <c:v>14.706</c:v>
                </c:pt>
                <c:pt idx="10496">
                  <c:v>14.596</c:v>
                </c:pt>
                <c:pt idx="10497">
                  <c:v>14.588</c:v>
                </c:pt>
                <c:pt idx="10498">
                  <c:v>14.578</c:v>
                </c:pt>
                <c:pt idx="10499">
                  <c:v>14.526</c:v>
                </c:pt>
                <c:pt idx="10500">
                  <c:v>14.462</c:v>
                </c:pt>
                <c:pt idx="10501">
                  <c:v>14.428</c:v>
                </c:pt>
                <c:pt idx="10502">
                  <c:v>14.412</c:v>
                </c:pt>
                <c:pt idx="10503">
                  <c:v>14.409</c:v>
                </c:pt>
                <c:pt idx="10504">
                  <c:v>14.403</c:v>
                </c:pt>
                <c:pt idx="10505">
                  <c:v>14.395</c:v>
                </c:pt>
                <c:pt idx="10506">
                  <c:v>14.308</c:v>
                </c:pt>
                <c:pt idx="10507">
                  <c:v>14.299</c:v>
                </c:pt>
                <c:pt idx="10508">
                  <c:v>14.243</c:v>
                </c:pt>
                <c:pt idx="10509">
                  <c:v>14.239</c:v>
                </c:pt>
                <c:pt idx="10510">
                  <c:v>14.23</c:v>
                </c:pt>
                <c:pt idx="10511">
                  <c:v>14.207</c:v>
                </c:pt>
                <c:pt idx="10512">
                  <c:v>14.177</c:v>
                </c:pt>
                <c:pt idx="10513">
                  <c:v>14.16</c:v>
                </c:pt>
                <c:pt idx="10514">
                  <c:v>14.135</c:v>
                </c:pt>
                <c:pt idx="10515">
                  <c:v>14.089</c:v>
                </c:pt>
                <c:pt idx="10516">
                  <c:v>14.08</c:v>
                </c:pt>
                <c:pt idx="10517">
                  <c:v>14.057</c:v>
                </c:pt>
                <c:pt idx="10518">
                  <c:v>14.041</c:v>
                </c:pt>
                <c:pt idx="10519">
                  <c:v>13.996</c:v>
                </c:pt>
                <c:pt idx="10520">
                  <c:v>13.984</c:v>
                </c:pt>
                <c:pt idx="10521">
                  <c:v>13.978</c:v>
                </c:pt>
                <c:pt idx="10522">
                  <c:v>13.933</c:v>
                </c:pt>
                <c:pt idx="10523">
                  <c:v>13.932</c:v>
                </c:pt>
                <c:pt idx="10524">
                  <c:v>13.899</c:v>
                </c:pt>
                <c:pt idx="10525">
                  <c:v>13.895</c:v>
                </c:pt>
                <c:pt idx="10526">
                  <c:v>13.893</c:v>
                </c:pt>
                <c:pt idx="10527">
                  <c:v>13.885</c:v>
                </c:pt>
                <c:pt idx="10528">
                  <c:v>13.866</c:v>
                </c:pt>
                <c:pt idx="10529">
                  <c:v>13.856</c:v>
                </c:pt>
                <c:pt idx="10530">
                  <c:v>13.824</c:v>
                </c:pt>
                <c:pt idx="10531">
                  <c:v>13.822</c:v>
                </c:pt>
                <c:pt idx="10532">
                  <c:v>13.751</c:v>
                </c:pt>
                <c:pt idx="10533">
                  <c:v>13.727</c:v>
                </c:pt>
                <c:pt idx="10534">
                  <c:v>13.722</c:v>
                </c:pt>
                <c:pt idx="10535">
                  <c:v>13.718</c:v>
                </c:pt>
                <c:pt idx="10536">
                  <c:v>13.709</c:v>
                </c:pt>
                <c:pt idx="10537">
                  <c:v>13.693</c:v>
                </c:pt>
                <c:pt idx="10538">
                  <c:v>13.627</c:v>
                </c:pt>
                <c:pt idx="10539">
                  <c:v>13.612</c:v>
                </c:pt>
                <c:pt idx="10540">
                  <c:v>13.612</c:v>
                </c:pt>
                <c:pt idx="10541">
                  <c:v>13.591</c:v>
                </c:pt>
                <c:pt idx="10542">
                  <c:v>13.56</c:v>
                </c:pt>
                <c:pt idx="10543">
                  <c:v>13.516</c:v>
                </c:pt>
                <c:pt idx="10544">
                  <c:v>13.513</c:v>
                </c:pt>
                <c:pt idx="10545">
                  <c:v>13.51</c:v>
                </c:pt>
                <c:pt idx="10546">
                  <c:v>13.5</c:v>
                </c:pt>
                <c:pt idx="10547">
                  <c:v>13.474</c:v>
                </c:pt>
                <c:pt idx="10548">
                  <c:v>13.435</c:v>
                </c:pt>
                <c:pt idx="10549">
                  <c:v>13.41</c:v>
                </c:pt>
                <c:pt idx="10550">
                  <c:v>13.387</c:v>
                </c:pt>
                <c:pt idx="10551">
                  <c:v>13.375</c:v>
                </c:pt>
                <c:pt idx="10552">
                  <c:v>13.37</c:v>
                </c:pt>
                <c:pt idx="10553">
                  <c:v>13.36</c:v>
                </c:pt>
                <c:pt idx="10554">
                  <c:v>13.358</c:v>
                </c:pt>
                <c:pt idx="10555">
                  <c:v>13.308</c:v>
                </c:pt>
                <c:pt idx="10556">
                  <c:v>13.307</c:v>
                </c:pt>
                <c:pt idx="10557">
                  <c:v>13.303</c:v>
                </c:pt>
                <c:pt idx="10558">
                  <c:v>13.301</c:v>
                </c:pt>
                <c:pt idx="10559">
                  <c:v>13.291</c:v>
                </c:pt>
                <c:pt idx="10560">
                  <c:v>13.226</c:v>
                </c:pt>
                <c:pt idx="10561">
                  <c:v>13.176</c:v>
                </c:pt>
                <c:pt idx="10562">
                  <c:v>13.175</c:v>
                </c:pt>
                <c:pt idx="10563">
                  <c:v>13.17</c:v>
                </c:pt>
                <c:pt idx="10564">
                  <c:v>13.115</c:v>
                </c:pt>
                <c:pt idx="10565">
                  <c:v>13.057</c:v>
                </c:pt>
                <c:pt idx="10566">
                  <c:v>13.042</c:v>
                </c:pt>
                <c:pt idx="10567">
                  <c:v>13.014</c:v>
                </c:pt>
                <c:pt idx="10568">
                  <c:v>12.985</c:v>
                </c:pt>
                <c:pt idx="10569">
                  <c:v>12.978</c:v>
                </c:pt>
                <c:pt idx="10570">
                  <c:v>12.969</c:v>
                </c:pt>
                <c:pt idx="10571">
                  <c:v>12.95</c:v>
                </c:pt>
                <c:pt idx="10572">
                  <c:v>12.949</c:v>
                </c:pt>
                <c:pt idx="10573">
                  <c:v>12.946</c:v>
                </c:pt>
                <c:pt idx="10574">
                  <c:v>12.916</c:v>
                </c:pt>
                <c:pt idx="10575">
                  <c:v>12.877</c:v>
                </c:pt>
                <c:pt idx="10576">
                  <c:v>12.809</c:v>
                </c:pt>
                <c:pt idx="10577">
                  <c:v>12.794</c:v>
                </c:pt>
                <c:pt idx="10578">
                  <c:v>12.78</c:v>
                </c:pt>
                <c:pt idx="10579">
                  <c:v>12.772</c:v>
                </c:pt>
                <c:pt idx="10580">
                  <c:v>12.77</c:v>
                </c:pt>
                <c:pt idx="10581">
                  <c:v>12.77</c:v>
                </c:pt>
                <c:pt idx="10582">
                  <c:v>12.757</c:v>
                </c:pt>
                <c:pt idx="10583">
                  <c:v>12.748</c:v>
                </c:pt>
                <c:pt idx="10584">
                  <c:v>12.736</c:v>
                </c:pt>
                <c:pt idx="10585">
                  <c:v>12.728</c:v>
                </c:pt>
                <c:pt idx="10586">
                  <c:v>12.687</c:v>
                </c:pt>
                <c:pt idx="10587">
                  <c:v>12.684</c:v>
                </c:pt>
                <c:pt idx="10588">
                  <c:v>12.644</c:v>
                </c:pt>
                <c:pt idx="10589">
                  <c:v>12.629</c:v>
                </c:pt>
                <c:pt idx="10590">
                  <c:v>12.622</c:v>
                </c:pt>
                <c:pt idx="10591">
                  <c:v>12.582</c:v>
                </c:pt>
                <c:pt idx="10592">
                  <c:v>12.562</c:v>
                </c:pt>
                <c:pt idx="10593">
                  <c:v>12.553</c:v>
                </c:pt>
                <c:pt idx="10594">
                  <c:v>12.551</c:v>
                </c:pt>
                <c:pt idx="10595">
                  <c:v>12.532</c:v>
                </c:pt>
                <c:pt idx="10596">
                  <c:v>12.489</c:v>
                </c:pt>
                <c:pt idx="10597">
                  <c:v>12.473</c:v>
                </c:pt>
                <c:pt idx="10598">
                  <c:v>12.465</c:v>
                </c:pt>
                <c:pt idx="10599">
                  <c:v>12.459</c:v>
                </c:pt>
                <c:pt idx="10600">
                  <c:v>12.435</c:v>
                </c:pt>
                <c:pt idx="10601">
                  <c:v>12.424</c:v>
                </c:pt>
                <c:pt idx="10602">
                  <c:v>12.392</c:v>
                </c:pt>
                <c:pt idx="10603">
                  <c:v>12.389</c:v>
                </c:pt>
                <c:pt idx="10604">
                  <c:v>12.381</c:v>
                </c:pt>
                <c:pt idx="10605">
                  <c:v>12.36</c:v>
                </c:pt>
                <c:pt idx="10606">
                  <c:v>12.345</c:v>
                </c:pt>
                <c:pt idx="10607">
                  <c:v>12.245</c:v>
                </c:pt>
                <c:pt idx="10608">
                  <c:v>12.243</c:v>
                </c:pt>
                <c:pt idx="10609">
                  <c:v>12.225</c:v>
                </c:pt>
                <c:pt idx="10610">
                  <c:v>12.218</c:v>
                </c:pt>
                <c:pt idx="10611">
                  <c:v>12.163</c:v>
                </c:pt>
                <c:pt idx="10612">
                  <c:v>12.159</c:v>
                </c:pt>
                <c:pt idx="10613">
                  <c:v>12.158</c:v>
                </c:pt>
                <c:pt idx="10614">
                  <c:v>12.122</c:v>
                </c:pt>
                <c:pt idx="10615">
                  <c:v>12.11</c:v>
                </c:pt>
                <c:pt idx="10616">
                  <c:v>12.104</c:v>
                </c:pt>
                <c:pt idx="10617">
                  <c:v>12.094</c:v>
                </c:pt>
                <c:pt idx="10618">
                  <c:v>12.078</c:v>
                </c:pt>
                <c:pt idx="10619">
                  <c:v>12.077</c:v>
                </c:pt>
                <c:pt idx="10620">
                  <c:v>12.043</c:v>
                </c:pt>
                <c:pt idx="10621">
                  <c:v>12.036</c:v>
                </c:pt>
                <c:pt idx="10622">
                  <c:v>12.032</c:v>
                </c:pt>
                <c:pt idx="10623">
                  <c:v>12.029</c:v>
                </c:pt>
                <c:pt idx="10624">
                  <c:v>12.025</c:v>
                </c:pt>
                <c:pt idx="10625">
                  <c:v>12.019</c:v>
                </c:pt>
                <c:pt idx="10626">
                  <c:v>11.985</c:v>
                </c:pt>
                <c:pt idx="10627">
                  <c:v>11.971</c:v>
                </c:pt>
                <c:pt idx="10628">
                  <c:v>11.96</c:v>
                </c:pt>
                <c:pt idx="10629">
                  <c:v>11.949</c:v>
                </c:pt>
                <c:pt idx="10630">
                  <c:v>11.939</c:v>
                </c:pt>
                <c:pt idx="10631">
                  <c:v>11.914</c:v>
                </c:pt>
                <c:pt idx="10632">
                  <c:v>11.905</c:v>
                </c:pt>
                <c:pt idx="10633">
                  <c:v>11.895</c:v>
                </c:pt>
                <c:pt idx="10634">
                  <c:v>11.89</c:v>
                </c:pt>
                <c:pt idx="10635">
                  <c:v>11.872</c:v>
                </c:pt>
                <c:pt idx="10636">
                  <c:v>11.869</c:v>
                </c:pt>
                <c:pt idx="10637">
                  <c:v>11.865</c:v>
                </c:pt>
                <c:pt idx="10638">
                  <c:v>11.857</c:v>
                </c:pt>
                <c:pt idx="10639">
                  <c:v>11.844</c:v>
                </c:pt>
                <c:pt idx="10640">
                  <c:v>11.824</c:v>
                </c:pt>
                <c:pt idx="10641">
                  <c:v>11.806</c:v>
                </c:pt>
                <c:pt idx="10642">
                  <c:v>11.758</c:v>
                </c:pt>
                <c:pt idx="10643">
                  <c:v>11.748</c:v>
                </c:pt>
                <c:pt idx="10644">
                  <c:v>11.681</c:v>
                </c:pt>
                <c:pt idx="10645">
                  <c:v>11.657</c:v>
                </c:pt>
                <c:pt idx="10646">
                  <c:v>11.653</c:v>
                </c:pt>
                <c:pt idx="10647">
                  <c:v>11.586</c:v>
                </c:pt>
                <c:pt idx="10648">
                  <c:v>11.555</c:v>
                </c:pt>
                <c:pt idx="10649">
                  <c:v>11.551</c:v>
                </c:pt>
                <c:pt idx="10650">
                  <c:v>11.517</c:v>
                </c:pt>
                <c:pt idx="10651">
                  <c:v>11.467</c:v>
                </c:pt>
                <c:pt idx="10652">
                  <c:v>11.462</c:v>
                </c:pt>
                <c:pt idx="10653">
                  <c:v>11.438</c:v>
                </c:pt>
                <c:pt idx="10654">
                  <c:v>11.396</c:v>
                </c:pt>
                <c:pt idx="10655">
                  <c:v>11.351</c:v>
                </c:pt>
                <c:pt idx="10656">
                  <c:v>11.324</c:v>
                </c:pt>
                <c:pt idx="10657">
                  <c:v>11.322</c:v>
                </c:pt>
                <c:pt idx="10658">
                  <c:v>11.313</c:v>
                </c:pt>
                <c:pt idx="10659">
                  <c:v>11.3</c:v>
                </c:pt>
                <c:pt idx="10660">
                  <c:v>11.29</c:v>
                </c:pt>
                <c:pt idx="10661">
                  <c:v>11.278</c:v>
                </c:pt>
                <c:pt idx="10662">
                  <c:v>11.267</c:v>
                </c:pt>
                <c:pt idx="10663">
                  <c:v>11.235</c:v>
                </c:pt>
                <c:pt idx="10664">
                  <c:v>11.19</c:v>
                </c:pt>
                <c:pt idx="10665">
                  <c:v>11.161</c:v>
                </c:pt>
                <c:pt idx="10666">
                  <c:v>11.159</c:v>
                </c:pt>
                <c:pt idx="10667">
                  <c:v>11.128</c:v>
                </c:pt>
                <c:pt idx="10668">
                  <c:v>11.112</c:v>
                </c:pt>
                <c:pt idx="10669">
                  <c:v>11.109</c:v>
                </c:pt>
                <c:pt idx="10670">
                  <c:v>11.091</c:v>
                </c:pt>
                <c:pt idx="10671">
                  <c:v>11.076</c:v>
                </c:pt>
                <c:pt idx="10672">
                  <c:v>11.065</c:v>
                </c:pt>
                <c:pt idx="10673">
                  <c:v>11.059</c:v>
                </c:pt>
                <c:pt idx="10674">
                  <c:v>11.041</c:v>
                </c:pt>
                <c:pt idx="10675">
                  <c:v>11.037</c:v>
                </c:pt>
                <c:pt idx="10676">
                  <c:v>11.008</c:v>
                </c:pt>
                <c:pt idx="10677">
                  <c:v>11.004</c:v>
                </c:pt>
                <c:pt idx="10678">
                  <c:v>10.959</c:v>
                </c:pt>
                <c:pt idx="10679">
                  <c:v>10.958</c:v>
                </c:pt>
                <c:pt idx="10680">
                  <c:v>10.952</c:v>
                </c:pt>
                <c:pt idx="10681">
                  <c:v>10.924</c:v>
                </c:pt>
                <c:pt idx="10682">
                  <c:v>10.893</c:v>
                </c:pt>
                <c:pt idx="10683">
                  <c:v>10.89</c:v>
                </c:pt>
                <c:pt idx="10684">
                  <c:v>10.853</c:v>
                </c:pt>
                <c:pt idx="10685">
                  <c:v>10.853</c:v>
                </c:pt>
                <c:pt idx="10686">
                  <c:v>10.843</c:v>
                </c:pt>
                <c:pt idx="10687">
                  <c:v>10.84</c:v>
                </c:pt>
                <c:pt idx="10688">
                  <c:v>10.816</c:v>
                </c:pt>
                <c:pt idx="10689">
                  <c:v>10.758</c:v>
                </c:pt>
                <c:pt idx="10690">
                  <c:v>10.72</c:v>
                </c:pt>
                <c:pt idx="10691">
                  <c:v>10.649</c:v>
                </c:pt>
                <c:pt idx="10692">
                  <c:v>10.64</c:v>
                </c:pt>
                <c:pt idx="10693">
                  <c:v>10.628</c:v>
                </c:pt>
                <c:pt idx="10694">
                  <c:v>10.616</c:v>
                </c:pt>
                <c:pt idx="10695">
                  <c:v>10.586</c:v>
                </c:pt>
                <c:pt idx="10696">
                  <c:v>10.583</c:v>
                </c:pt>
                <c:pt idx="10697">
                  <c:v>10.582</c:v>
                </c:pt>
                <c:pt idx="10698">
                  <c:v>10.568</c:v>
                </c:pt>
                <c:pt idx="10699">
                  <c:v>10.554</c:v>
                </c:pt>
                <c:pt idx="10700">
                  <c:v>10.545</c:v>
                </c:pt>
                <c:pt idx="10701">
                  <c:v>10.494</c:v>
                </c:pt>
                <c:pt idx="10702">
                  <c:v>10.493</c:v>
                </c:pt>
                <c:pt idx="10703">
                  <c:v>10.49</c:v>
                </c:pt>
                <c:pt idx="10704">
                  <c:v>10.477</c:v>
                </c:pt>
                <c:pt idx="10705">
                  <c:v>10.439</c:v>
                </c:pt>
                <c:pt idx="10706">
                  <c:v>10.437</c:v>
                </c:pt>
                <c:pt idx="10707">
                  <c:v>10.424</c:v>
                </c:pt>
                <c:pt idx="10708">
                  <c:v>10.39</c:v>
                </c:pt>
                <c:pt idx="10709">
                  <c:v>10.376</c:v>
                </c:pt>
                <c:pt idx="10710">
                  <c:v>10.371</c:v>
                </c:pt>
                <c:pt idx="10711">
                  <c:v>10.368</c:v>
                </c:pt>
                <c:pt idx="10712">
                  <c:v>10.361</c:v>
                </c:pt>
                <c:pt idx="10713">
                  <c:v>10.35</c:v>
                </c:pt>
                <c:pt idx="10714">
                  <c:v>10.302</c:v>
                </c:pt>
                <c:pt idx="10715">
                  <c:v>10.243</c:v>
                </c:pt>
                <c:pt idx="10716">
                  <c:v>10.224</c:v>
                </c:pt>
                <c:pt idx="10717">
                  <c:v>10.219</c:v>
                </c:pt>
                <c:pt idx="10718">
                  <c:v>10.201</c:v>
                </c:pt>
                <c:pt idx="10719">
                  <c:v>10.201</c:v>
                </c:pt>
                <c:pt idx="10720">
                  <c:v>10.201</c:v>
                </c:pt>
                <c:pt idx="10721">
                  <c:v>10.193</c:v>
                </c:pt>
                <c:pt idx="10722">
                  <c:v>10.193</c:v>
                </c:pt>
                <c:pt idx="10723">
                  <c:v>10.186</c:v>
                </c:pt>
                <c:pt idx="10724">
                  <c:v>10.181</c:v>
                </c:pt>
                <c:pt idx="10725">
                  <c:v>10.132</c:v>
                </c:pt>
                <c:pt idx="10726">
                  <c:v>10.112</c:v>
                </c:pt>
                <c:pt idx="10727">
                  <c:v>10.088</c:v>
                </c:pt>
                <c:pt idx="10728">
                  <c:v>10.063</c:v>
                </c:pt>
                <c:pt idx="10729">
                  <c:v>10.047</c:v>
                </c:pt>
                <c:pt idx="10730">
                  <c:v>10.038</c:v>
                </c:pt>
                <c:pt idx="10731">
                  <c:v>10.038</c:v>
                </c:pt>
                <c:pt idx="10732">
                  <c:v>10.025</c:v>
                </c:pt>
                <c:pt idx="10733">
                  <c:v>10.025</c:v>
                </c:pt>
                <c:pt idx="10734">
                  <c:v>10.016</c:v>
                </c:pt>
                <c:pt idx="10735">
                  <c:v>9.981</c:v>
                </c:pt>
                <c:pt idx="10736">
                  <c:v>9.969</c:v>
                </c:pt>
                <c:pt idx="10737">
                  <c:v>9.962</c:v>
                </c:pt>
                <c:pt idx="10738">
                  <c:v>9.944</c:v>
                </c:pt>
                <c:pt idx="10739">
                  <c:v>9.899</c:v>
                </c:pt>
                <c:pt idx="10740">
                  <c:v>9.852</c:v>
                </c:pt>
                <c:pt idx="10741">
                  <c:v>9.84</c:v>
                </c:pt>
                <c:pt idx="10742">
                  <c:v>9.826</c:v>
                </c:pt>
                <c:pt idx="10743">
                  <c:v>9.807</c:v>
                </c:pt>
                <c:pt idx="10744">
                  <c:v>9.788</c:v>
                </c:pt>
                <c:pt idx="10745">
                  <c:v>9.786</c:v>
                </c:pt>
                <c:pt idx="10746">
                  <c:v>9.76</c:v>
                </c:pt>
                <c:pt idx="10747">
                  <c:v>9.76</c:v>
                </c:pt>
                <c:pt idx="10748">
                  <c:v>9.721</c:v>
                </c:pt>
                <c:pt idx="10749">
                  <c:v>9.721</c:v>
                </c:pt>
                <c:pt idx="10750">
                  <c:v>9.714</c:v>
                </c:pt>
                <c:pt idx="10751">
                  <c:v>9.709</c:v>
                </c:pt>
                <c:pt idx="10752">
                  <c:v>9.703</c:v>
                </c:pt>
                <c:pt idx="10753">
                  <c:v>9.701</c:v>
                </c:pt>
                <c:pt idx="10754">
                  <c:v>9.684</c:v>
                </c:pt>
                <c:pt idx="10755">
                  <c:v>9.682</c:v>
                </c:pt>
                <c:pt idx="10756">
                  <c:v>9.666</c:v>
                </c:pt>
                <c:pt idx="10757">
                  <c:v>9.665</c:v>
                </c:pt>
                <c:pt idx="10758">
                  <c:v>9.615</c:v>
                </c:pt>
                <c:pt idx="10759">
                  <c:v>9.531</c:v>
                </c:pt>
                <c:pt idx="10760">
                  <c:v>9.492</c:v>
                </c:pt>
                <c:pt idx="10761">
                  <c:v>9.491</c:v>
                </c:pt>
                <c:pt idx="10762">
                  <c:v>9.427</c:v>
                </c:pt>
                <c:pt idx="10763">
                  <c:v>9.425</c:v>
                </c:pt>
                <c:pt idx="10764">
                  <c:v>9.408</c:v>
                </c:pt>
                <c:pt idx="10765">
                  <c:v>9.405</c:v>
                </c:pt>
                <c:pt idx="10766">
                  <c:v>9.404</c:v>
                </c:pt>
                <c:pt idx="10767">
                  <c:v>9.396</c:v>
                </c:pt>
                <c:pt idx="10768">
                  <c:v>9.393</c:v>
                </c:pt>
                <c:pt idx="10769">
                  <c:v>9.375</c:v>
                </c:pt>
                <c:pt idx="10770">
                  <c:v>9.365</c:v>
                </c:pt>
                <c:pt idx="10771">
                  <c:v>9.358</c:v>
                </c:pt>
                <c:pt idx="10772">
                  <c:v>9.344</c:v>
                </c:pt>
                <c:pt idx="10773">
                  <c:v>9.338</c:v>
                </c:pt>
                <c:pt idx="10774">
                  <c:v>9.336</c:v>
                </c:pt>
                <c:pt idx="10775">
                  <c:v>9.331</c:v>
                </c:pt>
                <c:pt idx="10776">
                  <c:v>9.31</c:v>
                </c:pt>
                <c:pt idx="10777">
                  <c:v>9.304</c:v>
                </c:pt>
                <c:pt idx="10778">
                  <c:v>9.292</c:v>
                </c:pt>
                <c:pt idx="10779">
                  <c:v>9.29</c:v>
                </c:pt>
                <c:pt idx="10780">
                  <c:v>9.256</c:v>
                </c:pt>
                <c:pt idx="10781">
                  <c:v>9.232</c:v>
                </c:pt>
                <c:pt idx="10782">
                  <c:v>9.225</c:v>
                </c:pt>
                <c:pt idx="10783">
                  <c:v>9.18</c:v>
                </c:pt>
                <c:pt idx="10784">
                  <c:v>9.163</c:v>
                </c:pt>
                <c:pt idx="10785">
                  <c:v>9.153</c:v>
                </c:pt>
                <c:pt idx="10786">
                  <c:v>9.15</c:v>
                </c:pt>
                <c:pt idx="10787">
                  <c:v>9.144</c:v>
                </c:pt>
                <c:pt idx="10788">
                  <c:v>9.137</c:v>
                </c:pt>
                <c:pt idx="10789">
                  <c:v>9.136</c:v>
                </c:pt>
                <c:pt idx="10790">
                  <c:v>9.12</c:v>
                </c:pt>
                <c:pt idx="10791">
                  <c:v>9.096</c:v>
                </c:pt>
                <c:pt idx="10792">
                  <c:v>9.071</c:v>
                </c:pt>
                <c:pt idx="10793">
                  <c:v>9.056</c:v>
                </c:pt>
                <c:pt idx="10794">
                  <c:v>9.023</c:v>
                </c:pt>
                <c:pt idx="10795">
                  <c:v>9.021</c:v>
                </c:pt>
                <c:pt idx="10796">
                  <c:v>9.009</c:v>
                </c:pt>
                <c:pt idx="10797">
                  <c:v>8.91</c:v>
                </c:pt>
                <c:pt idx="10798">
                  <c:v>8.905</c:v>
                </c:pt>
                <c:pt idx="10799">
                  <c:v>8.883</c:v>
                </c:pt>
                <c:pt idx="10800">
                  <c:v>8.818</c:v>
                </c:pt>
                <c:pt idx="10801">
                  <c:v>8.817</c:v>
                </c:pt>
                <c:pt idx="10802">
                  <c:v>8.802</c:v>
                </c:pt>
                <c:pt idx="10803">
                  <c:v>8.797</c:v>
                </c:pt>
                <c:pt idx="10804">
                  <c:v>8.777</c:v>
                </c:pt>
                <c:pt idx="10805">
                  <c:v>8.732</c:v>
                </c:pt>
                <c:pt idx="10806">
                  <c:v>8.727</c:v>
                </c:pt>
                <c:pt idx="10807">
                  <c:v>8.719</c:v>
                </c:pt>
                <c:pt idx="10808">
                  <c:v>8.714</c:v>
                </c:pt>
                <c:pt idx="10809">
                  <c:v>8.7</c:v>
                </c:pt>
                <c:pt idx="10810">
                  <c:v>8.696</c:v>
                </c:pt>
                <c:pt idx="10811">
                  <c:v>8.691</c:v>
                </c:pt>
                <c:pt idx="10812">
                  <c:v>8.686</c:v>
                </c:pt>
                <c:pt idx="10813">
                  <c:v>8.672</c:v>
                </c:pt>
                <c:pt idx="10814">
                  <c:v>8.607</c:v>
                </c:pt>
                <c:pt idx="10815">
                  <c:v>8.606</c:v>
                </c:pt>
                <c:pt idx="10816">
                  <c:v>8.602</c:v>
                </c:pt>
                <c:pt idx="10817">
                  <c:v>8.578</c:v>
                </c:pt>
                <c:pt idx="10818">
                  <c:v>8.558</c:v>
                </c:pt>
                <c:pt idx="10819">
                  <c:v>8.548</c:v>
                </c:pt>
                <c:pt idx="10820">
                  <c:v>8.548</c:v>
                </c:pt>
                <c:pt idx="10821">
                  <c:v>8.547</c:v>
                </c:pt>
                <c:pt idx="10822">
                  <c:v>8.518</c:v>
                </c:pt>
                <c:pt idx="10823">
                  <c:v>8.504</c:v>
                </c:pt>
                <c:pt idx="10824">
                  <c:v>8.503</c:v>
                </c:pt>
                <c:pt idx="10825">
                  <c:v>8.498</c:v>
                </c:pt>
                <c:pt idx="10826">
                  <c:v>8.491</c:v>
                </c:pt>
                <c:pt idx="10827">
                  <c:v>8.475</c:v>
                </c:pt>
                <c:pt idx="10828">
                  <c:v>8.439</c:v>
                </c:pt>
                <c:pt idx="10829">
                  <c:v>8.438</c:v>
                </c:pt>
                <c:pt idx="10830">
                  <c:v>8.437</c:v>
                </c:pt>
                <c:pt idx="10831">
                  <c:v>8.433</c:v>
                </c:pt>
                <c:pt idx="10832">
                  <c:v>8.425</c:v>
                </c:pt>
                <c:pt idx="10833">
                  <c:v>8.399</c:v>
                </c:pt>
                <c:pt idx="10834">
                  <c:v>8.397</c:v>
                </c:pt>
                <c:pt idx="10835">
                  <c:v>8.366</c:v>
                </c:pt>
                <c:pt idx="10836">
                  <c:v>8.364</c:v>
                </c:pt>
                <c:pt idx="10837">
                  <c:v>8.346</c:v>
                </c:pt>
                <c:pt idx="10838">
                  <c:v>8.334</c:v>
                </c:pt>
                <c:pt idx="10839">
                  <c:v>8.307</c:v>
                </c:pt>
                <c:pt idx="10840">
                  <c:v>8.284</c:v>
                </c:pt>
                <c:pt idx="10841">
                  <c:v>8.233</c:v>
                </c:pt>
                <c:pt idx="10842">
                  <c:v>8.221</c:v>
                </c:pt>
                <c:pt idx="10843">
                  <c:v>8.191</c:v>
                </c:pt>
                <c:pt idx="10844">
                  <c:v>8.184</c:v>
                </c:pt>
                <c:pt idx="10845">
                  <c:v>8.182</c:v>
                </c:pt>
                <c:pt idx="10846">
                  <c:v>8.179</c:v>
                </c:pt>
                <c:pt idx="10847">
                  <c:v>8.174</c:v>
                </c:pt>
                <c:pt idx="10848">
                  <c:v>8.154</c:v>
                </c:pt>
                <c:pt idx="10849">
                  <c:v>8.144</c:v>
                </c:pt>
                <c:pt idx="10850">
                  <c:v>8.14</c:v>
                </c:pt>
                <c:pt idx="10851">
                  <c:v>8.12</c:v>
                </c:pt>
                <c:pt idx="10852">
                  <c:v>8.118</c:v>
                </c:pt>
                <c:pt idx="10853">
                  <c:v>8.116</c:v>
                </c:pt>
                <c:pt idx="10854">
                  <c:v>8.115</c:v>
                </c:pt>
                <c:pt idx="10855">
                  <c:v>8.108</c:v>
                </c:pt>
                <c:pt idx="10856">
                  <c:v>8.098</c:v>
                </c:pt>
                <c:pt idx="10857">
                  <c:v>8.098</c:v>
                </c:pt>
                <c:pt idx="10858">
                  <c:v>8.098</c:v>
                </c:pt>
                <c:pt idx="10859">
                  <c:v>8.087</c:v>
                </c:pt>
                <c:pt idx="10860">
                  <c:v>8.083</c:v>
                </c:pt>
                <c:pt idx="10861">
                  <c:v>8.08</c:v>
                </c:pt>
                <c:pt idx="10862">
                  <c:v>8.073</c:v>
                </c:pt>
                <c:pt idx="10863">
                  <c:v>8.072</c:v>
                </c:pt>
                <c:pt idx="10864">
                  <c:v>8.066</c:v>
                </c:pt>
                <c:pt idx="10865">
                  <c:v>8.046</c:v>
                </c:pt>
                <c:pt idx="10866">
                  <c:v>8.044</c:v>
                </c:pt>
                <c:pt idx="10867">
                  <c:v>8.032</c:v>
                </c:pt>
                <c:pt idx="10868">
                  <c:v>8.022</c:v>
                </c:pt>
                <c:pt idx="10869">
                  <c:v>8.019</c:v>
                </c:pt>
                <c:pt idx="10870">
                  <c:v>7.973</c:v>
                </c:pt>
                <c:pt idx="10871">
                  <c:v>7.958</c:v>
                </c:pt>
                <c:pt idx="10872">
                  <c:v>7.949</c:v>
                </c:pt>
                <c:pt idx="10873">
                  <c:v>7.941</c:v>
                </c:pt>
                <c:pt idx="10874">
                  <c:v>7.94</c:v>
                </c:pt>
                <c:pt idx="10875">
                  <c:v>7.938</c:v>
                </c:pt>
                <c:pt idx="10876">
                  <c:v>7.881</c:v>
                </c:pt>
                <c:pt idx="10877">
                  <c:v>7.853</c:v>
                </c:pt>
                <c:pt idx="10878">
                  <c:v>7.826</c:v>
                </c:pt>
                <c:pt idx="10879">
                  <c:v>7.825</c:v>
                </c:pt>
                <c:pt idx="10880">
                  <c:v>7.822</c:v>
                </c:pt>
                <c:pt idx="10881">
                  <c:v>7.806</c:v>
                </c:pt>
                <c:pt idx="10882">
                  <c:v>7.8</c:v>
                </c:pt>
                <c:pt idx="10883">
                  <c:v>7.788</c:v>
                </c:pt>
                <c:pt idx="10884">
                  <c:v>7.763</c:v>
                </c:pt>
                <c:pt idx="10885">
                  <c:v>7.715</c:v>
                </c:pt>
                <c:pt idx="10886">
                  <c:v>7.699</c:v>
                </c:pt>
                <c:pt idx="10887">
                  <c:v>7.68</c:v>
                </c:pt>
                <c:pt idx="10888">
                  <c:v>7.68</c:v>
                </c:pt>
                <c:pt idx="10889">
                  <c:v>7.649</c:v>
                </c:pt>
                <c:pt idx="10890">
                  <c:v>7.618</c:v>
                </c:pt>
                <c:pt idx="10891">
                  <c:v>7.61</c:v>
                </c:pt>
                <c:pt idx="10892">
                  <c:v>7.608</c:v>
                </c:pt>
                <c:pt idx="10893">
                  <c:v>7.599</c:v>
                </c:pt>
                <c:pt idx="10894">
                  <c:v>7.586</c:v>
                </c:pt>
                <c:pt idx="10895">
                  <c:v>7.585</c:v>
                </c:pt>
                <c:pt idx="10896">
                  <c:v>7.578</c:v>
                </c:pt>
                <c:pt idx="10897">
                  <c:v>7.575</c:v>
                </c:pt>
                <c:pt idx="10898">
                  <c:v>7.574</c:v>
                </c:pt>
                <c:pt idx="10899">
                  <c:v>7.561</c:v>
                </c:pt>
                <c:pt idx="10900">
                  <c:v>7.546</c:v>
                </c:pt>
                <c:pt idx="10901">
                  <c:v>7.533</c:v>
                </c:pt>
                <c:pt idx="10902">
                  <c:v>7.519</c:v>
                </c:pt>
                <c:pt idx="10903">
                  <c:v>7.508</c:v>
                </c:pt>
                <c:pt idx="10904">
                  <c:v>7.472</c:v>
                </c:pt>
                <c:pt idx="10905">
                  <c:v>7.455</c:v>
                </c:pt>
                <c:pt idx="10906">
                  <c:v>7.444</c:v>
                </c:pt>
                <c:pt idx="10907">
                  <c:v>624.835</c:v>
                </c:pt>
                <c:pt idx="10908">
                  <c:v>374.566</c:v>
                </c:pt>
                <c:pt idx="10909">
                  <c:v>247.229</c:v>
                </c:pt>
                <c:pt idx="10910">
                  <c:v>185.744</c:v>
                </c:pt>
                <c:pt idx="10911">
                  <c:v>166.821</c:v>
                </c:pt>
                <c:pt idx="10912">
                  <c:v>165.386</c:v>
                </c:pt>
                <c:pt idx="10913">
                  <c:v>164.819</c:v>
                </c:pt>
                <c:pt idx="10914">
                  <c:v>159.869</c:v>
                </c:pt>
                <c:pt idx="10915">
                  <c:v>159.511</c:v>
                </c:pt>
                <c:pt idx="10916">
                  <c:v>138.751</c:v>
                </c:pt>
                <c:pt idx="10917">
                  <c:v>135.807</c:v>
                </c:pt>
                <c:pt idx="10918">
                  <c:v>134.706</c:v>
                </c:pt>
                <c:pt idx="10919">
                  <c:v>121.922</c:v>
                </c:pt>
                <c:pt idx="10920">
                  <c:v>121.774</c:v>
                </c:pt>
                <c:pt idx="10921">
                  <c:v>120.89</c:v>
                </c:pt>
                <c:pt idx="10922">
                  <c:v>119.003</c:v>
                </c:pt>
                <c:pt idx="10923">
                  <c:v>112.058</c:v>
                </c:pt>
                <c:pt idx="10924">
                  <c:v>109.861</c:v>
                </c:pt>
                <c:pt idx="10925">
                  <c:v>106.764</c:v>
                </c:pt>
                <c:pt idx="10926">
                  <c:v>105.716</c:v>
                </c:pt>
                <c:pt idx="10927">
                  <c:v>104.406</c:v>
                </c:pt>
                <c:pt idx="10928">
                  <c:v>102.924</c:v>
                </c:pt>
                <c:pt idx="10929">
                  <c:v>100.525</c:v>
                </c:pt>
                <c:pt idx="10930">
                  <c:v>98.105</c:v>
                </c:pt>
                <c:pt idx="10931">
                  <c:v>97.792</c:v>
                </c:pt>
                <c:pt idx="10932">
                  <c:v>94.378</c:v>
                </c:pt>
                <c:pt idx="10933">
                  <c:v>93.017</c:v>
                </c:pt>
                <c:pt idx="10934">
                  <c:v>90.408</c:v>
                </c:pt>
                <c:pt idx="10935">
                  <c:v>87.165</c:v>
                </c:pt>
                <c:pt idx="10936">
                  <c:v>86.606</c:v>
                </c:pt>
                <c:pt idx="10937">
                  <c:v>86.23</c:v>
                </c:pt>
                <c:pt idx="10938">
                  <c:v>84.27</c:v>
                </c:pt>
                <c:pt idx="10939">
                  <c:v>83.794</c:v>
                </c:pt>
                <c:pt idx="10940">
                  <c:v>83.558</c:v>
                </c:pt>
                <c:pt idx="10941">
                  <c:v>82.823</c:v>
                </c:pt>
                <c:pt idx="10942">
                  <c:v>82.286</c:v>
                </c:pt>
                <c:pt idx="10943">
                  <c:v>80.418</c:v>
                </c:pt>
                <c:pt idx="10944">
                  <c:v>78.534</c:v>
                </c:pt>
                <c:pt idx="10945">
                  <c:v>76.994</c:v>
                </c:pt>
                <c:pt idx="10946">
                  <c:v>76.941</c:v>
                </c:pt>
                <c:pt idx="10947">
                  <c:v>76.585</c:v>
                </c:pt>
                <c:pt idx="10948">
                  <c:v>74.021</c:v>
                </c:pt>
                <c:pt idx="10949">
                  <c:v>73.815</c:v>
                </c:pt>
                <c:pt idx="10950">
                  <c:v>72.444</c:v>
                </c:pt>
                <c:pt idx="10951">
                  <c:v>72.256</c:v>
                </c:pt>
                <c:pt idx="10952">
                  <c:v>72.011</c:v>
                </c:pt>
                <c:pt idx="10953">
                  <c:v>70.774</c:v>
                </c:pt>
                <c:pt idx="10954">
                  <c:v>70.372</c:v>
                </c:pt>
                <c:pt idx="10955">
                  <c:v>69.838</c:v>
                </c:pt>
                <c:pt idx="10956">
                  <c:v>69.741</c:v>
                </c:pt>
                <c:pt idx="10957">
                  <c:v>69.089</c:v>
                </c:pt>
                <c:pt idx="10958">
                  <c:v>69.028</c:v>
                </c:pt>
                <c:pt idx="10959">
                  <c:v>68.825</c:v>
                </c:pt>
                <c:pt idx="10960">
                  <c:v>67.515</c:v>
                </c:pt>
                <c:pt idx="10961">
                  <c:v>67.44</c:v>
                </c:pt>
                <c:pt idx="10962">
                  <c:v>67.065</c:v>
                </c:pt>
                <c:pt idx="10963">
                  <c:v>67.02</c:v>
                </c:pt>
                <c:pt idx="10964">
                  <c:v>65.59</c:v>
                </c:pt>
                <c:pt idx="10965">
                  <c:v>65.229</c:v>
                </c:pt>
                <c:pt idx="10966">
                  <c:v>63.523</c:v>
                </c:pt>
                <c:pt idx="10967">
                  <c:v>62.88</c:v>
                </c:pt>
                <c:pt idx="10968">
                  <c:v>62.652</c:v>
                </c:pt>
                <c:pt idx="10969">
                  <c:v>62.141</c:v>
                </c:pt>
                <c:pt idx="10970">
                  <c:v>62.007</c:v>
                </c:pt>
                <c:pt idx="10971">
                  <c:v>61.993</c:v>
                </c:pt>
                <c:pt idx="10972">
                  <c:v>61.945</c:v>
                </c:pt>
                <c:pt idx="10973">
                  <c:v>61.342</c:v>
                </c:pt>
                <c:pt idx="10974">
                  <c:v>60.466</c:v>
                </c:pt>
                <c:pt idx="10975">
                  <c:v>60.079</c:v>
                </c:pt>
                <c:pt idx="10976">
                  <c:v>59.566</c:v>
                </c:pt>
                <c:pt idx="10977">
                  <c:v>58.769</c:v>
                </c:pt>
                <c:pt idx="10978">
                  <c:v>58.515</c:v>
                </c:pt>
                <c:pt idx="10979">
                  <c:v>58.172</c:v>
                </c:pt>
                <c:pt idx="10980">
                  <c:v>57.638</c:v>
                </c:pt>
                <c:pt idx="10981">
                  <c:v>57.399</c:v>
                </c:pt>
                <c:pt idx="10982">
                  <c:v>55.686</c:v>
                </c:pt>
                <c:pt idx="10983">
                  <c:v>53.837</c:v>
                </c:pt>
                <c:pt idx="10984">
                  <c:v>53.608</c:v>
                </c:pt>
                <c:pt idx="10985">
                  <c:v>52.974</c:v>
                </c:pt>
                <c:pt idx="10986">
                  <c:v>52.27</c:v>
                </c:pt>
                <c:pt idx="10987">
                  <c:v>51.85</c:v>
                </c:pt>
                <c:pt idx="10988">
                  <c:v>51.617</c:v>
                </c:pt>
                <c:pt idx="10989">
                  <c:v>51.122</c:v>
                </c:pt>
                <c:pt idx="10990">
                  <c:v>50.764</c:v>
                </c:pt>
                <c:pt idx="10991">
                  <c:v>50.642</c:v>
                </c:pt>
                <c:pt idx="10992">
                  <c:v>50.553</c:v>
                </c:pt>
                <c:pt idx="10993">
                  <c:v>49.952</c:v>
                </c:pt>
                <c:pt idx="10994">
                  <c:v>49.744</c:v>
                </c:pt>
                <c:pt idx="10995">
                  <c:v>49.538</c:v>
                </c:pt>
                <c:pt idx="10996">
                  <c:v>49.442</c:v>
                </c:pt>
                <c:pt idx="10997">
                  <c:v>48.014</c:v>
                </c:pt>
                <c:pt idx="10998">
                  <c:v>47.881</c:v>
                </c:pt>
                <c:pt idx="10999">
                  <c:v>47.421</c:v>
                </c:pt>
                <c:pt idx="11000">
                  <c:v>46.896</c:v>
                </c:pt>
                <c:pt idx="11001">
                  <c:v>46.089</c:v>
                </c:pt>
                <c:pt idx="11002">
                  <c:v>46.03</c:v>
                </c:pt>
                <c:pt idx="11003">
                  <c:v>45.698</c:v>
                </c:pt>
                <c:pt idx="11004">
                  <c:v>45.521</c:v>
                </c:pt>
                <c:pt idx="11005">
                  <c:v>45.368</c:v>
                </c:pt>
                <c:pt idx="11006">
                  <c:v>45.259</c:v>
                </c:pt>
                <c:pt idx="11007">
                  <c:v>44.705</c:v>
                </c:pt>
                <c:pt idx="11008">
                  <c:v>44.255</c:v>
                </c:pt>
                <c:pt idx="11009">
                  <c:v>44.098</c:v>
                </c:pt>
                <c:pt idx="11010">
                  <c:v>43.939</c:v>
                </c:pt>
                <c:pt idx="11011">
                  <c:v>43.813</c:v>
                </c:pt>
                <c:pt idx="11012">
                  <c:v>43.746</c:v>
                </c:pt>
                <c:pt idx="11013">
                  <c:v>43.469</c:v>
                </c:pt>
                <c:pt idx="11014">
                  <c:v>43.46</c:v>
                </c:pt>
                <c:pt idx="11015">
                  <c:v>42.759</c:v>
                </c:pt>
                <c:pt idx="11016">
                  <c:v>42.707</c:v>
                </c:pt>
                <c:pt idx="11017">
                  <c:v>42.553</c:v>
                </c:pt>
                <c:pt idx="11018">
                  <c:v>42.511</c:v>
                </c:pt>
                <c:pt idx="11019">
                  <c:v>42.207</c:v>
                </c:pt>
                <c:pt idx="11020">
                  <c:v>42.182</c:v>
                </c:pt>
                <c:pt idx="11021">
                  <c:v>42.06</c:v>
                </c:pt>
                <c:pt idx="11022">
                  <c:v>41.697</c:v>
                </c:pt>
                <c:pt idx="11023">
                  <c:v>41.448</c:v>
                </c:pt>
                <c:pt idx="11024">
                  <c:v>40.962</c:v>
                </c:pt>
                <c:pt idx="11025">
                  <c:v>40.617</c:v>
                </c:pt>
                <c:pt idx="11026">
                  <c:v>40.408</c:v>
                </c:pt>
                <c:pt idx="11027">
                  <c:v>40.228</c:v>
                </c:pt>
                <c:pt idx="11028">
                  <c:v>39.718</c:v>
                </c:pt>
                <c:pt idx="11029">
                  <c:v>39.234</c:v>
                </c:pt>
                <c:pt idx="11030">
                  <c:v>39.097</c:v>
                </c:pt>
                <c:pt idx="11031">
                  <c:v>38.697</c:v>
                </c:pt>
                <c:pt idx="11032">
                  <c:v>38.687</c:v>
                </c:pt>
                <c:pt idx="11033">
                  <c:v>38.626</c:v>
                </c:pt>
                <c:pt idx="11034">
                  <c:v>38.427</c:v>
                </c:pt>
                <c:pt idx="11035">
                  <c:v>38.146</c:v>
                </c:pt>
                <c:pt idx="11036">
                  <c:v>37.993</c:v>
                </c:pt>
                <c:pt idx="11037">
                  <c:v>37.95</c:v>
                </c:pt>
                <c:pt idx="11038">
                  <c:v>37.901</c:v>
                </c:pt>
                <c:pt idx="11039">
                  <c:v>37.585</c:v>
                </c:pt>
                <c:pt idx="11040">
                  <c:v>37.529</c:v>
                </c:pt>
                <c:pt idx="11041">
                  <c:v>36.922</c:v>
                </c:pt>
                <c:pt idx="11042">
                  <c:v>36.377</c:v>
                </c:pt>
                <c:pt idx="11043">
                  <c:v>36.257</c:v>
                </c:pt>
                <c:pt idx="11044">
                  <c:v>36.011</c:v>
                </c:pt>
                <c:pt idx="11045">
                  <c:v>35.862</c:v>
                </c:pt>
                <c:pt idx="11046">
                  <c:v>35.777</c:v>
                </c:pt>
                <c:pt idx="11047">
                  <c:v>35.711</c:v>
                </c:pt>
                <c:pt idx="11048">
                  <c:v>35.575</c:v>
                </c:pt>
                <c:pt idx="11049">
                  <c:v>35.062</c:v>
                </c:pt>
                <c:pt idx="11050">
                  <c:v>34.966</c:v>
                </c:pt>
                <c:pt idx="11051">
                  <c:v>34.941</c:v>
                </c:pt>
                <c:pt idx="11052">
                  <c:v>34.684</c:v>
                </c:pt>
                <c:pt idx="11053">
                  <c:v>34.11</c:v>
                </c:pt>
                <c:pt idx="11054">
                  <c:v>34.073</c:v>
                </c:pt>
                <c:pt idx="11055">
                  <c:v>33.661</c:v>
                </c:pt>
                <c:pt idx="11056">
                  <c:v>33.061</c:v>
                </c:pt>
                <c:pt idx="11057">
                  <c:v>32.899</c:v>
                </c:pt>
                <c:pt idx="11058">
                  <c:v>32.695</c:v>
                </c:pt>
                <c:pt idx="11059">
                  <c:v>32.545</c:v>
                </c:pt>
                <c:pt idx="11060">
                  <c:v>32.471</c:v>
                </c:pt>
                <c:pt idx="11061">
                  <c:v>32.383</c:v>
                </c:pt>
                <c:pt idx="11062">
                  <c:v>32.312</c:v>
                </c:pt>
                <c:pt idx="11063">
                  <c:v>32.304</c:v>
                </c:pt>
                <c:pt idx="11064">
                  <c:v>32.161</c:v>
                </c:pt>
                <c:pt idx="11065">
                  <c:v>32.045</c:v>
                </c:pt>
                <c:pt idx="11066">
                  <c:v>31.896</c:v>
                </c:pt>
                <c:pt idx="11067">
                  <c:v>31.779</c:v>
                </c:pt>
                <c:pt idx="11068">
                  <c:v>31.582</c:v>
                </c:pt>
                <c:pt idx="11069">
                  <c:v>31.427</c:v>
                </c:pt>
                <c:pt idx="11070">
                  <c:v>31.176</c:v>
                </c:pt>
                <c:pt idx="11071">
                  <c:v>30.952</c:v>
                </c:pt>
                <c:pt idx="11072">
                  <c:v>30.891</c:v>
                </c:pt>
                <c:pt idx="11073">
                  <c:v>30.622</c:v>
                </c:pt>
                <c:pt idx="11074">
                  <c:v>30.549</c:v>
                </c:pt>
                <c:pt idx="11075">
                  <c:v>30.16</c:v>
                </c:pt>
                <c:pt idx="11076">
                  <c:v>29.928</c:v>
                </c:pt>
                <c:pt idx="11077">
                  <c:v>29.885</c:v>
                </c:pt>
                <c:pt idx="11078">
                  <c:v>29.836</c:v>
                </c:pt>
                <c:pt idx="11079">
                  <c:v>29.835</c:v>
                </c:pt>
                <c:pt idx="11080">
                  <c:v>29.668</c:v>
                </c:pt>
                <c:pt idx="11081">
                  <c:v>29.579</c:v>
                </c:pt>
                <c:pt idx="11082">
                  <c:v>29.457</c:v>
                </c:pt>
                <c:pt idx="11083">
                  <c:v>29.241</c:v>
                </c:pt>
                <c:pt idx="11084">
                  <c:v>29.224</c:v>
                </c:pt>
                <c:pt idx="11085">
                  <c:v>29.004</c:v>
                </c:pt>
                <c:pt idx="11086">
                  <c:v>28.918</c:v>
                </c:pt>
                <c:pt idx="11087">
                  <c:v>28.655</c:v>
                </c:pt>
                <c:pt idx="11088">
                  <c:v>28.47</c:v>
                </c:pt>
                <c:pt idx="11089">
                  <c:v>28.462</c:v>
                </c:pt>
                <c:pt idx="11090">
                  <c:v>28.4</c:v>
                </c:pt>
                <c:pt idx="11091">
                  <c:v>28.394</c:v>
                </c:pt>
                <c:pt idx="11092">
                  <c:v>28.384</c:v>
                </c:pt>
                <c:pt idx="11093">
                  <c:v>28.067</c:v>
                </c:pt>
                <c:pt idx="11094">
                  <c:v>28.057</c:v>
                </c:pt>
                <c:pt idx="11095">
                  <c:v>27.961</c:v>
                </c:pt>
                <c:pt idx="11096">
                  <c:v>27.814</c:v>
                </c:pt>
                <c:pt idx="11097">
                  <c:v>27.743</c:v>
                </c:pt>
                <c:pt idx="11098">
                  <c:v>27.599</c:v>
                </c:pt>
                <c:pt idx="11099">
                  <c:v>27.572</c:v>
                </c:pt>
                <c:pt idx="11100">
                  <c:v>27.451</c:v>
                </c:pt>
                <c:pt idx="11101">
                  <c:v>27.324</c:v>
                </c:pt>
                <c:pt idx="11102">
                  <c:v>27.221</c:v>
                </c:pt>
                <c:pt idx="11103">
                  <c:v>27.126</c:v>
                </c:pt>
                <c:pt idx="11104">
                  <c:v>26.856</c:v>
                </c:pt>
                <c:pt idx="11105">
                  <c:v>26.854</c:v>
                </c:pt>
                <c:pt idx="11106">
                  <c:v>26.815</c:v>
                </c:pt>
                <c:pt idx="11107">
                  <c:v>26.629</c:v>
                </c:pt>
                <c:pt idx="11108">
                  <c:v>26.613</c:v>
                </c:pt>
                <c:pt idx="11109">
                  <c:v>26.585</c:v>
                </c:pt>
                <c:pt idx="11110">
                  <c:v>26.369</c:v>
                </c:pt>
                <c:pt idx="11111">
                  <c:v>26.076</c:v>
                </c:pt>
                <c:pt idx="11112">
                  <c:v>25.929</c:v>
                </c:pt>
                <c:pt idx="11113">
                  <c:v>25.842</c:v>
                </c:pt>
                <c:pt idx="11114">
                  <c:v>25.758</c:v>
                </c:pt>
                <c:pt idx="11115">
                  <c:v>25.715</c:v>
                </c:pt>
                <c:pt idx="11116">
                  <c:v>25.57</c:v>
                </c:pt>
                <c:pt idx="11117">
                  <c:v>25.47</c:v>
                </c:pt>
                <c:pt idx="11118">
                  <c:v>25.056</c:v>
                </c:pt>
                <c:pt idx="11119">
                  <c:v>25.053</c:v>
                </c:pt>
                <c:pt idx="11120">
                  <c:v>25.007</c:v>
                </c:pt>
                <c:pt idx="11121">
                  <c:v>24.962</c:v>
                </c:pt>
                <c:pt idx="11122">
                  <c:v>24.895</c:v>
                </c:pt>
                <c:pt idx="11123">
                  <c:v>24.74</c:v>
                </c:pt>
                <c:pt idx="11124">
                  <c:v>24.519</c:v>
                </c:pt>
                <c:pt idx="11125">
                  <c:v>24.491</c:v>
                </c:pt>
                <c:pt idx="11126">
                  <c:v>24.452</c:v>
                </c:pt>
                <c:pt idx="11127">
                  <c:v>24.438</c:v>
                </c:pt>
                <c:pt idx="11128">
                  <c:v>24.414</c:v>
                </c:pt>
                <c:pt idx="11129">
                  <c:v>24.267</c:v>
                </c:pt>
                <c:pt idx="11130">
                  <c:v>24.231</c:v>
                </c:pt>
                <c:pt idx="11131">
                  <c:v>24.156</c:v>
                </c:pt>
                <c:pt idx="11132">
                  <c:v>24.064</c:v>
                </c:pt>
                <c:pt idx="11133">
                  <c:v>24.026</c:v>
                </c:pt>
                <c:pt idx="11134">
                  <c:v>24.011</c:v>
                </c:pt>
                <c:pt idx="11135">
                  <c:v>23.868</c:v>
                </c:pt>
                <c:pt idx="11136">
                  <c:v>23.804</c:v>
                </c:pt>
                <c:pt idx="11137">
                  <c:v>23.747</c:v>
                </c:pt>
                <c:pt idx="11138">
                  <c:v>23.71</c:v>
                </c:pt>
                <c:pt idx="11139">
                  <c:v>23.63</c:v>
                </c:pt>
                <c:pt idx="11140">
                  <c:v>23.615</c:v>
                </c:pt>
                <c:pt idx="11141">
                  <c:v>23.567</c:v>
                </c:pt>
                <c:pt idx="11142">
                  <c:v>23.54</c:v>
                </c:pt>
                <c:pt idx="11143">
                  <c:v>23.503</c:v>
                </c:pt>
                <c:pt idx="11144">
                  <c:v>23.482</c:v>
                </c:pt>
                <c:pt idx="11145">
                  <c:v>23.391</c:v>
                </c:pt>
                <c:pt idx="11146">
                  <c:v>23.283</c:v>
                </c:pt>
                <c:pt idx="11147">
                  <c:v>23.078</c:v>
                </c:pt>
                <c:pt idx="11148">
                  <c:v>23.048</c:v>
                </c:pt>
                <c:pt idx="11149">
                  <c:v>23.039</c:v>
                </c:pt>
                <c:pt idx="11150">
                  <c:v>23.036</c:v>
                </c:pt>
                <c:pt idx="11151">
                  <c:v>22.947</c:v>
                </c:pt>
                <c:pt idx="11152">
                  <c:v>22.869</c:v>
                </c:pt>
                <c:pt idx="11153">
                  <c:v>22.744</c:v>
                </c:pt>
                <c:pt idx="11154">
                  <c:v>22.686</c:v>
                </c:pt>
                <c:pt idx="11155">
                  <c:v>22.677</c:v>
                </c:pt>
                <c:pt idx="11156">
                  <c:v>22.669</c:v>
                </c:pt>
                <c:pt idx="11157">
                  <c:v>22.638</c:v>
                </c:pt>
                <c:pt idx="11158">
                  <c:v>22.627</c:v>
                </c:pt>
                <c:pt idx="11159">
                  <c:v>22.452</c:v>
                </c:pt>
                <c:pt idx="11160">
                  <c:v>22.368</c:v>
                </c:pt>
                <c:pt idx="11161">
                  <c:v>22.357</c:v>
                </c:pt>
                <c:pt idx="11162">
                  <c:v>22.346</c:v>
                </c:pt>
                <c:pt idx="11163">
                  <c:v>22.291</c:v>
                </c:pt>
                <c:pt idx="11164">
                  <c:v>22.175</c:v>
                </c:pt>
                <c:pt idx="11165">
                  <c:v>22.051</c:v>
                </c:pt>
                <c:pt idx="11166">
                  <c:v>21.956</c:v>
                </c:pt>
                <c:pt idx="11167">
                  <c:v>21.928</c:v>
                </c:pt>
                <c:pt idx="11168">
                  <c:v>21.829</c:v>
                </c:pt>
                <c:pt idx="11169">
                  <c:v>21.822</c:v>
                </c:pt>
                <c:pt idx="11170">
                  <c:v>21.728</c:v>
                </c:pt>
                <c:pt idx="11171">
                  <c:v>21.605</c:v>
                </c:pt>
                <c:pt idx="11172">
                  <c:v>21.561</c:v>
                </c:pt>
                <c:pt idx="11173">
                  <c:v>21.532</c:v>
                </c:pt>
                <c:pt idx="11174">
                  <c:v>21.446</c:v>
                </c:pt>
                <c:pt idx="11175">
                  <c:v>21.26</c:v>
                </c:pt>
                <c:pt idx="11176">
                  <c:v>21.149</c:v>
                </c:pt>
                <c:pt idx="11177">
                  <c:v>21.034</c:v>
                </c:pt>
                <c:pt idx="11178">
                  <c:v>21.009</c:v>
                </c:pt>
                <c:pt idx="11179">
                  <c:v>20.973</c:v>
                </c:pt>
                <c:pt idx="11180">
                  <c:v>20.92</c:v>
                </c:pt>
                <c:pt idx="11181">
                  <c:v>20.893</c:v>
                </c:pt>
                <c:pt idx="11182">
                  <c:v>20.869</c:v>
                </c:pt>
                <c:pt idx="11183">
                  <c:v>20.828</c:v>
                </c:pt>
                <c:pt idx="11184">
                  <c:v>20.786</c:v>
                </c:pt>
                <c:pt idx="11185">
                  <c:v>20.63</c:v>
                </c:pt>
                <c:pt idx="11186">
                  <c:v>20.562</c:v>
                </c:pt>
                <c:pt idx="11187">
                  <c:v>20.541</c:v>
                </c:pt>
                <c:pt idx="11188">
                  <c:v>20.517</c:v>
                </c:pt>
                <c:pt idx="11189">
                  <c:v>20.471</c:v>
                </c:pt>
                <c:pt idx="11190">
                  <c:v>20.444</c:v>
                </c:pt>
                <c:pt idx="11191">
                  <c:v>20.359</c:v>
                </c:pt>
                <c:pt idx="11192">
                  <c:v>20.327</c:v>
                </c:pt>
                <c:pt idx="11193">
                  <c:v>20.318</c:v>
                </c:pt>
                <c:pt idx="11194">
                  <c:v>20.291</c:v>
                </c:pt>
                <c:pt idx="11195">
                  <c:v>20.284</c:v>
                </c:pt>
                <c:pt idx="11196">
                  <c:v>20.265</c:v>
                </c:pt>
                <c:pt idx="11197">
                  <c:v>20.184</c:v>
                </c:pt>
                <c:pt idx="11198">
                  <c:v>20.163</c:v>
                </c:pt>
                <c:pt idx="11199">
                  <c:v>20.154</c:v>
                </c:pt>
                <c:pt idx="11200">
                  <c:v>20.147</c:v>
                </c:pt>
                <c:pt idx="11201">
                  <c:v>20.119</c:v>
                </c:pt>
                <c:pt idx="11202">
                  <c:v>20.098</c:v>
                </c:pt>
                <c:pt idx="11203">
                  <c:v>20.088</c:v>
                </c:pt>
                <c:pt idx="11204">
                  <c:v>20.065</c:v>
                </c:pt>
                <c:pt idx="11205">
                  <c:v>20.047</c:v>
                </c:pt>
                <c:pt idx="11206">
                  <c:v>20.001</c:v>
                </c:pt>
                <c:pt idx="11207">
                  <c:v>19.944</c:v>
                </c:pt>
                <c:pt idx="11208">
                  <c:v>19.864</c:v>
                </c:pt>
                <c:pt idx="11209">
                  <c:v>19.862</c:v>
                </c:pt>
                <c:pt idx="11210">
                  <c:v>19.847</c:v>
                </c:pt>
                <c:pt idx="11211">
                  <c:v>19.841</c:v>
                </c:pt>
                <c:pt idx="11212">
                  <c:v>19.838</c:v>
                </c:pt>
                <c:pt idx="11213">
                  <c:v>19.793</c:v>
                </c:pt>
                <c:pt idx="11214">
                  <c:v>19.64</c:v>
                </c:pt>
                <c:pt idx="11215">
                  <c:v>19.557</c:v>
                </c:pt>
                <c:pt idx="11216">
                  <c:v>19.522</c:v>
                </c:pt>
                <c:pt idx="11217">
                  <c:v>19.464</c:v>
                </c:pt>
                <c:pt idx="11218">
                  <c:v>19.396</c:v>
                </c:pt>
                <c:pt idx="11219">
                  <c:v>19.3</c:v>
                </c:pt>
                <c:pt idx="11220">
                  <c:v>19.215</c:v>
                </c:pt>
                <c:pt idx="11221">
                  <c:v>19.202</c:v>
                </c:pt>
                <c:pt idx="11222">
                  <c:v>19.181</c:v>
                </c:pt>
                <c:pt idx="11223">
                  <c:v>19.167</c:v>
                </c:pt>
                <c:pt idx="11224">
                  <c:v>19.146</c:v>
                </c:pt>
                <c:pt idx="11225">
                  <c:v>19.092</c:v>
                </c:pt>
                <c:pt idx="11226">
                  <c:v>19.074</c:v>
                </c:pt>
                <c:pt idx="11227">
                  <c:v>19.056</c:v>
                </c:pt>
                <c:pt idx="11228">
                  <c:v>19.052</c:v>
                </c:pt>
                <c:pt idx="11229">
                  <c:v>19.048</c:v>
                </c:pt>
                <c:pt idx="11230">
                  <c:v>18.979</c:v>
                </c:pt>
                <c:pt idx="11231">
                  <c:v>18.934</c:v>
                </c:pt>
                <c:pt idx="11232">
                  <c:v>18.889</c:v>
                </c:pt>
                <c:pt idx="11233">
                  <c:v>18.875</c:v>
                </c:pt>
                <c:pt idx="11234">
                  <c:v>18.827</c:v>
                </c:pt>
                <c:pt idx="11235">
                  <c:v>18.736</c:v>
                </c:pt>
                <c:pt idx="11236">
                  <c:v>18.733</c:v>
                </c:pt>
                <c:pt idx="11237">
                  <c:v>18.654</c:v>
                </c:pt>
                <c:pt idx="11238">
                  <c:v>18.59</c:v>
                </c:pt>
                <c:pt idx="11239">
                  <c:v>18.533</c:v>
                </c:pt>
                <c:pt idx="11240">
                  <c:v>18.51</c:v>
                </c:pt>
                <c:pt idx="11241">
                  <c:v>18.5</c:v>
                </c:pt>
                <c:pt idx="11242">
                  <c:v>18.441</c:v>
                </c:pt>
                <c:pt idx="11243">
                  <c:v>18.431</c:v>
                </c:pt>
                <c:pt idx="11244">
                  <c:v>18.39</c:v>
                </c:pt>
                <c:pt idx="11245">
                  <c:v>18.381</c:v>
                </c:pt>
                <c:pt idx="11246">
                  <c:v>18.378</c:v>
                </c:pt>
                <c:pt idx="11247">
                  <c:v>18.268</c:v>
                </c:pt>
                <c:pt idx="11248">
                  <c:v>18.245</c:v>
                </c:pt>
                <c:pt idx="11249">
                  <c:v>18.244</c:v>
                </c:pt>
                <c:pt idx="11250">
                  <c:v>18.133</c:v>
                </c:pt>
                <c:pt idx="11251">
                  <c:v>18.127</c:v>
                </c:pt>
                <c:pt idx="11252">
                  <c:v>18.006</c:v>
                </c:pt>
                <c:pt idx="11253">
                  <c:v>17.996</c:v>
                </c:pt>
                <c:pt idx="11254">
                  <c:v>17.903</c:v>
                </c:pt>
                <c:pt idx="11255">
                  <c:v>17.886</c:v>
                </c:pt>
                <c:pt idx="11256">
                  <c:v>17.862</c:v>
                </c:pt>
                <c:pt idx="11257">
                  <c:v>17.86</c:v>
                </c:pt>
                <c:pt idx="11258">
                  <c:v>17.856</c:v>
                </c:pt>
                <c:pt idx="11259">
                  <c:v>17.835</c:v>
                </c:pt>
                <c:pt idx="11260">
                  <c:v>17.769</c:v>
                </c:pt>
                <c:pt idx="11261">
                  <c:v>17.693</c:v>
                </c:pt>
                <c:pt idx="11262">
                  <c:v>17.69</c:v>
                </c:pt>
                <c:pt idx="11263">
                  <c:v>17.639</c:v>
                </c:pt>
                <c:pt idx="11264">
                  <c:v>17.63</c:v>
                </c:pt>
                <c:pt idx="11265">
                  <c:v>17.591</c:v>
                </c:pt>
                <c:pt idx="11266">
                  <c:v>17.585</c:v>
                </c:pt>
                <c:pt idx="11267">
                  <c:v>17.51</c:v>
                </c:pt>
                <c:pt idx="11268">
                  <c:v>17.472</c:v>
                </c:pt>
                <c:pt idx="11269">
                  <c:v>17.391</c:v>
                </c:pt>
                <c:pt idx="11270">
                  <c:v>17.304</c:v>
                </c:pt>
                <c:pt idx="11271">
                  <c:v>17.274</c:v>
                </c:pt>
                <c:pt idx="11272">
                  <c:v>17.266</c:v>
                </c:pt>
                <c:pt idx="11273">
                  <c:v>17.246</c:v>
                </c:pt>
                <c:pt idx="11274">
                  <c:v>17.221</c:v>
                </c:pt>
                <c:pt idx="11275">
                  <c:v>17.174</c:v>
                </c:pt>
                <c:pt idx="11276">
                  <c:v>17.165</c:v>
                </c:pt>
                <c:pt idx="11277">
                  <c:v>17.164</c:v>
                </c:pt>
                <c:pt idx="11278">
                  <c:v>17.152</c:v>
                </c:pt>
                <c:pt idx="11279">
                  <c:v>17.149</c:v>
                </c:pt>
                <c:pt idx="11280">
                  <c:v>17.142</c:v>
                </c:pt>
                <c:pt idx="11281">
                  <c:v>17.045</c:v>
                </c:pt>
                <c:pt idx="11282">
                  <c:v>17.016</c:v>
                </c:pt>
                <c:pt idx="11283">
                  <c:v>16.996</c:v>
                </c:pt>
                <c:pt idx="11284">
                  <c:v>16.952</c:v>
                </c:pt>
                <c:pt idx="11285">
                  <c:v>16.929</c:v>
                </c:pt>
                <c:pt idx="11286">
                  <c:v>16.907</c:v>
                </c:pt>
                <c:pt idx="11287">
                  <c:v>16.878</c:v>
                </c:pt>
                <c:pt idx="11288">
                  <c:v>16.861</c:v>
                </c:pt>
                <c:pt idx="11289">
                  <c:v>16.79</c:v>
                </c:pt>
                <c:pt idx="11290">
                  <c:v>16.692</c:v>
                </c:pt>
                <c:pt idx="11291">
                  <c:v>16.639</c:v>
                </c:pt>
                <c:pt idx="11292">
                  <c:v>16.629</c:v>
                </c:pt>
                <c:pt idx="11293">
                  <c:v>16.554</c:v>
                </c:pt>
                <c:pt idx="11294">
                  <c:v>16.529</c:v>
                </c:pt>
                <c:pt idx="11295">
                  <c:v>16.516</c:v>
                </c:pt>
                <c:pt idx="11296">
                  <c:v>16.494</c:v>
                </c:pt>
                <c:pt idx="11297">
                  <c:v>16.471</c:v>
                </c:pt>
                <c:pt idx="11298">
                  <c:v>16.429</c:v>
                </c:pt>
                <c:pt idx="11299">
                  <c:v>16.288</c:v>
                </c:pt>
                <c:pt idx="11300">
                  <c:v>16.237</c:v>
                </c:pt>
                <c:pt idx="11301">
                  <c:v>16.23</c:v>
                </c:pt>
                <c:pt idx="11302">
                  <c:v>16.143</c:v>
                </c:pt>
                <c:pt idx="11303">
                  <c:v>16.135</c:v>
                </c:pt>
                <c:pt idx="11304">
                  <c:v>16.132</c:v>
                </c:pt>
                <c:pt idx="11305">
                  <c:v>16.079</c:v>
                </c:pt>
                <c:pt idx="11306">
                  <c:v>16.047</c:v>
                </c:pt>
                <c:pt idx="11307">
                  <c:v>16.023</c:v>
                </c:pt>
                <c:pt idx="11308">
                  <c:v>15.977</c:v>
                </c:pt>
                <c:pt idx="11309">
                  <c:v>15.976</c:v>
                </c:pt>
                <c:pt idx="11310">
                  <c:v>15.951</c:v>
                </c:pt>
                <c:pt idx="11311">
                  <c:v>15.949</c:v>
                </c:pt>
                <c:pt idx="11312">
                  <c:v>15.931</c:v>
                </c:pt>
                <c:pt idx="11313">
                  <c:v>15.864</c:v>
                </c:pt>
                <c:pt idx="11314">
                  <c:v>15.848</c:v>
                </c:pt>
                <c:pt idx="11315">
                  <c:v>15.792</c:v>
                </c:pt>
                <c:pt idx="11316">
                  <c:v>15.784</c:v>
                </c:pt>
                <c:pt idx="11317">
                  <c:v>15.778</c:v>
                </c:pt>
                <c:pt idx="11318">
                  <c:v>15.714</c:v>
                </c:pt>
                <c:pt idx="11319">
                  <c:v>15.677</c:v>
                </c:pt>
                <c:pt idx="11320">
                  <c:v>15.672</c:v>
                </c:pt>
                <c:pt idx="11321">
                  <c:v>15.661</c:v>
                </c:pt>
                <c:pt idx="11322">
                  <c:v>15.628</c:v>
                </c:pt>
                <c:pt idx="11323">
                  <c:v>15.555</c:v>
                </c:pt>
                <c:pt idx="11324">
                  <c:v>15.549</c:v>
                </c:pt>
                <c:pt idx="11325">
                  <c:v>15.542</c:v>
                </c:pt>
                <c:pt idx="11326">
                  <c:v>15.534</c:v>
                </c:pt>
                <c:pt idx="11327">
                  <c:v>15.533</c:v>
                </c:pt>
                <c:pt idx="11328">
                  <c:v>15.47</c:v>
                </c:pt>
                <c:pt idx="11329">
                  <c:v>15.387</c:v>
                </c:pt>
                <c:pt idx="11330">
                  <c:v>15.364</c:v>
                </c:pt>
                <c:pt idx="11331">
                  <c:v>15.358</c:v>
                </c:pt>
                <c:pt idx="11332">
                  <c:v>15.313</c:v>
                </c:pt>
                <c:pt idx="11333">
                  <c:v>15.295</c:v>
                </c:pt>
                <c:pt idx="11334">
                  <c:v>15.277</c:v>
                </c:pt>
                <c:pt idx="11335">
                  <c:v>15.257</c:v>
                </c:pt>
                <c:pt idx="11336">
                  <c:v>15.251</c:v>
                </c:pt>
                <c:pt idx="11337">
                  <c:v>15.219</c:v>
                </c:pt>
                <c:pt idx="11338">
                  <c:v>15.211</c:v>
                </c:pt>
                <c:pt idx="11339">
                  <c:v>15.189</c:v>
                </c:pt>
                <c:pt idx="11340">
                  <c:v>15.129</c:v>
                </c:pt>
                <c:pt idx="11341">
                  <c:v>15.071</c:v>
                </c:pt>
                <c:pt idx="11342">
                  <c:v>15.057</c:v>
                </c:pt>
                <c:pt idx="11343">
                  <c:v>15.028</c:v>
                </c:pt>
                <c:pt idx="11344">
                  <c:v>15.019</c:v>
                </c:pt>
                <c:pt idx="11345">
                  <c:v>14.983</c:v>
                </c:pt>
                <c:pt idx="11346">
                  <c:v>14.943</c:v>
                </c:pt>
                <c:pt idx="11347">
                  <c:v>14.878</c:v>
                </c:pt>
                <c:pt idx="11348">
                  <c:v>14.867</c:v>
                </c:pt>
                <c:pt idx="11349">
                  <c:v>14.815</c:v>
                </c:pt>
                <c:pt idx="11350">
                  <c:v>14.692</c:v>
                </c:pt>
                <c:pt idx="11351">
                  <c:v>14.687</c:v>
                </c:pt>
                <c:pt idx="11352">
                  <c:v>14.668</c:v>
                </c:pt>
                <c:pt idx="11353">
                  <c:v>14.654</c:v>
                </c:pt>
                <c:pt idx="11354">
                  <c:v>14.652</c:v>
                </c:pt>
                <c:pt idx="11355">
                  <c:v>14.634</c:v>
                </c:pt>
                <c:pt idx="11356">
                  <c:v>14.629</c:v>
                </c:pt>
                <c:pt idx="11357">
                  <c:v>14.605</c:v>
                </c:pt>
                <c:pt idx="11358">
                  <c:v>14.519</c:v>
                </c:pt>
                <c:pt idx="11359">
                  <c:v>14.515</c:v>
                </c:pt>
                <c:pt idx="11360">
                  <c:v>14.475</c:v>
                </c:pt>
                <c:pt idx="11361">
                  <c:v>14.449</c:v>
                </c:pt>
                <c:pt idx="11362">
                  <c:v>14.439</c:v>
                </c:pt>
                <c:pt idx="11363">
                  <c:v>14.419</c:v>
                </c:pt>
                <c:pt idx="11364">
                  <c:v>14.398</c:v>
                </c:pt>
                <c:pt idx="11365">
                  <c:v>14.394</c:v>
                </c:pt>
                <c:pt idx="11366">
                  <c:v>14.354</c:v>
                </c:pt>
                <c:pt idx="11367">
                  <c:v>14.333</c:v>
                </c:pt>
                <c:pt idx="11368">
                  <c:v>14.301</c:v>
                </c:pt>
                <c:pt idx="11369">
                  <c:v>14.236</c:v>
                </c:pt>
                <c:pt idx="11370">
                  <c:v>14.211</c:v>
                </c:pt>
                <c:pt idx="11371">
                  <c:v>14.192</c:v>
                </c:pt>
                <c:pt idx="11372">
                  <c:v>14.167</c:v>
                </c:pt>
                <c:pt idx="11373">
                  <c:v>14.164</c:v>
                </c:pt>
                <c:pt idx="11374">
                  <c:v>14.145</c:v>
                </c:pt>
                <c:pt idx="11375">
                  <c:v>14.007</c:v>
                </c:pt>
                <c:pt idx="11376">
                  <c:v>13.989</c:v>
                </c:pt>
                <c:pt idx="11377">
                  <c:v>13.969</c:v>
                </c:pt>
                <c:pt idx="11378">
                  <c:v>13.96</c:v>
                </c:pt>
                <c:pt idx="11379">
                  <c:v>13.885</c:v>
                </c:pt>
                <c:pt idx="11380">
                  <c:v>13.881</c:v>
                </c:pt>
                <c:pt idx="11381">
                  <c:v>13.88</c:v>
                </c:pt>
                <c:pt idx="11382">
                  <c:v>13.869</c:v>
                </c:pt>
                <c:pt idx="11383">
                  <c:v>13.863</c:v>
                </c:pt>
                <c:pt idx="11384">
                  <c:v>13.837</c:v>
                </c:pt>
                <c:pt idx="11385">
                  <c:v>13.83</c:v>
                </c:pt>
                <c:pt idx="11386">
                  <c:v>13.805</c:v>
                </c:pt>
                <c:pt idx="11387">
                  <c:v>13.797</c:v>
                </c:pt>
                <c:pt idx="11388">
                  <c:v>13.797</c:v>
                </c:pt>
                <c:pt idx="11389">
                  <c:v>13.794</c:v>
                </c:pt>
                <c:pt idx="11390">
                  <c:v>13.791</c:v>
                </c:pt>
                <c:pt idx="11391">
                  <c:v>13.79</c:v>
                </c:pt>
                <c:pt idx="11392">
                  <c:v>13.785</c:v>
                </c:pt>
                <c:pt idx="11393">
                  <c:v>13.779</c:v>
                </c:pt>
                <c:pt idx="11394">
                  <c:v>13.705</c:v>
                </c:pt>
                <c:pt idx="11395">
                  <c:v>13.636</c:v>
                </c:pt>
                <c:pt idx="11396">
                  <c:v>13.582</c:v>
                </c:pt>
                <c:pt idx="11397">
                  <c:v>13.577</c:v>
                </c:pt>
                <c:pt idx="11398">
                  <c:v>13.554</c:v>
                </c:pt>
                <c:pt idx="11399">
                  <c:v>13.472</c:v>
                </c:pt>
                <c:pt idx="11400">
                  <c:v>13.45</c:v>
                </c:pt>
                <c:pt idx="11401">
                  <c:v>13.42</c:v>
                </c:pt>
                <c:pt idx="11402">
                  <c:v>13.416</c:v>
                </c:pt>
                <c:pt idx="11403">
                  <c:v>13.402</c:v>
                </c:pt>
                <c:pt idx="11404">
                  <c:v>13.314</c:v>
                </c:pt>
                <c:pt idx="11405">
                  <c:v>13.307</c:v>
                </c:pt>
                <c:pt idx="11406">
                  <c:v>13.293</c:v>
                </c:pt>
                <c:pt idx="11407">
                  <c:v>13.287</c:v>
                </c:pt>
                <c:pt idx="11408">
                  <c:v>13.281</c:v>
                </c:pt>
                <c:pt idx="11409">
                  <c:v>13.206</c:v>
                </c:pt>
                <c:pt idx="11410">
                  <c:v>13.176</c:v>
                </c:pt>
                <c:pt idx="11411">
                  <c:v>13.111</c:v>
                </c:pt>
                <c:pt idx="11412">
                  <c:v>13.095</c:v>
                </c:pt>
                <c:pt idx="11413">
                  <c:v>13.082</c:v>
                </c:pt>
                <c:pt idx="11414">
                  <c:v>13.068</c:v>
                </c:pt>
                <c:pt idx="11415">
                  <c:v>13.047</c:v>
                </c:pt>
                <c:pt idx="11416">
                  <c:v>12.971</c:v>
                </c:pt>
                <c:pt idx="11417">
                  <c:v>12.968</c:v>
                </c:pt>
                <c:pt idx="11418">
                  <c:v>12.958</c:v>
                </c:pt>
                <c:pt idx="11419">
                  <c:v>12.953</c:v>
                </c:pt>
                <c:pt idx="11420">
                  <c:v>12.891</c:v>
                </c:pt>
                <c:pt idx="11421">
                  <c:v>12.856</c:v>
                </c:pt>
                <c:pt idx="11422">
                  <c:v>12.804</c:v>
                </c:pt>
                <c:pt idx="11423">
                  <c:v>12.803</c:v>
                </c:pt>
                <c:pt idx="11424">
                  <c:v>12.777</c:v>
                </c:pt>
                <c:pt idx="11425">
                  <c:v>12.728</c:v>
                </c:pt>
                <c:pt idx="11426">
                  <c:v>12.672</c:v>
                </c:pt>
                <c:pt idx="11427">
                  <c:v>12.643</c:v>
                </c:pt>
                <c:pt idx="11428">
                  <c:v>12.641</c:v>
                </c:pt>
                <c:pt idx="11429">
                  <c:v>12.628</c:v>
                </c:pt>
                <c:pt idx="11430">
                  <c:v>12.572</c:v>
                </c:pt>
                <c:pt idx="11431">
                  <c:v>12.565</c:v>
                </c:pt>
                <c:pt idx="11432">
                  <c:v>12.555</c:v>
                </c:pt>
                <c:pt idx="11433">
                  <c:v>12.554</c:v>
                </c:pt>
                <c:pt idx="11434">
                  <c:v>12.553</c:v>
                </c:pt>
                <c:pt idx="11435">
                  <c:v>12.546</c:v>
                </c:pt>
                <c:pt idx="11436">
                  <c:v>12.505</c:v>
                </c:pt>
                <c:pt idx="11437">
                  <c:v>12.488</c:v>
                </c:pt>
                <c:pt idx="11438">
                  <c:v>12.488</c:v>
                </c:pt>
                <c:pt idx="11439">
                  <c:v>12.471</c:v>
                </c:pt>
                <c:pt idx="11440">
                  <c:v>12.47</c:v>
                </c:pt>
                <c:pt idx="11441">
                  <c:v>12.459</c:v>
                </c:pt>
                <c:pt idx="11442">
                  <c:v>12.434</c:v>
                </c:pt>
                <c:pt idx="11443">
                  <c:v>12.408</c:v>
                </c:pt>
                <c:pt idx="11444">
                  <c:v>12.353</c:v>
                </c:pt>
                <c:pt idx="11445">
                  <c:v>12.344</c:v>
                </c:pt>
                <c:pt idx="11446">
                  <c:v>12.314</c:v>
                </c:pt>
                <c:pt idx="11447">
                  <c:v>12.295</c:v>
                </c:pt>
                <c:pt idx="11448">
                  <c:v>12.263</c:v>
                </c:pt>
                <c:pt idx="11449">
                  <c:v>12.254</c:v>
                </c:pt>
                <c:pt idx="11450">
                  <c:v>12.216</c:v>
                </c:pt>
                <c:pt idx="11451">
                  <c:v>12.183</c:v>
                </c:pt>
                <c:pt idx="11452">
                  <c:v>12.154</c:v>
                </c:pt>
                <c:pt idx="11453">
                  <c:v>12.148</c:v>
                </c:pt>
                <c:pt idx="11454">
                  <c:v>12.147</c:v>
                </c:pt>
                <c:pt idx="11455">
                  <c:v>12.113</c:v>
                </c:pt>
                <c:pt idx="11456">
                  <c:v>12.1</c:v>
                </c:pt>
                <c:pt idx="11457">
                  <c:v>12.035</c:v>
                </c:pt>
                <c:pt idx="11458">
                  <c:v>11.986</c:v>
                </c:pt>
                <c:pt idx="11459">
                  <c:v>11.986</c:v>
                </c:pt>
                <c:pt idx="11460">
                  <c:v>11.971</c:v>
                </c:pt>
                <c:pt idx="11461">
                  <c:v>11.97</c:v>
                </c:pt>
                <c:pt idx="11462">
                  <c:v>11.964</c:v>
                </c:pt>
                <c:pt idx="11463">
                  <c:v>11.956</c:v>
                </c:pt>
                <c:pt idx="11464">
                  <c:v>11.949</c:v>
                </c:pt>
                <c:pt idx="11465">
                  <c:v>11.945</c:v>
                </c:pt>
                <c:pt idx="11466">
                  <c:v>11.942</c:v>
                </c:pt>
                <c:pt idx="11467">
                  <c:v>11.937</c:v>
                </c:pt>
                <c:pt idx="11468">
                  <c:v>11.905</c:v>
                </c:pt>
                <c:pt idx="11469">
                  <c:v>11.88</c:v>
                </c:pt>
                <c:pt idx="11470">
                  <c:v>11.873</c:v>
                </c:pt>
                <c:pt idx="11471">
                  <c:v>11.869</c:v>
                </c:pt>
                <c:pt idx="11472">
                  <c:v>11.83</c:v>
                </c:pt>
                <c:pt idx="11473">
                  <c:v>11.778</c:v>
                </c:pt>
                <c:pt idx="11474">
                  <c:v>11.777</c:v>
                </c:pt>
                <c:pt idx="11475">
                  <c:v>11.775</c:v>
                </c:pt>
                <c:pt idx="11476">
                  <c:v>11.773</c:v>
                </c:pt>
                <c:pt idx="11477">
                  <c:v>11.749</c:v>
                </c:pt>
                <c:pt idx="11478">
                  <c:v>11.73</c:v>
                </c:pt>
                <c:pt idx="11479">
                  <c:v>11.728</c:v>
                </c:pt>
                <c:pt idx="11480">
                  <c:v>11.716</c:v>
                </c:pt>
                <c:pt idx="11481">
                  <c:v>11.703</c:v>
                </c:pt>
                <c:pt idx="11482">
                  <c:v>11.553</c:v>
                </c:pt>
                <c:pt idx="11483">
                  <c:v>11.55</c:v>
                </c:pt>
                <c:pt idx="11484">
                  <c:v>11.536</c:v>
                </c:pt>
                <c:pt idx="11485">
                  <c:v>11.526</c:v>
                </c:pt>
                <c:pt idx="11486">
                  <c:v>11.486</c:v>
                </c:pt>
                <c:pt idx="11487">
                  <c:v>11.481</c:v>
                </c:pt>
                <c:pt idx="11488">
                  <c:v>11.472</c:v>
                </c:pt>
                <c:pt idx="11489">
                  <c:v>11.47</c:v>
                </c:pt>
                <c:pt idx="11490">
                  <c:v>11.428</c:v>
                </c:pt>
                <c:pt idx="11491">
                  <c:v>11.415</c:v>
                </c:pt>
                <c:pt idx="11492">
                  <c:v>11.397</c:v>
                </c:pt>
                <c:pt idx="11493">
                  <c:v>11.396</c:v>
                </c:pt>
                <c:pt idx="11494">
                  <c:v>11.396</c:v>
                </c:pt>
                <c:pt idx="11495">
                  <c:v>11.366</c:v>
                </c:pt>
                <c:pt idx="11496">
                  <c:v>11.356</c:v>
                </c:pt>
                <c:pt idx="11497">
                  <c:v>11.34</c:v>
                </c:pt>
                <c:pt idx="11498">
                  <c:v>11.304</c:v>
                </c:pt>
                <c:pt idx="11499">
                  <c:v>11.296</c:v>
                </c:pt>
                <c:pt idx="11500">
                  <c:v>11.293</c:v>
                </c:pt>
                <c:pt idx="11501">
                  <c:v>11.25</c:v>
                </c:pt>
                <c:pt idx="11502">
                  <c:v>11.245</c:v>
                </c:pt>
                <c:pt idx="11503">
                  <c:v>11.245</c:v>
                </c:pt>
                <c:pt idx="11504">
                  <c:v>11.24</c:v>
                </c:pt>
                <c:pt idx="11505">
                  <c:v>11.231</c:v>
                </c:pt>
                <c:pt idx="11506">
                  <c:v>11.226</c:v>
                </c:pt>
                <c:pt idx="11507">
                  <c:v>11.177</c:v>
                </c:pt>
                <c:pt idx="11508">
                  <c:v>11.162</c:v>
                </c:pt>
                <c:pt idx="11509">
                  <c:v>11.141</c:v>
                </c:pt>
                <c:pt idx="11510">
                  <c:v>11.056</c:v>
                </c:pt>
                <c:pt idx="11511">
                  <c:v>11.052</c:v>
                </c:pt>
                <c:pt idx="11512">
                  <c:v>11.05</c:v>
                </c:pt>
                <c:pt idx="11513">
                  <c:v>11.016</c:v>
                </c:pt>
                <c:pt idx="11514">
                  <c:v>11.014</c:v>
                </c:pt>
                <c:pt idx="11515">
                  <c:v>11.001</c:v>
                </c:pt>
                <c:pt idx="11516">
                  <c:v>10.985</c:v>
                </c:pt>
                <c:pt idx="11517">
                  <c:v>10.97</c:v>
                </c:pt>
                <c:pt idx="11518">
                  <c:v>10.947</c:v>
                </c:pt>
                <c:pt idx="11519">
                  <c:v>10.945</c:v>
                </c:pt>
                <c:pt idx="11520">
                  <c:v>10.913</c:v>
                </c:pt>
                <c:pt idx="11521">
                  <c:v>10.896</c:v>
                </c:pt>
                <c:pt idx="11522">
                  <c:v>10.865</c:v>
                </c:pt>
                <c:pt idx="11523">
                  <c:v>10.85</c:v>
                </c:pt>
                <c:pt idx="11524">
                  <c:v>10.846</c:v>
                </c:pt>
                <c:pt idx="11525">
                  <c:v>10.8</c:v>
                </c:pt>
                <c:pt idx="11526">
                  <c:v>10.776</c:v>
                </c:pt>
                <c:pt idx="11527">
                  <c:v>10.761</c:v>
                </c:pt>
                <c:pt idx="11528">
                  <c:v>10.724</c:v>
                </c:pt>
                <c:pt idx="11529">
                  <c:v>10.68</c:v>
                </c:pt>
                <c:pt idx="11530">
                  <c:v>10.65</c:v>
                </c:pt>
                <c:pt idx="11531">
                  <c:v>10.614</c:v>
                </c:pt>
                <c:pt idx="11532">
                  <c:v>10.611</c:v>
                </c:pt>
                <c:pt idx="11533">
                  <c:v>10.585</c:v>
                </c:pt>
                <c:pt idx="11534">
                  <c:v>10.562</c:v>
                </c:pt>
                <c:pt idx="11535">
                  <c:v>10.522</c:v>
                </c:pt>
                <c:pt idx="11536">
                  <c:v>10.498</c:v>
                </c:pt>
                <c:pt idx="11537">
                  <c:v>10.482</c:v>
                </c:pt>
                <c:pt idx="11538">
                  <c:v>10.429</c:v>
                </c:pt>
                <c:pt idx="11539">
                  <c:v>10.423</c:v>
                </c:pt>
                <c:pt idx="11540">
                  <c:v>10.407</c:v>
                </c:pt>
                <c:pt idx="11541">
                  <c:v>10.327</c:v>
                </c:pt>
                <c:pt idx="11542">
                  <c:v>10.266</c:v>
                </c:pt>
                <c:pt idx="11543">
                  <c:v>10.245</c:v>
                </c:pt>
                <c:pt idx="11544">
                  <c:v>10.238</c:v>
                </c:pt>
                <c:pt idx="11545">
                  <c:v>10.237</c:v>
                </c:pt>
                <c:pt idx="11546">
                  <c:v>10.184</c:v>
                </c:pt>
                <c:pt idx="11547">
                  <c:v>10.183</c:v>
                </c:pt>
                <c:pt idx="11548">
                  <c:v>10.166</c:v>
                </c:pt>
                <c:pt idx="11549">
                  <c:v>10.135</c:v>
                </c:pt>
                <c:pt idx="11550">
                  <c:v>10.133</c:v>
                </c:pt>
                <c:pt idx="11551">
                  <c:v>10.09</c:v>
                </c:pt>
                <c:pt idx="11552">
                  <c:v>10.087</c:v>
                </c:pt>
                <c:pt idx="11553">
                  <c:v>10.074</c:v>
                </c:pt>
                <c:pt idx="11554">
                  <c:v>10.05</c:v>
                </c:pt>
                <c:pt idx="11555">
                  <c:v>10.04</c:v>
                </c:pt>
                <c:pt idx="11556">
                  <c:v>10.037</c:v>
                </c:pt>
                <c:pt idx="11557">
                  <c:v>10.021</c:v>
                </c:pt>
                <c:pt idx="11558">
                  <c:v>10.018</c:v>
                </c:pt>
                <c:pt idx="11559">
                  <c:v>10.018</c:v>
                </c:pt>
                <c:pt idx="11560">
                  <c:v>10.018</c:v>
                </c:pt>
                <c:pt idx="11561">
                  <c:v>9.992</c:v>
                </c:pt>
                <c:pt idx="11562">
                  <c:v>9.976</c:v>
                </c:pt>
                <c:pt idx="11563">
                  <c:v>9.975</c:v>
                </c:pt>
                <c:pt idx="11564">
                  <c:v>9.961</c:v>
                </c:pt>
                <c:pt idx="11565">
                  <c:v>9.934</c:v>
                </c:pt>
                <c:pt idx="11566">
                  <c:v>9.883</c:v>
                </c:pt>
                <c:pt idx="11567">
                  <c:v>9.88</c:v>
                </c:pt>
                <c:pt idx="11568">
                  <c:v>9.823</c:v>
                </c:pt>
                <c:pt idx="11569">
                  <c:v>9.801</c:v>
                </c:pt>
                <c:pt idx="11570">
                  <c:v>9.771</c:v>
                </c:pt>
                <c:pt idx="11571">
                  <c:v>9.747</c:v>
                </c:pt>
                <c:pt idx="11572">
                  <c:v>9.74</c:v>
                </c:pt>
                <c:pt idx="11573">
                  <c:v>9.732</c:v>
                </c:pt>
                <c:pt idx="11574">
                  <c:v>9.728</c:v>
                </c:pt>
                <c:pt idx="11575">
                  <c:v>9.707</c:v>
                </c:pt>
                <c:pt idx="11576">
                  <c:v>9.706</c:v>
                </c:pt>
                <c:pt idx="11577">
                  <c:v>9.687</c:v>
                </c:pt>
                <c:pt idx="11578">
                  <c:v>9.665</c:v>
                </c:pt>
                <c:pt idx="11579">
                  <c:v>9.62</c:v>
                </c:pt>
                <c:pt idx="11580">
                  <c:v>9.59</c:v>
                </c:pt>
                <c:pt idx="11581">
                  <c:v>9.582</c:v>
                </c:pt>
                <c:pt idx="11582">
                  <c:v>9.571</c:v>
                </c:pt>
                <c:pt idx="11583">
                  <c:v>9.565</c:v>
                </c:pt>
                <c:pt idx="11584">
                  <c:v>9.543</c:v>
                </c:pt>
                <c:pt idx="11585">
                  <c:v>9.521</c:v>
                </c:pt>
                <c:pt idx="11586">
                  <c:v>9.505</c:v>
                </c:pt>
                <c:pt idx="11587">
                  <c:v>9.474</c:v>
                </c:pt>
                <c:pt idx="11588">
                  <c:v>9.465</c:v>
                </c:pt>
                <c:pt idx="11589">
                  <c:v>9.362</c:v>
                </c:pt>
                <c:pt idx="11590">
                  <c:v>9.344</c:v>
                </c:pt>
                <c:pt idx="11591">
                  <c:v>9.338</c:v>
                </c:pt>
                <c:pt idx="11592">
                  <c:v>9.268</c:v>
                </c:pt>
                <c:pt idx="11593">
                  <c:v>9.246</c:v>
                </c:pt>
                <c:pt idx="11594">
                  <c:v>9.244</c:v>
                </c:pt>
                <c:pt idx="11595">
                  <c:v>9.24</c:v>
                </c:pt>
                <c:pt idx="11596">
                  <c:v>9.215</c:v>
                </c:pt>
                <c:pt idx="11597">
                  <c:v>9.21</c:v>
                </c:pt>
                <c:pt idx="11598">
                  <c:v>9.206</c:v>
                </c:pt>
                <c:pt idx="11599">
                  <c:v>9.14</c:v>
                </c:pt>
                <c:pt idx="11600">
                  <c:v>9.126</c:v>
                </c:pt>
                <c:pt idx="11601">
                  <c:v>9.123</c:v>
                </c:pt>
                <c:pt idx="11602">
                  <c:v>9.107</c:v>
                </c:pt>
                <c:pt idx="11603">
                  <c:v>9.102</c:v>
                </c:pt>
                <c:pt idx="11604">
                  <c:v>9.05</c:v>
                </c:pt>
                <c:pt idx="11605">
                  <c:v>8.989</c:v>
                </c:pt>
                <c:pt idx="11606">
                  <c:v>8.982</c:v>
                </c:pt>
                <c:pt idx="11607">
                  <c:v>8.961</c:v>
                </c:pt>
                <c:pt idx="11608">
                  <c:v>8.946</c:v>
                </c:pt>
                <c:pt idx="11609">
                  <c:v>8.944</c:v>
                </c:pt>
                <c:pt idx="11610">
                  <c:v>8.931</c:v>
                </c:pt>
                <c:pt idx="11611">
                  <c:v>8.926</c:v>
                </c:pt>
                <c:pt idx="11612">
                  <c:v>8.895</c:v>
                </c:pt>
                <c:pt idx="11613">
                  <c:v>8.893</c:v>
                </c:pt>
                <c:pt idx="11614">
                  <c:v>8.891</c:v>
                </c:pt>
                <c:pt idx="11615">
                  <c:v>8.871</c:v>
                </c:pt>
                <c:pt idx="11616">
                  <c:v>8.868</c:v>
                </c:pt>
                <c:pt idx="11617">
                  <c:v>8.861</c:v>
                </c:pt>
                <c:pt idx="11618">
                  <c:v>8.841</c:v>
                </c:pt>
                <c:pt idx="11619">
                  <c:v>8.825</c:v>
                </c:pt>
                <c:pt idx="11620">
                  <c:v>2643.627</c:v>
                </c:pt>
                <c:pt idx="11621">
                  <c:v>2402.503</c:v>
                </c:pt>
                <c:pt idx="11622">
                  <c:v>2347.007</c:v>
                </c:pt>
                <c:pt idx="11623">
                  <c:v>1780.289</c:v>
                </c:pt>
                <c:pt idx="11624">
                  <c:v>1214.508</c:v>
                </c:pt>
                <c:pt idx="11625">
                  <c:v>1195.885</c:v>
                </c:pt>
                <c:pt idx="11626">
                  <c:v>931.677</c:v>
                </c:pt>
                <c:pt idx="11627">
                  <c:v>875.346</c:v>
                </c:pt>
                <c:pt idx="11628">
                  <c:v>760.893</c:v>
                </c:pt>
                <c:pt idx="11629">
                  <c:v>755.912</c:v>
                </c:pt>
                <c:pt idx="11630">
                  <c:v>726.2</c:v>
                </c:pt>
                <c:pt idx="11631">
                  <c:v>719.126</c:v>
                </c:pt>
                <c:pt idx="11632">
                  <c:v>669.437</c:v>
                </c:pt>
                <c:pt idx="11633">
                  <c:v>641.679</c:v>
                </c:pt>
                <c:pt idx="11634">
                  <c:v>632.705</c:v>
                </c:pt>
                <c:pt idx="11635">
                  <c:v>605.354</c:v>
                </c:pt>
                <c:pt idx="11636">
                  <c:v>593.834</c:v>
                </c:pt>
                <c:pt idx="11637">
                  <c:v>571.327</c:v>
                </c:pt>
                <c:pt idx="11638">
                  <c:v>559.221</c:v>
                </c:pt>
                <c:pt idx="11639">
                  <c:v>545.961</c:v>
                </c:pt>
                <c:pt idx="11640">
                  <c:v>503.957</c:v>
                </c:pt>
                <c:pt idx="11641">
                  <c:v>496.505</c:v>
                </c:pt>
                <c:pt idx="11642">
                  <c:v>484.727</c:v>
                </c:pt>
                <c:pt idx="11643">
                  <c:v>455.223</c:v>
                </c:pt>
                <c:pt idx="11644">
                  <c:v>449.798</c:v>
                </c:pt>
                <c:pt idx="11645">
                  <c:v>442.253</c:v>
                </c:pt>
                <c:pt idx="11646">
                  <c:v>437.374</c:v>
                </c:pt>
                <c:pt idx="11647">
                  <c:v>434.123</c:v>
                </c:pt>
                <c:pt idx="11648">
                  <c:v>371.106</c:v>
                </c:pt>
                <c:pt idx="11649">
                  <c:v>362.017</c:v>
                </c:pt>
                <c:pt idx="11650">
                  <c:v>342.098</c:v>
                </c:pt>
                <c:pt idx="11651">
                  <c:v>337.881</c:v>
                </c:pt>
                <c:pt idx="11652">
                  <c:v>337.053</c:v>
                </c:pt>
                <c:pt idx="11653">
                  <c:v>337.01</c:v>
                </c:pt>
                <c:pt idx="11654">
                  <c:v>330.497</c:v>
                </c:pt>
                <c:pt idx="11655">
                  <c:v>328.825</c:v>
                </c:pt>
                <c:pt idx="11656">
                  <c:v>328.82</c:v>
                </c:pt>
                <c:pt idx="11657">
                  <c:v>319.366</c:v>
                </c:pt>
                <c:pt idx="11658">
                  <c:v>314.013</c:v>
                </c:pt>
                <c:pt idx="11659">
                  <c:v>299.232</c:v>
                </c:pt>
                <c:pt idx="11660">
                  <c:v>295.344</c:v>
                </c:pt>
                <c:pt idx="11661">
                  <c:v>286.234</c:v>
                </c:pt>
                <c:pt idx="11662">
                  <c:v>281.418</c:v>
                </c:pt>
                <c:pt idx="11663">
                  <c:v>276.843</c:v>
                </c:pt>
                <c:pt idx="11664">
                  <c:v>276.593</c:v>
                </c:pt>
                <c:pt idx="11665">
                  <c:v>270.103</c:v>
                </c:pt>
                <c:pt idx="11666">
                  <c:v>265.499</c:v>
                </c:pt>
                <c:pt idx="11667">
                  <c:v>263.61</c:v>
                </c:pt>
                <c:pt idx="11668">
                  <c:v>260.33</c:v>
                </c:pt>
                <c:pt idx="11669">
                  <c:v>246.179</c:v>
                </c:pt>
                <c:pt idx="11670">
                  <c:v>243.513</c:v>
                </c:pt>
                <c:pt idx="11671">
                  <c:v>243.125</c:v>
                </c:pt>
                <c:pt idx="11672">
                  <c:v>234.13</c:v>
                </c:pt>
                <c:pt idx="11673">
                  <c:v>226.388</c:v>
                </c:pt>
                <c:pt idx="11674">
                  <c:v>212.888</c:v>
                </c:pt>
                <c:pt idx="11675">
                  <c:v>212.742</c:v>
                </c:pt>
                <c:pt idx="11676">
                  <c:v>202.75</c:v>
                </c:pt>
                <c:pt idx="11677">
                  <c:v>197.094</c:v>
                </c:pt>
                <c:pt idx="11678">
                  <c:v>195.879</c:v>
                </c:pt>
                <c:pt idx="11679">
                  <c:v>194.776</c:v>
                </c:pt>
                <c:pt idx="11680">
                  <c:v>193.55</c:v>
                </c:pt>
                <c:pt idx="11681">
                  <c:v>190.792</c:v>
                </c:pt>
                <c:pt idx="11682">
                  <c:v>189.699</c:v>
                </c:pt>
                <c:pt idx="11683">
                  <c:v>185.925</c:v>
                </c:pt>
                <c:pt idx="11684">
                  <c:v>183.905</c:v>
                </c:pt>
                <c:pt idx="11685">
                  <c:v>181.483</c:v>
                </c:pt>
                <c:pt idx="11686">
                  <c:v>177.625</c:v>
                </c:pt>
                <c:pt idx="11687">
                  <c:v>172.538</c:v>
                </c:pt>
                <c:pt idx="11688">
                  <c:v>167.982</c:v>
                </c:pt>
                <c:pt idx="11689">
                  <c:v>167.025</c:v>
                </c:pt>
                <c:pt idx="11690">
                  <c:v>166.625</c:v>
                </c:pt>
                <c:pt idx="11691">
                  <c:v>166.548</c:v>
                </c:pt>
                <c:pt idx="11692">
                  <c:v>164.889</c:v>
                </c:pt>
                <c:pt idx="11693">
                  <c:v>164.805</c:v>
                </c:pt>
                <c:pt idx="11694">
                  <c:v>163.158</c:v>
                </c:pt>
                <c:pt idx="11695">
                  <c:v>160.006</c:v>
                </c:pt>
                <c:pt idx="11696">
                  <c:v>159.755</c:v>
                </c:pt>
                <c:pt idx="11697">
                  <c:v>157.67</c:v>
                </c:pt>
                <c:pt idx="11698">
                  <c:v>153.682</c:v>
                </c:pt>
                <c:pt idx="11699">
                  <c:v>150.299</c:v>
                </c:pt>
                <c:pt idx="11700">
                  <c:v>145.578</c:v>
                </c:pt>
                <c:pt idx="11701">
                  <c:v>145.026</c:v>
                </c:pt>
                <c:pt idx="11702">
                  <c:v>144.99</c:v>
                </c:pt>
                <c:pt idx="11703">
                  <c:v>144.482</c:v>
                </c:pt>
                <c:pt idx="11704">
                  <c:v>142.146</c:v>
                </c:pt>
                <c:pt idx="11705">
                  <c:v>140.702</c:v>
                </c:pt>
                <c:pt idx="11706">
                  <c:v>139.722</c:v>
                </c:pt>
                <c:pt idx="11707">
                  <c:v>138.398</c:v>
                </c:pt>
                <c:pt idx="11708">
                  <c:v>138.364</c:v>
                </c:pt>
                <c:pt idx="11709">
                  <c:v>138.086</c:v>
                </c:pt>
                <c:pt idx="11710">
                  <c:v>135.305</c:v>
                </c:pt>
                <c:pt idx="11711">
                  <c:v>134.931</c:v>
                </c:pt>
                <c:pt idx="11712">
                  <c:v>131.488</c:v>
                </c:pt>
                <c:pt idx="11713">
                  <c:v>130.603</c:v>
                </c:pt>
                <c:pt idx="11714">
                  <c:v>124.992</c:v>
                </c:pt>
                <c:pt idx="11715">
                  <c:v>124.282</c:v>
                </c:pt>
                <c:pt idx="11716">
                  <c:v>121.393</c:v>
                </c:pt>
                <c:pt idx="11717">
                  <c:v>119.866</c:v>
                </c:pt>
                <c:pt idx="11718">
                  <c:v>119.029</c:v>
                </c:pt>
                <c:pt idx="11719">
                  <c:v>118.93</c:v>
                </c:pt>
                <c:pt idx="11720">
                  <c:v>118.738</c:v>
                </c:pt>
                <c:pt idx="11721">
                  <c:v>118.448</c:v>
                </c:pt>
                <c:pt idx="11722">
                  <c:v>116.115</c:v>
                </c:pt>
                <c:pt idx="11723">
                  <c:v>115.588</c:v>
                </c:pt>
                <c:pt idx="11724">
                  <c:v>115.305</c:v>
                </c:pt>
                <c:pt idx="11725">
                  <c:v>114.74</c:v>
                </c:pt>
                <c:pt idx="11726">
                  <c:v>113.18</c:v>
                </c:pt>
                <c:pt idx="11727">
                  <c:v>113.127</c:v>
                </c:pt>
                <c:pt idx="11728">
                  <c:v>112.532</c:v>
                </c:pt>
                <c:pt idx="11729">
                  <c:v>111.625</c:v>
                </c:pt>
                <c:pt idx="11730">
                  <c:v>111.11</c:v>
                </c:pt>
                <c:pt idx="11731">
                  <c:v>109.706</c:v>
                </c:pt>
                <c:pt idx="11732">
                  <c:v>109.181</c:v>
                </c:pt>
                <c:pt idx="11733">
                  <c:v>108.649</c:v>
                </c:pt>
                <c:pt idx="11734">
                  <c:v>106.969</c:v>
                </c:pt>
                <c:pt idx="11735">
                  <c:v>106.537</c:v>
                </c:pt>
                <c:pt idx="11736">
                  <c:v>106.518</c:v>
                </c:pt>
                <c:pt idx="11737">
                  <c:v>106.289</c:v>
                </c:pt>
                <c:pt idx="11738">
                  <c:v>106.212</c:v>
                </c:pt>
                <c:pt idx="11739">
                  <c:v>105.504</c:v>
                </c:pt>
                <c:pt idx="11740">
                  <c:v>105.482</c:v>
                </c:pt>
                <c:pt idx="11741">
                  <c:v>105.306</c:v>
                </c:pt>
                <c:pt idx="11742">
                  <c:v>104.782</c:v>
                </c:pt>
                <c:pt idx="11743">
                  <c:v>104.421</c:v>
                </c:pt>
                <c:pt idx="11744">
                  <c:v>103.631</c:v>
                </c:pt>
                <c:pt idx="11745">
                  <c:v>103.251</c:v>
                </c:pt>
                <c:pt idx="11746">
                  <c:v>100.653</c:v>
                </c:pt>
                <c:pt idx="11747">
                  <c:v>100.267</c:v>
                </c:pt>
                <c:pt idx="11748">
                  <c:v>100.215</c:v>
                </c:pt>
                <c:pt idx="11749">
                  <c:v>96.704</c:v>
                </c:pt>
                <c:pt idx="11750">
                  <c:v>96.145</c:v>
                </c:pt>
                <c:pt idx="11751">
                  <c:v>95.918</c:v>
                </c:pt>
                <c:pt idx="11752">
                  <c:v>95.912</c:v>
                </c:pt>
                <c:pt idx="11753">
                  <c:v>92.163</c:v>
                </c:pt>
                <c:pt idx="11754">
                  <c:v>92.112</c:v>
                </c:pt>
                <c:pt idx="11755">
                  <c:v>91.698</c:v>
                </c:pt>
                <c:pt idx="11756">
                  <c:v>89.118</c:v>
                </c:pt>
                <c:pt idx="11757">
                  <c:v>88.877</c:v>
                </c:pt>
                <c:pt idx="11758">
                  <c:v>88.696</c:v>
                </c:pt>
                <c:pt idx="11759">
                  <c:v>87.997</c:v>
                </c:pt>
                <c:pt idx="11760">
                  <c:v>87.238</c:v>
                </c:pt>
                <c:pt idx="11761">
                  <c:v>87.133</c:v>
                </c:pt>
                <c:pt idx="11762">
                  <c:v>86.536</c:v>
                </c:pt>
                <c:pt idx="11763">
                  <c:v>85.795</c:v>
                </c:pt>
                <c:pt idx="11764">
                  <c:v>85.076</c:v>
                </c:pt>
                <c:pt idx="11765">
                  <c:v>84.352</c:v>
                </c:pt>
                <c:pt idx="11766">
                  <c:v>84.319</c:v>
                </c:pt>
                <c:pt idx="11767">
                  <c:v>83.866</c:v>
                </c:pt>
                <c:pt idx="11768">
                  <c:v>83.858</c:v>
                </c:pt>
                <c:pt idx="11769">
                  <c:v>83.183</c:v>
                </c:pt>
                <c:pt idx="11770">
                  <c:v>83.103</c:v>
                </c:pt>
                <c:pt idx="11771">
                  <c:v>83.074</c:v>
                </c:pt>
                <c:pt idx="11772">
                  <c:v>82.568</c:v>
                </c:pt>
                <c:pt idx="11773">
                  <c:v>81.777</c:v>
                </c:pt>
                <c:pt idx="11774">
                  <c:v>81.661</c:v>
                </c:pt>
                <c:pt idx="11775">
                  <c:v>80.193</c:v>
                </c:pt>
                <c:pt idx="11776">
                  <c:v>79.385</c:v>
                </c:pt>
                <c:pt idx="11777">
                  <c:v>79.067</c:v>
                </c:pt>
                <c:pt idx="11778">
                  <c:v>78.526</c:v>
                </c:pt>
                <c:pt idx="11779">
                  <c:v>78.284</c:v>
                </c:pt>
                <c:pt idx="11780">
                  <c:v>78.048</c:v>
                </c:pt>
                <c:pt idx="11781">
                  <c:v>77.202</c:v>
                </c:pt>
                <c:pt idx="11782">
                  <c:v>76.746</c:v>
                </c:pt>
                <c:pt idx="11783">
                  <c:v>76.49</c:v>
                </c:pt>
                <c:pt idx="11784">
                  <c:v>74.903</c:v>
                </c:pt>
                <c:pt idx="11785">
                  <c:v>74.043</c:v>
                </c:pt>
                <c:pt idx="11786">
                  <c:v>73.828</c:v>
                </c:pt>
                <c:pt idx="11787">
                  <c:v>73.211</c:v>
                </c:pt>
                <c:pt idx="11788">
                  <c:v>73.155</c:v>
                </c:pt>
                <c:pt idx="11789">
                  <c:v>73.074</c:v>
                </c:pt>
                <c:pt idx="11790">
                  <c:v>72.674</c:v>
                </c:pt>
                <c:pt idx="11791">
                  <c:v>72.369</c:v>
                </c:pt>
                <c:pt idx="11792">
                  <c:v>72.187</c:v>
                </c:pt>
                <c:pt idx="11793">
                  <c:v>72.182</c:v>
                </c:pt>
                <c:pt idx="11794">
                  <c:v>71.905</c:v>
                </c:pt>
                <c:pt idx="11795">
                  <c:v>71.825</c:v>
                </c:pt>
                <c:pt idx="11796">
                  <c:v>71.242</c:v>
                </c:pt>
                <c:pt idx="11797">
                  <c:v>71.049</c:v>
                </c:pt>
                <c:pt idx="11798">
                  <c:v>70.703</c:v>
                </c:pt>
                <c:pt idx="11799">
                  <c:v>70.518</c:v>
                </c:pt>
                <c:pt idx="11800">
                  <c:v>70.314</c:v>
                </c:pt>
                <c:pt idx="11801">
                  <c:v>69.941</c:v>
                </c:pt>
                <c:pt idx="11802">
                  <c:v>69.699</c:v>
                </c:pt>
                <c:pt idx="11803">
                  <c:v>69.604</c:v>
                </c:pt>
                <c:pt idx="11804">
                  <c:v>69.59</c:v>
                </c:pt>
                <c:pt idx="11805">
                  <c:v>69.342</c:v>
                </c:pt>
                <c:pt idx="11806">
                  <c:v>69.258</c:v>
                </c:pt>
                <c:pt idx="11807">
                  <c:v>69.131</c:v>
                </c:pt>
                <c:pt idx="11808">
                  <c:v>68.965</c:v>
                </c:pt>
                <c:pt idx="11809">
                  <c:v>68.871</c:v>
                </c:pt>
                <c:pt idx="11810">
                  <c:v>67.933</c:v>
                </c:pt>
                <c:pt idx="11811">
                  <c:v>67.89</c:v>
                </c:pt>
                <c:pt idx="11812">
                  <c:v>67.805</c:v>
                </c:pt>
                <c:pt idx="11813">
                  <c:v>67.611</c:v>
                </c:pt>
                <c:pt idx="11814">
                  <c:v>66.786</c:v>
                </c:pt>
                <c:pt idx="11815">
                  <c:v>66.618</c:v>
                </c:pt>
                <c:pt idx="11816">
                  <c:v>66.033</c:v>
                </c:pt>
                <c:pt idx="11817">
                  <c:v>66.027</c:v>
                </c:pt>
                <c:pt idx="11818">
                  <c:v>66.006</c:v>
                </c:pt>
                <c:pt idx="11819">
                  <c:v>65.784</c:v>
                </c:pt>
                <c:pt idx="11820">
                  <c:v>65.453</c:v>
                </c:pt>
                <c:pt idx="11821">
                  <c:v>65.2</c:v>
                </c:pt>
                <c:pt idx="11822">
                  <c:v>64.516</c:v>
                </c:pt>
                <c:pt idx="11823">
                  <c:v>64.246</c:v>
                </c:pt>
                <c:pt idx="11824">
                  <c:v>64.035</c:v>
                </c:pt>
                <c:pt idx="11825">
                  <c:v>63.441</c:v>
                </c:pt>
                <c:pt idx="11826">
                  <c:v>63.25</c:v>
                </c:pt>
                <c:pt idx="11827">
                  <c:v>63.133</c:v>
                </c:pt>
                <c:pt idx="11828">
                  <c:v>63.032</c:v>
                </c:pt>
                <c:pt idx="11829">
                  <c:v>63.026</c:v>
                </c:pt>
                <c:pt idx="11830">
                  <c:v>62.995</c:v>
                </c:pt>
                <c:pt idx="11831">
                  <c:v>62.948</c:v>
                </c:pt>
                <c:pt idx="11832">
                  <c:v>61.554</c:v>
                </c:pt>
                <c:pt idx="11833">
                  <c:v>61.388</c:v>
                </c:pt>
                <c:pt idx="11834">
                  <c:v>61.303</c:v>
                </c:pt>
                <c:pt idx="11835">
                  <c:v>61.228</c:v>
                </c:pt>
                <c:pt idx="11836">
                  <c:v>60.877</c:v>
                </c:pt>
                <c:pt idx="11837">
                  <c:v>60.367</c:v>
                </c:pt>
                <c:pt idx="11838">
                  <c:v>60.158</c:v>
                </c:pt>
                <c:pt idx="11839">
                  <c:v>59.921</c:v>
                </c:pt>
                <c:pt idx="11840">
                  <c:v>59.858</c:v>
                </c:pt>
                <c:pt idx="11841">
                  <c:v>59.647</c:v>
                </c:pt>
                <c:pt idx="11842">
                  <c:v>59.193</c:v>
                </c:pt>
                <c:pt idx="11843">
                  <c:v>59.042</c:v>
                </c:pt>
                <c:pt idx="11844">
                  <c:v>58.816</c:v>
                </c:pt>
                <c:pt idx="11845">
                  <c:v>57.968</c:v>
                </c:pt>
                <c:pt idx="11846">
                  <c:v>57.608</c:v>
                </c:pt>
                <c:pt idx="11847">
                  <c:v>57.585</c:v>
                </c:pt>
                <c:pt idx="11848">
                  <c:v>57.187</c:v>
                </c:pt>
                <c:pt idx="11849">
                  <c:v>57.179</c:v>
                </c:pt>
                <c:pt idx="11850">
                  <c:v>56.974</c:v>
                </c:pt>
                <c:pt idx="11851">
                  <c:v>56.687</c:v>
                </c:pt>
                <c:pt idx="11852">
                  <c:v>56.571</c:v>
                </c:pt>
                <c:pt idx="11853">
                  <c:v>56.112</c:v>
                </c:pt>
                <c:pt idx="11854">
                  <c:v>55.948</c:v>
                </c:pt>
                <c:pt idx="11855">
                  <c:v>55.855</c:v>
                </c:pt>
                <c:pt idx="11856">
                  <c:v>55.398</c:v>
                </c:pt>
                <c:pt idx="11857">
                  <c:v>54.781</c:v>
                </c:pt>
                <c:pt idx="11858">
                  <c:v>53.453</c:v>
                </c:pt>
                <c:pt idx="11859">
                  <c:v>53.445</c:v>
                </c:pt>
                <c:pt idx="11860">
                  <c:v>53.439</c:v>
                </c:pt>
                <c:pt idx="11861">
                  <c:v>53.392</c:v>
                </c:pt>
                <c:pt idx="11862">
                  <c:v>52.757</c:v>
                </c:pt>
                <c:pt idx="11863">
                  <c:v>52.394</c:v>
                </c:pt>
                <c:pt idx="11864">
                  <c:v>52.383</c:v>
                </c:pt>
                <c:pt idx="11865">
                  <c:v>52.043</c:v>
                </c:pt>
                <c:pt idx="11866">
                  <c:v>51.921</c:v>
                </c:pt>
                <c:pt idx="11867">
                  <c:v>51.768</c:v>
                </c:pt>
                <c:pt idx="11868">
                  <c:v>51.739</c:v>
                </c:pt>
                <c:pt idx="11869">
                  <c:v>51.716</c:v>
                </c:pt>
                <c:pt idx="11870">
                  <c:v>51.573</c:v>
                </c:pt>
                <c:pt idx="11871">
                  <c:v>51.282</c:v>
                </c:pt>
                <c:pt idx="11872">
                  <c:v>51.268</c:v>
                </c:pt>
                <c:pt idx="11873">
                  <c:v>50.859</c:v>
                </c:pt>
                <c:pt idx="11874">
                  <c:v>50.611</c:v>
                </c:pt>
                <c:pt idx="11875">
                  <c:v>50.496</c:v>
                </c:pt>
                <c:pt idx="11876">
                  <c:v>50.484</c:v>
                </c:pt>
                <c:pt idx="11877">
                  <c:v>50.455</c:v>
                </c:pt>
                <c:pt idx="11878">
                  <c:v>50.376</c:v>
                </c:pt>
                <c:pt idx="11879">
                  <c:v>50.285</c:v>
                </c:pt>
                <c:pt idx="11880">
                  <c:v>49.631</c:v>
                </c:pt>
                <c:pt idx="11881">
                  <c:v>49.32</c:v>
                </c:pt>
                <c:pt idx="11882">
                  <c:v>48.805</c:v>
                </c:pt>
                <c:pt idx="11883">
                  <c:v>48.687</c:v>
                </c:pt>
                <c:pt idx="11884">
                  <c:v>48.508</c:v>
                </c:pt>
                <c:pt idx="11885">
                  <c:v>47.884</c:v>
                </c:pt>
                <c:pt idx="11886">
                  <c:v>47.77</c:v>
                </c:pt>
                <c:pt idx="11887">
                  <c:v>47.641</c:v>
                </c:pt>
                <c:pt idx="11888">
                  <c:v>47.06</c:v>
                </c:pt>
                <c:pt idx="11889">
                  <c:v>47.02</c:v>
                </c:pt>
                <c:pt idx="11890">
                  <c:v>46.797</c:v>
                </c:pt>
                <c:pt idx="11891">
                  <c:v>46.434</c:v>
                </c:pt>
                <c:pt idx="11892">
                  <c:v>45.577</c:v>
                </c:pt>
                <c:pt idx="11893">
                  <c:v>45.514</c:v>
                </c:pt>
                <c:pt idx="11894">
                  <c:v>45.336</c:v>
                </c:pt>
                <c:pt idx="11895">
                  <c:v>44.878</c:v>
                </c:pt>
                <c:pt idx="11896">
                  <c:v>44.33</c:v>
                </c:pt>
                <c:pt idx="11897">
                  <c:v>44.282</c:v>
                </c:pt>
                <c:pt idx="11898">
                  <c:v>44.158</c:v>
                </c:pt>
                <c:pt idx="11899">
                  <c:v>44.149</c:v>
                </c:pt>
                <c:pt idx="11900">
                  <c:v>44.029</c:v>
                </c:pt>
                <c:pt idx="11901">
                  <c:v>43.776</c:v>
                </c:pt>
                <c:pt idx="11902">
                  <c:v>43.672</c:v>
                </c:pt>
                <c:pt idx="11903">
                  <c:v>43.269</c:v>
                </c:pt>
                <c:pt idx="11904">
                  <c:v>43.234</c:v>
                </c:pt>
                <c:pt idx="11905">
                  <c:v>43.172</c:v>
                </c:pt>
                <c:pt idx="11906">
                  <c:v>43.033</c:v>
                </c:pt>
                <c:pt idx="11907">
                  <c:v>42.777</c:v>
                </c:pt>
                <c:pt idx="11908">
                  <c:v>42.601</c:v>
                </c:pt>
                <c:pt idx="11909">
                  <c:v>41.822</c:v>
                </c:pt>
                <c:pt idx="11910">
                  <c:v>41.439</c:v>
                </c:pt>
                <c:pt idx="11911">
                  <c:v>41.046</c:v>
                </c:pt>
                <c:pt idx="11912">
                  <c:v>40.056</c:v>
                </c:pt>
                <c:pt idx="11913">
                  <c:v>40.048</c:v>
                </c:pt>
                <c:pt idx="11914">
                  <c:v>40.025</c:v>
                </c:pt>
                <c:pt idx="11915">
                  <c:v>39.96</c:v>
                </c:pt>
                <c:pt idx="11916">
                  <c:v>39.762</c:v>
                </c:pt>
                <c:pt idx="11917">
                  <c:v>39.425</c:v>
                </c:pt>
                <c:pt idx="11918">
                  <c:v>38.784</c:v>
                </c:pt>
                <c:pt idx="11919">
                  <c:v>38.467</c:v>
                </c:pt>
                <c:pt idx="11920">
                  <c:v>38.463</c:v>
                </c:pt>
                <c:pt idx="11921">
                  <c:v>38.305</c:v>
                </c:pt>
                <c:pt idx="11922">
                  <c:v>38.233</c:v>
                </c:pt>
                <c:pt idx="11923">
                  <c:v>38.203</c:v>
                </c:pt>
                <c:pt idx="11924">
                  <c:v>37.642</c:v>
                </c:pt>
                <c:pt idx="11925">
                  <c:v>37.601</c:v>
                </c:pt>
                <c:pt idx="11926">
                  <c:v>37.215</c:v>
                </c:pt>
                <c:pt idx="11927">
                  <c:v>37.127</c:v>
                </c:pt>
                <c:pt idx="11928">
                  <c:v>36.666</c:v>
                </c:pt>
                <c:pt idx="11929">
                  <c:v>36.431</c:v>
                </c:pt>
                <c:pt idx="11930">
                  <c:v>36.315</c:v>
                </c:pt>
                <c:pt idx="11931">
                  <c:v>36.187</c:v>
                </c:pt>
                <c:pt idx="11932">
                  <c:v>36.09</c:v>
                </c:pt>
                <c:pt idx="11933">
                  <c:v>35.767</c:v>
                </c:pt>
                <c:pt idx="11934">
                  <c:v>35.187</c:v>
                </c:pt>
                <c:pt idx="11935">
                  <c:v>35.058</c:v>
                </c:pt>
                <c:pt idx="11936">
                  <c:v>34.877</c:v>
                </c:pt>
                <c:pt idx="11937">
                  <c:v>34.799</c:v>
                </c:pt>
                <c:pt idx="11938">
                  <c:v>34.713</c:v>
                </c:pt>
                <c:pt idx="11939">
                  <c:v>34.697</c:v>
                </c:pt>
                <c:pt idx="11940">
                  <c:v>34.456</c:v>
                </c:pt>
                <c:pt idx="11941">
                  <c:v>33.905</c:v>
                </c:pt>
                <c:pt idx="11942">
                  <c:v>33.812</c:v>
                </c:pt>
                <c:pt idx="11943">
                  <c:v>33.679</c:v>
                </c:pt>
                <c:pt idx="11944">
                  <c:v>33.624</c:v>
                </c:pt>
                <c:pt idx="11945">
                  <c:v>33.501</c:v>
                </c:pt>
                <c:pt idx="11946">
                  <c:v>33.182</c:v>
                </c:pt>
                <c:pt idx="11947">
                  <c:v>33.075</c:v>
                </c:pt>
                <c:pt idx="11948">
                  <c:v>33.038</c:v>
                </c:pt>
                <c:pt idx="11949">
                  <c:v>32.84</c:v>
                </c:pt>
                <c:pt idx="11950">
                  <c:v>32.463</c:v>
                </c:pt>
                <c:pt idx="11951">
                  <c:v>32.376</c:v>
                </c:pt>
                <c:pt idx="11952">
                  <c:v>32.33</c:v>
                </c:pt>
                <c:pt idx="11953">
                  <c:v>32.115</c:v>
                </c:pt>
                <c:pt idx="11954">
                  <c:v>32.099</c:v>
                </c:pt>
                <c:pt idx="11955">
                  <c:v>31.927</c:v>
                </c:pt>
                <c:pt idx="11956">
                  <c:v>31.902</c:v>
                </c:pt>
                <c:pt idx="11957">
                  <c:v>31.9</c:v>
                </c:pt>
                <c:pt idx="11958">
                  <c:v>31.799</c:v>
                </c:pt>
                <c:pt idx="11959">
                  <c:v>31.634</c:v>
                </c:pt>
                <c:pt idx="11960">
                  <c:v>31.563</c:v>
                </c:pt>
                <c:pt idx="11961">
                  <c:v>31.276</c:v>
                </c:pt>
                <c:pt idx="11962">
                  <c:v>31.222</c:v>
                </c:pt>
                <c:pt idx="11963">
                  <c:v>30.844</c:v>
                </c:pt>
                <c:pt idx="11964">
                  <c:v>30.466</c:v>
                </c:pt>
                <c:pt idx="11965">
                  <c:v>30.315</c:v>
                </c:pt>
                <c:pt idx="11966">
                  <c:v>30.205</c:v>
                </c:pt>
                <c:pt idx="11967">
                  <c:v>30.028</c:v>
                </c:pt>
                <c:pt idx="11968">
                  <c:v>29.858</c:v>
                </c:pt>
                <c:pt idx="11969">
                  <c:v>29.708</c:v>
                </c:pt>
                <c:pt idx="11970">
                  <c:v>29.543</c:v>
                </c:pt>
                <c:pt idx="11971">
                  <c:v>29.42</c:v>
                </c:pt>
                <c:pt idx="11972">
                  <c:v>29.397</c:v>
                </c:pt>
                <c:pt idx="11973">
                  <c:v>29.235</c:v>
                </c:pt>
                <c:pt idx="11974">
                  <c:v>29.048</c:v>
                </c:pt>
                <c:pt idx="11975">
                  <c:v>28.932</c:v>
                </c:pt>
                <c:pt idx="11976">
                  <c:v>28.903</c:v>
                </c:pt>
                <c:pt idx="11977">
                  <c:v>28.899</c:v>
                </c:pt>
                <c:pt idx="11978">
                  <c:v>28.857</c:v>
                </c:pt>
                <c:pt idx="11979">
                  <c:v>28.565</c:v>
                </c:pt>
                <c:pt idx="11980">
                  <c:v>28.414</c:v>
                </c:pt>
                <c:pt idx="11981">
                  <c:v>28.181</c:v>
                </c:pt>
                <c:pt idx="11982">
                  <c:v>28.097</c:v>
                </c:pt>
                <c:pt idx="11983">
                  <c:v>27.997</c:v>
                </c:pt>
                <c:pt idx="11984">
                  <c:v>27.871</c:v>
                </c:pt>
                <c:pt idx="11985">
                  <c:v>27.809</c:v>
                </c:pt>
                <c:pt idx="11986">
                  <c:v>27.655</c:v>
                </c:pt>
                <c:pt idx="11987">
                  <c:v>27.589</c:v>
                </c:pt>
                <c:pt idx="11988">
                  <c:v>27.226</c:v>
                </c:pt>
                <c:pt idx="11989">
                  <c:v>27.152</c:v>
                </c:pt>
                <c:pt idx="11990">
                  <c:v>26.567</c:v>
                </c:pt>
                <c:pt idx="11991">
                  <c:v>26.429</c:v>
                </c:pt>
                <c:pt idx="11992">
                  <c:v>26.419</c:v>
                </c:pt>
                <c:pt idx="11993">
                  <c:v>26.213</c:v>
                </c:pt>
                <c:pt idx="11994">
                  <c:v>26.043</c:v>
                </c:pt>
                <c:pt idx="11995">
                  <c:v>25.981</c:v>
                </c:pt>
                <c:pt idx="11996">
                  <c:v>25.895</c:v>
                </c:pt>
                <c:pt idx="11997">
                  <c:v>25.771</c:v>
                </c:pt>
                <c:pt idx="11998">
                  <c:v>25.727</c:v>
                </c:pt>
                <c:pt idx="11999">
                  <c:v>25.548</c:v>
                </c:pt>
                <c:pt idx="12000">
                  <c:v>25.44</c:v>
                </c:pt>
                <c:pt idx="12001">
                  <c:v>25.38</c:v>
                </c:pt>
                <c:pt idx="12002">
                  <c:v>25.351</c:v>
                </c:pt>
                <c:pt idx="12003">
                  <c:v>25.292</c:v>
                </c:pt>
                <c:pt idx="12004">
                  <c:v>25.043</c:v>
                </c:pt>
                <c:pt idx="12005">
                  <c:v>24.89</c:v>
                </c:pt>
                <c:pt idx="12006">
                  <c:v>24.693</c:v>
                </c:pt>
                <c:pt idx="12007">
                  <c:v>24.2</c:v>
                </c:pt>
                <c:pt idx="12008">
                  <c:v>24.172</c:v>
                </c:pt>
                <c:pt idx="12009">
                  <c:v>24.013</c:v>
                </c:pt>
                <c:pt idx="12010">
                  <c:v>23.856</c:v>
                </c:pt>
                <c:pt idx="12011">
                  <c:v>23.66</c:v>
                </c:pt>
                <c:pt idx="12012">
                  <c:v>23.584</c:v>
                </c:pt>
                <c:pt idx="12013">
                  <c:v>23.515</c:v>
                </c:pt>
                <c:pt idx="12014">
                  <c:v>23.367</c:v>
                </c:pt>
                <c:pt idx="12015">
                  <c:v>23.289</c:v>
                </c:pt>
                <c:pt idx="12016">
                  <c:v>23.098</c:v>
                </c:pt>
                <c:pt idx="12017">
                  <c:v>23.064</c:v>
                </c:pt>
                <c:pt idx="12018">
                  <c:v>22.914</c:v>
                </c:pt>
                <c:pt idx="12019">
                  <c:v>22.877</c:v>
                </c:pt>
                <c:pt idx="12020">
                  <c:v>22.078</c:v>
                </c:pt>
                <c:pt idx="12021">
                  <c:v>22.059</c:v>
                </c:pt>
                <c:pt idx="12022">
                  <c:v>21.973</c:v>
                </c:pt>
                <c:pt idx="12023">
                  <c:v>21.933</c:v>
                </c:pt>
                <c:pt idx="12024">
                  <c:v>21.834</c:v>
                </c:pt>
                <c:pt idx="12025">
                  <c:v>21.51</c:v>
                </c:pt>
                <c:pt idx="12026">
                  <c:v>21.391</c:v>
                </c:pt>
                <c:pt idx="12027">
                  <c:v>21.32</c:v>
                </c:pt>
                <c:pt idx="12028">
                  <c:v>21.249</c:v>
                </c:pt>
                <c:pt idx="12029">
                  <c:v>21.247</c:v>
                </c:pt>
                <c:pt idx="12030">
                  <c:v>21.197</c:v>
                </c:pt>
                <c:pt idx="12031">
                  <c:v>21.161</c:v>
                </c:pt>
                <c:pt idx="12032">
                  <c:v>21.143</c:v>
                </c:pt>
                <c:pt idx="12033">
                  <c:v>21.131</c:v>
                </c:pt>
                <c:pt idx="12034">
                  <c:v>21.045</c:v>
                </c:pt>
                <c:pt idx="12035">
                  <c:v>20.835</c:v>
                </c:pt>
                <c:pt idx="12036">
                  <c:v>20.472</c:v>
                </c:pt>
                <c:pt idx="12037">
                  <c:v>20.364</c:v>
                </c:pt>
                <c:pt idx="12038">
                  <c:v>20.277</c:v>
                </c:pt>
                <c:pt idx="12039">
                  <c:v>20.274</c:v>
                </c:pt>
                <c:pt idx="12040">
                  <c:v>20.237</c:v>
                </c:pt>
                <c:pt idx="12041">
                  <c:v>19.991</c:v>
                </c:pt>
                <c:pt idx="12042">
                  <c:v>19.919</c:v>
                </c:pt>
                <c:pt idx="12043">
                  <c:v>19.883</c:v>
                </c:pt>
                <c:pt idx="12044">
                  <c:v>19.782</c:v>
                </c:pt>
                <c:pt idx="12045">
                  <c:v>19.643</c:v>
                </c:pt>
                <c:pt idx="12046">
                  <c:v>19.567</c:v>
                </c:pt>
                <c:pt idx="12047">
                  <c:v>19.536</c:v>
                </c:pt>
                <c:pt idx="12048">
                  <c:v>19.455</c:v>
                </c:pt>
                <c:pt idx="12049">
                  <c:v>19.221</c:v>
                </c:pt>
                <c:pt idx="12050">
                  <c:v>19.015</c:v>
                </c:pt>
                <c:pt idx="12051">
                  <c:v>18.951</c:v>
                </c:pt>
                <c:pt idx="12052">
                  <c:v>18.931</c:v>
                </c:pt>
                <c:pt idx="12053">
                  <c:v>18.881</c:v>
                </c:pt>
                <c:pt idx="12054">
                  <c:v>18.842</c:v>
                </c:pt>
                <c:pt idx="12055">
                  <c:v>18.629</c:v>
                </c:pt>
                <c:pt idx="12056">
                  <c:v>18.624</c:v>
                </c:pt>
                <c:pt idx="12057">
                  <c:v>18.59</c:v>
                </c:pt>
                <c:pt idx="12058">
                  <c:v>18.503</c:v>
                </c:pt>
                <c:pt idx="12059">
                  <c:v>18.418</c:v>
                </c:pt>
                <c:pt idx="12060">
                  <c:v>18.357</c:v>
                </c:pt>
                <c:pt idx="12061">
                  <c:v>18.349</c:v>
                </c:pt>
                <c:pt idx="12062">
                  <c:v>18.339</c:v>
                </c:pt>
                <c:pt idx="12063">
                  <c:v>18.322</c:v>
                </c:pt>
                <c:pt idx="12064">
                  <c:v>18.262</c:v>
                </c:pt>
                <c:pt idx="12065">
                  <c:v>18.203</c:v>
                </c:pt>
                <c:pt idx="12066">
                  <c:v>18.198</c:v>
                </c:pt>
                <c:pt idx="12067">
                  <c:v>17.956</c:v>
                </c:pt>
                <c:pt idx="12068">
                  <c:v>17.914</c:v>
                </c:pt>
                <c:pt idx="12069">
                  <c:v>17.887</c:v>
                </c:pt>
                <c:pt idx="12070">
                  <c:v>17.733</c:v>
                </c:pt>
                <c:pt idx="12071">
                  <c:v>17.706</c:v>
                </c:pt>
                <c:pt idx="12072">
                  <c:v>17.625</c:v>
                </c:pt>
                <c:pt idx="12073">
                  <c:v>17.596</c:v>
                </c:pt>
                <c:pt idx="12074">
                  <c:v>17.561</c:v>
                </c:pt>
                <c:pt idx="12075">
                  <c:v>17.512</c:v>
                </c:pt>
                <c:pt idx="12076">
                  <c:v>17.449</c:v>
                </c:pt>
                <c:pt idx="12077">
                  <c:v>17.075</c:v>
                </c:pt>
                <c:pt idx="12078">
                  <c:v>17.069</c:v>
                </c:pt>
                <c:pt idx="12079">
                  <c:v>16.847</c:v>
                </c:pt>
                <c:pt idx="12080">
                  <c:v>16.759</c:v>
                </c:pt>
                <c:pt idx="12081">
                  <c:v>16.749</c:v>
                </c:pt>
                <c:pt idx="12082">
                  <c:v>16.732</c:v>
                </c:pt>
                <c:pt idx="12083">
                  <c:v>16.671</c:v>
                </c:pt>
                <c:pt idx="12084">
                  <c:v>16.641</c:v>
                </c:pt>
                <c:pt idx="12085">
                  <c:v>16.627</c:v>
                </c:pt>
                <c:pt idx="12086">
                  <c:v>16.572</c:v>
                </c:pt>
                <c:pt idx="12087">
                  <c:v>16.543</c:v>
                </c:pt>
                <c:pt idx="12088">
                  <c:v>16.406</c:v>
                </c:pt>
                <c:pt idx="12089">
                  <c:v>16.369</c:v>
                </c:pt>
                <c:pt idx="12090">
                  <c:v>16.331</c:v>
                </c:pt>
                <c:pt idx="12091">
                  <c:v>16.192</c:v>
                </c:pt>
                <c:pt idx="12092">
                  <c:v>16.181</c:v>
                </c:pt>
                <c:pt idx="12093">
                  <c:v>15.576</c:v>
                </c:pt>
                <c:pt idx="12094">
                  <c:v>15.556</c:v>
                </c:pt>
                <c:pt idx="12095">
                  <c:v>15.457</c:v>
                </c:pt>
                <c:pt idx="12096">
                  <c:v>15.352</c:v>
                </c:pt>
                <c:pt idx="12097">
                  <c:v>15.284</c:v>
                </c:pt>
                <c:pt idx="12098">
                  <c:v>15.106</c:v>
                </c:pt>
                <c:pt idx="12099">
                  <c:v>15.072</c:v>
                </c:pt>
                <c:pt idx="12100">
                  <c:v>15.071</c:v>
                </c:pt>
                <c:pt idx="12101">
                  <c:v>14.933</c:v>
                </c:pt>
                <c:pt idx="12102">
                  <c:v>14.918</c:v>
                </c:pt>
                <c:pt idx="12103">
                  <c:v>14.88</c:v>
                </c:pt>
                <c:pt idx="12104">
                  <c:v>14.869</c:v>
                </c:pt>
                <c:pt idx="12105">
                  <c:v>14.841</c:v>
                </c:pt>
                <c:pt idx="12106">
                  <c:v>14.767</c:v>
                </c:pt>
                <c:pt idx="12107">
                  <c:v>14.572</c:v>
                </c:pt>
                <c:pt idx="12108">
                  <c:v>14.405</c:v>
                </c:pt>
                <c:pt idx="12109">
                  <c:v>14.358</c:v>
                </c:pt>
                <c:pt idx="12110">
                  <c:v>14.343</c:v>
                </c:pt>
                <c:pt idx="12111">
                  <c:v>14.238</c:v>
                </c:pt>
                <c:pt idx="12112">
                  <c:v>14.137</c:v>
                </c:pt>
                <c:pt idx="12113">
                  <c:v>14.126</c:v>
                </c:pt>
                <c:pt idx="12114">
                  <c:v>14.034</c:v>
                </c:pt>
                <c:pt idx="12115">
                  <c:v>14.016</c:v>
                </c:pt>
                <c:pt idx="12116">
                  <c:v>13.961</c:v>
                </c:pt>
                <c:pt idx="12117">
                  <c:v>13.909</c:v>
                </c:pt>
                <c:pt idx="12118">
                  <c:v>13.897</c:v>
                </c:pt>
                <c:pt idx="12119">
                  <c:v>13.848</c:v>
                </c:pt>
                <c:pt idx="12120">
                  <c:v>13.828</c:v>
                </c:pt>
                <c:pt idx="12121">
                  <c:v>13.759</c:v>
                </c:pt>
                <c:pt idx="12122">
                  <c:v>13.713</c:v>
                </c:pt>
                <c:pt idx="12123">
                  <c:v>13.486</c:v>
                </c:pt>
                <c:pt idx="12124">
                  <c:v>13.408</c:v>
                </c:pt>
                <c:pt idx="12125">
                  <c:v>13.243</c:v>
                </c:pt>
                <c:pt idx="12126">
                  <c:v>13.142</c:v>
                </c:pt>
                <c:pt idx="12127">
                  <c:v>13.104</c:v>
                </c:pt>
                <c:pt idx="12128">
                  <c:v>12.988</c:v>
                </c:pt>
                <c:pt idx="12129">
                  <c:v>12.908</c:v>
                </c:pt>
                <c:pt idx="12130">
                  <c:v>12.905</c:v>
                </c:pt>
                <c:pt idx="12131">
                  <c:v>12.887</c:v>
                </c:pt>
                <c:pt idx="12132">
                  <c:v>12.821</c:v>
                </c:pt>
                <c:pt idx="12133">
                  <c:v>12.563</c:v>
                </c:pt>
                <c:pt idx="12134">
                  <c:v>12.517</c:v>
                </c:pt>
                <c:pt idx="12135">
                  <c:v>12.478</c:v>
                </c:pt>
                <c:pt idx="12136">
                  <c:v>12.272</c:v>
                </c:pt>
                <c:pt idx="12137">
                  <c:v>12.136</c:v>
                </c:pt>
                <c:pt idx="12138">
                  <c:v>12.116</c:v>
                </c:pt>
                <c:pt idx="12139">
                  <c:v>11.913</c:v>
                </c:pt>
                <c:pt idx="12140">
                  <c:v>11.88</c:v>
                </c:pt>
                <c:pt idx="12141">
                  <c:v>11.835</c:v>
                </c:pt>
                <c:pt idx="12142">
                  <c:v>11.679</c:v>
                </c:pt>
                <c:pt idx="12143">
                  <c:v>11.479</c:v>
                </c:pt>
                <c:pt idx="12144">
                  <c:v>11.424</c:v>
                </c:pt>
                <c:pt idx="12145">
                  <c:v>11.407</c:v>
                </c:pt>
                <c:pt idx="12146">
                  <c:v>11.368</c:v>
                </c:pt>
                <c:pt idx="12147">
                  <c:v>11.266</c:v>
                </c:pt>
                <c:pt idx="12148">
                  <c:v>11.254</c:v>
                </c:pt>
                <c:pt idx="12149">
                  <c:v>11.148</c:v>
                </c:pt>
                <c:pt idx="12150">
                  <c:v>3876.006</c:v>
                </c:pt>
                <c:pt idx="12151">
                  <c:v>3320.616</c:v>
                </c:pt>
                <c:pt idx="12152">
                  <c:v>1495.724</c:v>
                </c:pt>
                <c:pt idx="12153">
                  <c:v>1283.362</c:v>
                </c:pt>
                <c:pt idx="12154">
                  <c:v>977.456</c:v>
                </c:pt>
                <c:pt idx="12155">
                  <c:v>731.784</c:v>
                </c:pt>
                <c:pt idx="12156">
                  <c:v>687.967</c:v>
                </c:pt>
                <c:pt idx="12157">
                  <c:v>568.089</c:v>
                </c:pt>
                <c:pt idx="12158">
                  <c:v>539.831</c:v>
                </c:pt>
                <c:pt idx="12159">
                  <c:v>475.237</c:v>
                </c:pt>
                <c:pt idx="12160">
                  <c:v>441.909</c:v>
                </c:pt>
                <c:pt idx="12161">
                  <c:v>347.369</c:v>
                </c:pt>
                <c:pt idx="12162">
                  <c:v>305.841</c:v>
                </c:pt>
                <c:pt idx="12163">
                  <c:v>294.382</c:v>
                </c:pt>
                <c:pt idx="12164">
                  <c:v>273.585</c:v>
                </c:pt>
                <c:pt idx="12165">
                  <c:v>271.681</c:v>
                </c:pt>
                <c:pt idx="12166">
                  <c:v>243.383</c:v>
                </c:pt>
                <c:pt idx="12167">
                  <c:v>236.81</c:v>
                </c:pt>
                <c:pt idx="12168">
                  <c:v>170.294</c:v>
                </c:pt>
                <c:pt idx="12169">
                  <c:v>170.014</c:v>
                </c:pt>
                <c:pt idx="12170">
                  <c:v>152.477</c:v>
                </c:pt>
                <c:pt idx="12171">
                  <c:v>143.347</c:v>
                </c:pt>
                <c:pt idx="12172">
                  <c:v>136.583</c:v>
                </c:pt>
                <c:pt idx="12173">
                  <c:v>117.957</c:v>
                </c:pt>
                <c:pt idx="12174">
                  <c:v>107.996</c:v>
                </c:pt>
                <c:pt idx="12175">
                  <c:v>101.697</c:v>
                </c:pt>
                <c:pt idx="12176">
                  <c:v>97.825</c:v>
                </c:pt>
                <c:pt idx="12177">
                  <c:v>97.432</c:v>
                </c:pt>
                <c:pt idx="12178">
                  <c:v>80.174</c:v>
                </c:pt>
                <c:pt idx="12179">
                  <c:v>58.403</c:v>
                </c:pt>
                <c:pt idx="12180">
                  <c:v>55.92</c:v>
                </c:pt>
                <c:pt idx="12181">
                  <c:v>39.727</c:v>
                </c:pt>
                <c:pt idx="12182">
                  <c:v>27.858</c:v>
                </c:pt>
                <c:pt idx="12183">
                  <c:v>21.397</c:v>
                </c:pt>
                <c:pt idx="12184">
                  <c:v>7.251</c:v>
                </c:pt>
              </c:numCache>
            </c:numRef>
          </c:xVal>
          <c:yVal>
            <c:numRef>
              <c:f>'Chart Data'!$B$2:$B$12186</c:f>
              <c:numCache>
                <c:formatCode>#,##0</c:formatCode>
                <c:ptCount val="12185"/>
                <c:pt idx="0">
                  <c:v>6.38</c:v>
                </c:pt>
                <c:pt idx="1">
                  <c:v>8.369</c:v>
                </c:pt>
                <c:pt idx="2">
                  <c:v>7.744</c:v>
                </c:pt>
                <c:pt idx="3">
                  <c:v>7.6</c:v>
                </c:pt>
                <c:pt idx="4">
                  <c:v>7.8</c:v>
                </c:pt>
                <c:pt idx="5">
                  <c:v>8.2</c:v>
                </c:pt>
                <c:pt idx="6">
                  <c:v>6.5</c:v>
                </c:pt>
                <c:pt idx="7">
                  <c:v>6.8</c:v>
                </c:pt>
                <c:pt idx="8">
                  <c:v>6.394</c:v>
                </c:pt>
                <c:pt idx="9">
                  <c:v>6.416</c:v>
                </c:pt>
                <c:pt idx="10">
                  <c:v>7.2</c:v>
                </c:pt>
                <c:pt idx="11">
                  <c:v>7.8</c:v>
                </c:pt>
                <c:pt idx="12">
                  <c:v>6.204</c:v>
                </c:pt>
                <c:pt idx="13">
                  <c:v>6.6</c:v>
                </c:pt>
                <c:pt idx="14">
                  <c:v>5.471</c:v>
                </c:pt>
                <c:pt idx="15">
                  <c:v>7.517</c:v>
                </c:pt>
                <c:pt idx="16">
                  <c:v>7.368</c:v>
                </c:pt>
                <c:pt idx="17">
                  <c:v>7.7</c:v>
                </c:pt>
                <c:pt idx="18">
                  <c:v>6.21</c:v>
                </c:pt>
                <c:pt idx="19">
                  <c:v>7.2</c:v>
                </c:pt>
                <c:pt idx="20">
                  <c:v>6.3</c:v>
                </c:pt>
                <c:pt idx="21">
                  <c:v>6.999</c:v>
                </c:pt>
                <c:pt idx="22">
                  <c:v>6.4</c:v>
                </c:pt>
                <c:pt idx="23">
                  <c:v>6.248</c:v>
                </c:pt>
                <c:pt idx="24">
                  <c:v>5.9</c:v>
                </c:pt>
                <c:pt idx="25">
                  <c:v>7.7</c:v>
                </c:pt>
                <c:pt idx="26">
                  <c:v>7.122</c:v>
                </c:pt>
                <c:pt idx="27">
                  <c:v>6.5</c:v>
                </c:pt>
                <c:pt idx="28">
                  <c:v>7.9</c:v>
                </c:pt>
                <c:pt idx="29">
                  <c:v>6.27</c:v>
                </c:pt>
                <c:pt idx="30">
                  <c:v>4.6</c:v>
                </c:pt>
                <c:pt idx="31">
                  <c:v>6.3</c:v>
                </c:pt>
                <c:pt idx="32">
                  <c:v>7.811</c:v>
                </c:pt>
                <c:pt idx="33">
                  <c:v>6.3</c:v>
                </c:pt>
                <c:pt idx="34">
                  <c:v>7.491</c:v>
                </c:pt>
                <c:pt idx="35">
                  <c:v>5.9</c:v>
                </c:pt>
                <c:pt idx="36">
                  <c:v>7.7</c:v>
                </c:pt>
                <c:pt idx="37">
                  <c:v>6.5</c:v>
                </c:pt>
                <c:pt idx="38">
                  <c:v>7.1</c:v>
                </c:pt>
                <c:pt idx="39">
                  <c:v>6.7</c:v>
                </c:pt>
                <c:pt idx="40">
                  <c:v>7.3</c:v>
                </c:pt>
                <c:pt idx="41">
                  <c:v>6.2</c:v>
                </c:pt>
                <c:pt idx="42">
                  <c:v>6.4</c:v>
                </c:pt>
                <c:pt idx="43">
                  <c:v>8.1</c:v>
                </c:pt>
                <c:pt idx="44">
                  <c:v>5</c:v>
                </c:pt>
                <c:pt idx="45">
                  <c:v>8.016</c:v>
                </c:pt>
                <c:pt idx="46">
                  <c:v>7</c:v>
                </c:pt>
                <c:pt idx="47">
                  <c:v>6.3</c:v>
                </c:pt>
                <c:pt idx="48">
                  <c:v>5.4</c:v>
                </c:pt>
                <c:pt idx="49">
                  <c:v>6.7</c:v>
                </c:pt>
                <c:pt idx="50">
                  <c:v>6.8</c:v>
                </c:pt>
                <c:pt idx="51">
                  <c:v>5.9</c:v>
                </c:pt>
                <c:pt idx="52">
                  <c:v>6.7</c:v>
                </c:pt>
                <c:pt idx="53">
                  <c:v>6.397</c:v>
                </c:pt>
                <c:pt idx="54">
                  <c:v>6.241</c:v>
                </c:pt>
                <c:pt idx="55">
                  <c:v>8</c:v>
                </c:pt>
                <c:pt idx="56">
                  <c:v>7.1</c:v>
                </c:pt>
                <c:pt idx="57">
                  <c:v>7.794</c:v>
                </c:pt>
                <c:pt idx="58">
                  <c:v>5.8</c:v>
                </c:pt>
                <c:pt idx="59">
                  <c:v>6.9</c:v>
                </c:pt>
                <c:pt idx="60">
                  <c:v>6.2</c:v>
                </c:pt>
                <c:pt idx="61">
                  <c:v>6.4</c:v>
                </c:pt>
                <c:pt idx="62">
                  <c:v>7.663</c:v>
                </c:pt>
                <c:pt idx="63">
                  <c:v>6.9</c:v>
                </c:pt>
                <c:pt idx="64">
                  <c:v>6.117</c:v>
                </c:pt>
                <c:pt idx="65">
                  <c:v>6.5</c:v>
                </c:pt>
                <c:pt idx="66">
                  <c:v>6</c:v>
                </c:pt>
                <c:pt idx="67">
                  <c:v>5.989</c:v>
                </c:pt>
                <c:pt idx="68">
                  <c:v>6.2</c:v>
                </c:pt>
                <c:pt idx="69">
                  <c:v>7.379</c:v>
                </c:pt>
                <c:pt idx="70">
                  <c:v>5.9</c:v>
                </c:pt>
                <c:pt idx="71">
                  <c:v>5.7</c:v>
                </c:pt>
                <c:pt idx="72">
                  <c:v>6.382</c:v>
                </c:pt>
                <c:pt idx="73">
                  <c:v>5.5</c:v>
                </c:pt>
                <c:pt idx="74">
                  <c:v>6.229</c:v>
                </c:pt>
                <c:pt idx="75">
                  <c:v>6.314</c:v>
                </c:pt>
                <c:pt idx="76">
                  <c:v>7.7</c:v>
                </c:pt>
                <c:pt idx="77">
                  <c:v>7.1</c:v>
                </c:pt>
                <c:pt idx="78">
                  <c:v>6.8</c:v>
                </c:pt>
                <c:pt idx="79">
                  <c:v>6.6</c:v>
                </c:pt>
                <c:pt idx="80">
                  <c:v>7.2</c:v>
                </c:pt>
                <c:pt idx="81">
                  <c:v>6.1</c:v>
                </c:pt>
                <c:pt idx="82">
                  <c:v>6.677</c:v>
                </c:pt>
                <c:pt idx="83">
                  <c:v>6.3</c:v>
                </c:pt>
                <c:pt idx="84">
                  <c:v>5.8</c:v>
                </c:pt>
                <c:pt idx="85">
                  <c:v>6.183</c:v>
                </c:pt>
                <c:pt idx="86">
                  <c:v>6.8</c:v>
                </c:pt>
                <c:pt idx="87">
                  <c:v>7.3</c:v>
                </c:pt>
                <c:pt idx="88">
                  <c:v>7.1</c:v>
                </c:pt>
                <c:pt idx="89">
                  <c:v>7.002</c:v>
                </c:pt>
                <c:pt idx="90">
                  <c:v>6</c:v>
                </c:pt>
                <c:pt idx="91">
                  <c:v>4.3</c:v>
                </c:pt>
                <c:pt idx="92">
                  <c:v>5.9</c:v>
                </c:pt>
                <c:pt idx="93">
                  <c:v>6</c:v>
                </c:pt>
                <c:pt idx="94">
                  <c:v>6.154</c:v>
                </c:pt>
                <c:pt idx="95">
                  <c:v>6.1</c:v>
                </c:pt>
                <c:pt idx="96">
                  <c:v>7.4</c:v>
                </c:pt>
                <c:pt idx="97">
                  <c:v>7.2</c:v>
                </c:pt>
                <c:pt idx="98">
                  <c:v>5.5</c:v>
                </c:pt>
                <c:pt idx="99">
                  <c:v>6.8</c:v>
                </c:pt>
                <c:pt idx="100">
                  <c:v>6</c:v>
                </c:pt>
                <c:pt idx="101">
                  <c:v>6.8</c:v>
                </c:pt>
                <c:pt idx="102">
                  <c:v>7</c:v>
                </c:pt>
                <c:pt idx="103">
                  <c:v>6.3</c:v>
                </c:pt>
                <c:pt idx="104">
                  <c:v>6.1</c:v>
                </c:pt>
                <c:pt idx="105">
                  <c:v>6.6</c:v>
                </c:pt>
                <c:pt idx="106">
                  <c:v>6</c:v>
                </c:pt>
                <c:pt idx="107">
                  <c:v>5.5</c:v>
                </c:pt>
                <c:pt idx="108">
                  <c:v>6.965</c:v>
                </c:pt>
                <c:pt idx="109">
                  <c:v>5.013</c:v>
                </c:pt>
                <c:pt idx="110">
                  <c:v>6.1</c:v>
                </c:pt>
                <c:pt idx="111">
                  <c:v>6</c:v>
                </c:pt>
                <c:pt idx="112">
                  <c:v>6.965</c:v>
                </c:pt>
                <c:pt idx="113">
                  <c:v>6.7</c:v>
                </c:pt>
                <c:pt idx="114">
                  <c:v>5.3</c:v>
                </c:pt>
                <c:pt idx="115">
                  <c:v>6.3</c:v>
                </c:pt>
                <c:pt idx="116">
                  <c:v>6.9</c:v>
                </c:pt>
                <c:pt idx="117">
                  <c:v>5.645</c:v>
                </c:pt>
                <c:pt idx="118">
                  <c:v>5.855</c:v>
                </c:pt>
                <c:pt idx="119">
                  <c:v>6.8</c:v>
                </c:pt>
                <c:pt idx="120">
                  <c:v>6.8</c:v>
                </c:pt>
                <c:pt idx="121">
                  <c:v>6</c:v>
                </c:pt>
                <c:pt idx="122">
                  <c:v>5</c:v>
                </c:pt>
                <c:pt idx="123">
                  <c:v>6.6</c:v>
                </c:pt>
                <c:pt idx="124">
                  <c:v>5.775</c:v>
                </c:pt>
                <c:pt idx="125">
                  <c:v>7.4</c:v>
                </c:pt>
                <c:pt idx="126">
                  <c:v>7</c:v>
                </c:pt>
                <c:pt idx="127">
                  <c:v>7.6</c:v>
                </c:pt>
                <c:pt idx="128">
                  <c:v>6.279</c:v>
                </c:pt>
                <c:pt idx="129">
                  <c:v>6.231</c:v>
                </c:pt>
                <c:pt idx="130">
                  <c:v>7.2</c:v>
                </c:pt>
                <c:pt idx="131">
                  <c:v>4.881</c:v>
                </c:pt>
                <c:pt idx="132">
                  <c:v>5.8</c:v>
                </c:pt>
                <c:pt idx="133">
                  <c:v>6.1</c:v>
                </c:pt>
                <c:pt idx="134">
                  <c:v>4.9</c:v>
                </c:pt>
                <c:pt idx="135">
                  <c:v>7.518</c:v>
                </c:pt>
                <c:pt idx="136">
                  <c:v>5.9</c:v>
                </c:pt>
                <c:pt idx="137">
                  <c:v>5.203</c:v>
                </c:pt>
                <c:pt idx="138">
                  <c:v>6.3</c:v>
                </c:pt>
                <c:pt idx="139">
                  <c:v>6.6</c:v>
                </c:pt>
                <c:pt idx="140">
                  <c:v>6.3</c:v>
                </c:pt>
                <c:pt idx="141">
                  <c:v>6.4</c:v>
                </c:pt>
                <c:pt idx="142">
                  <c:v>6.8</c:v>
                </c:pt>
                <c:pt idx="143">
                  <c:v>7.735</c:v>
                </c:pt>
                <c:pt idx="144">
                  <c:v>6.9</c:v>
                </c:pt>
                <c:pt idx="145">
                  <c:v>6.5</c:v>
                </c:pt>
                <c:pt idx="146">
                  <c:v>5.78</c:v>
                </c:pt>
                <c:pt idx="147">
                  <c:v>7.575</c:v>
                </c:pt>
                <c:pt idx="148">
                  <c:v>7</c:v>
                </c:pt>
                <c:pt idx="149">
                  <c:v>7</c:v>
                </c:pt>
                <c:pt idx="150">
                  <c:v>6.941</c:v>
                </c:pt>
                <c:pt idx="151">
                  <c:v>7.8</c:v>
                </c:pt>
                <c:pt idx="152">
                  <c:v>6</c:v>
                </c:pt>
                <c:pt idx="153">
                  <c:v>8.1</c:v>
                </c:pt>
                <c:pt idx="154">
                  <c:v>5.5</c:v>
                </c:pt>
                <c:pt idx="155">
                  <c:v>7.1</c:v>
                </c:pt>
                <c:pt idx="156">
                  <c:v>7.9</c:v>
                </c:pt>
                <c:pt idx="157">
                  <c:v>6.4</c:v>
                </c:pt>
                <c:pt idx="158">
                  <c:v>5.6</c:v>
                </c:pt>
                <c:pt idx="159">
                  <c:v>5.305</c:v>
                </c:pt>
                <c:pt idx="160">
                  <c:v>6.3</c:v>
                </c:pt>
                <c:pt idx="161">
                  <c:v>7.3</c:v>
                </c:pt>
                <c:pt idx="162">
                  <c:v>7.4</c:v>
                </c:pt>
                <c:pt idx="163">
                  <c:v>6.105</c:v>
                </c:pt>
                <c:pt idx="164">
                  <c:v>6.2</c:v>
                </c:pt>
                <c:pt idx="165">
                  <c:v>7.15</c:v>
                </c:pt>
                <c:pt idx="166">
                  <c:v>7</c:v>
                </c:pt>
                <c:pt idx="167">
                  <c:v>6</c:v>
                </c:pt>
                <c:pt idx="168">
                  <c:v>7.2</c:v>
                </c:pt>
                <c:pt idx="169">
                  <c:v>6.647</c:v>
                </c:pt>
                <c:pt idx="170">
                  <c:v>6.6</c:v>
                </c:pt>
                <c:pt idx="171">
                  <c:v>6.2</c:v>
                </c:pt>
                <c:pt idx="172">
                  <c:v>4.489</c:v>
                </c:pt>
                <c:pt idx="173">
                  <c:v>5.6</c:v>
                </c:pt>
                <c:pt idx="174">
                  <c:v>6.003</c:v>
                </c:pt>
                <c:pt idx="175">
                  <c:v>7.9</c:v>
                </c:pt>
                <c:pt idx="176">
                  <c:v>6.1</c:v>
                </c:pt>
                <c:pt idx="177">
                  <c:v>6.1</c:v>
                </c:pt>
                <c:pt idx="178">
                  <c:v>5.9</c:v>
                </c:pt>
                <c:pt idx="179">
                  <c:v>6.5</c:v>
                </c:pt>
                <c:pt idx="180">
                  <c:v>6.1</c:v>
                </c:pt>
                <c:pt idx="181">
                  <c:v>6.7</c:v>
                </c:pt>
                <c:pt idx="182">
                  <c:v>6.6</c:v>
                </c:pt>
                <c:pt idx="183">
                  <c:v>7.801</c:v>
                </c:pt>
                <c:pt idx="184">
                  <c:v>6.669</c:v>
                </c:pt>
                <c:pt idx="185">
                  <c:v>5.771</c:v>
                </c:pt>
                <c:pt idx="186">
                  <c:v>6.4</c:v>
                </c:pt>
                <c:pt idx="187">
                  <c:v>7.8</c:v>
                </c:pt>
                <c:pt idx="188">
                  <c:v>6.8</c:v>
                </c:pt>
                <c:pt idx="189">
                  <c:v>6.222</c:v>
                </c:pt>
                <c:pt idx="190">
                  <c:v>6.909</c:v>
                </c:pt>
                <c:pt idx="191">
                  <c:v>6.894</c:v>
                </c:pt>
                <c:pt idx="192">
                  <c:v>5.1</c:v>
                </c:pt>
                <c:pt idx="193">
                  <c:v>6.538</c:v>
                </c:pt>
                <c:pt idx="194">
                  <c:v>5.5</c:v>
                </c:pt>
                <c:pt idx="195">
                  <c:v>7</c:v>
                </c:pt>
                <c:pt idx="196">
                  <c:v>5.9</c:v>
                </c:pt>
                <c:pt idx="197">
                  <c:v>6.3</c:v>
                </c:pt>
                <c:pt idx="198">
                  <c:v>5.2</c:v>
                </c:pt>
                <c:pt idx="199">
                  <c:v>6.7</c:v>
                </c:pt>
                <c:pt idx="200">
                  <c:v>7.7</c:v>
                </c:pt>
                <c:pt idx="201">
                  <c:v>6.3</c:v>
                </c:pt>
                <c:pt idx="202">
                  <c:v>7.139</c:v>
                </c:pt>
                <c:pt idx="203">
                  <c:v>6.5</c:v>
                </c:pt>
                <c:pt idx="204">
                  <c:v>5.7</c:v>
                </c:pt>
                <c:pt idx="205">
                  <c:v>7.8</c:v>
                </c:pt>
                <c:pt idx="206">
                  <c:v>5.3</c:v>
                </c:pt>
                <c:pt idx="207">
                  <c:v>6.9</c:v>
                </c:pt>
                <c:pt idx="208">
                  <c:v>6.6</c:v>
                </c:pt>
                <c:pt idx="209">
                  <c:v>5.2</c:v>
                </c:pt>
                <c:pt idx="210">
                  <c:v>6.2</c:v>
                </c:pt>
                <c:pt idx="211">
                  <c:v>6.6</c:v>
                </c:pt>
                <c:pt idx="212">
                  <c:v>5.9</c:v>
                </c:pt>
                <c:pt idx="213">
                  <c:v>6.3</c:v>
                </c:pt>
                <c:pt idx="214">
                  <c:v>5.677</c:v>
                </c:pt>
                <c:pt idx="215">
                  <c:v>7.3</c:v>
                </c:pt>
                <c:pt idx="216">
                  <c:v>6.7</c:v>
                </c:pt>
                <c:pt idx="217">
                  <c:v>6</c:v>
                </c:pt>
                <c:pt idx="218">
                  <c:v>5.4</c:v>
                </c:pt>
                <c:pt idx="219">
                  <c:v>6.474</c:v>
                </c:pt>
                <c:pt idx="220">
                  <c:v>7.1</c:v>
                </c:pt>
                <c:pt idx="221">
                  <c:v>7</c:v>
                </c:pt>
                <c:pt idx="222">
                  <c:v>7.217</c:v>
                </c:pt>
                <c:pt idx="223">
                  <c:v>5.8</c:v>
                </c:pt>
                <c:pt idx="224">
                  <c:v>4.369</c:v>
                </c:pt>
                <c:pt idx="225">
                  <c:v>5.9</c:v>
                </c:pt>
                <c:pt idx="226">
                  <c:v>7.2</c:v>
                </c:pt>
                <c:pt idx="227">
                  <c:v>7.2</c:v>
                </c:pt>
                <c:pt idx="228">
                  <c:v>6.6</c:v>
                </c:pt>
                <c:pt idx="229">
                  <c:v>7.095</c:v>
                </c:pt>
                <c:pt idx="230">
                  <c:v>6</c:v>
                </c:pt>
                <c:pt idx="231">
                  <c:v>7.5</c:v>
                </c:pt>
                <c:pt idx="232">
                  <c:v>6.5</c:v>
                </c:pt>
                <c:pt idx="233">
                  <c:v>5.6</c:v>
                </c:pt>
                <c:pt idx="234">
                  <c:v>7.2</c:v>
                </c:pt>
                <c:pt idx="235">
                  <c:v>7.8</c:v>
                </c:pt>
                <c:pt idx="236">
                  <c:v>6.5</c:v>
                </c:pt>
                <c:pt idx="237">
                  <c:v>6.3</c:v>
                </c:pt>
                <c:pt idx="238">
                  <c:v>6.4</c:v>
                </c:pt>
                <c:pt idx="239">
                  <c:v>6.505</c:v>
                </c:pt>
                <c:pt idx="240">
                  <c:v>6</c:v>
                </c:pt>
                <c:pt idx="241">
                  <c:v>3.771</c:v>
                </c:pt>
                <c:pt idx="242">
                  <c:v>6.281</c:v>
                </c:pt>
                <c:pt idx="243">
                  <c:v>6.2</c:v>
                </c:pt>
                <c:pt idx="244">
                  <c:v>7.6</c:v>
                </c:pt>
                <c:pt idx="245">
                  <c:v>7.1</c:v>
                </c:pt>
                <c:pt idx="246">
                  <c:v>6.1</c:v>
                </c:pt>
                <c:pt idx="247">
                  <c:v>7.3</c:v>
                </c:pt>
                <c:pt idx="248">
                  <c:v>6.8</c:v>
                </c:pt>
                <c:pt idx="249">
                  <c:v>7.107</c:v>
                </c:pt>
                <c:pt idx="250">
                  <c:v>6.955</c:v>
                </c:pt>
                <c:pt idx="251">
                  <c:v>6.8</c:v>
                </c:pt>
                <c:pt idx="252">
                  <c:v>6.7</c:v>
                </c:pt>
                <c:pt idx="253">
                  <c:v>5.8</c:v>
                </c:pt>
                <c:pt idx="254">
                  <c:v>5.7</c:v>
                </c:pt>
                <c:pt idx="255">
                  <c:v>6.115</c:v>
                </c:pt>
                <c:pt idx="256">
                  <c:v>7.3</c:v>
                </c:pt>
                <c:pt idx="257">
                  <c:v>7.3</c:v>
                </c:pt>
                <c:pt idx="258">
                  <c:v>3.9</c:v>
                </c:pt>
                <c:pt idx="259">
                  <c:v>6.8</c:v>
                </c:pt>
                <c:pt idx="260">
                  <c:v>6.4</c:v>
                </c:pt>
                <c:pt idx="261">
                  <c:v>5.5</c:v>
                </c:pt>
                <c:pt idx="262">
                  <c:v>6.5</c:v>
                </c:pt>
                <c:pt idx="263">
                  <c:v>7.55</c:v>
                </c:pt>
                <c:pt idx="264">
                  <c:v>5.927</c:v>
                </c:pt>
                <c:pt idx="265">
                  <c:v>6.1</c:v>
                </c:pt>
                <c:pt idx="266">
                  <c:v>6.8</c:v>
                </c:pt>
                <c:pt idx="267">
                  <c:v>6.4</c:v>
                </c:pt>
                <c:pt idx="268">
                  <c:v>6.4</c:v>
                </c:pt>
                <c:pt idx="269">
                  <c:v>6.6</c:v>
                </c:pt>
                <c:pt idx="270">
                  <c:v>5.5</c:v>
                </c:pt>
                <c:pt idx="271">
                  <c:v>6.066</c:v>
                </c:pt>
                <c:pt idx="272">
                  <c:v>6.2</c:v>
                </c:pt>
                <c:pt idx="273">
                  <c:v>5.8</c:v>
                </c:pt>
                <c:pt idx="274">
                  <c:v>4.8</c:v>
                </c:pt>
                <c:pt idx="275">
                  <c:v>7.1</c:v>
                </c:pt>
                <c:pt idx="276">
                  <c:v>6.5</c:v>
                </c:pt>
                <c:pt idx="277">
                  <c:v>6.4</c:v>
                </c:pt>
                <c:pt idx="278">
                  <c:v>6.3</c:v>
                </c:pt>
                <c:pt idx="279">
                  <c:v>5.9</c:v>
                </c:pt>
                <c:pt idx="280">
                  <c:v>5.7</c:v>
                </c:pt>
                <c:pt idx="281">
                  <c:v>7.4</c:v>
                </c:pt>
                <c:pt idx="282">
                  <c:v>6.6</c:v>
                </c:pt>
                <c:pt idx="283">
                  <c:v>6.3</c:v>
                </c:pt>
                <c:pt idx="284">
                  <c:v>5.3</c:v>
                </c:pt>
                <c:pt idx="285">
                  <c:v>6.2</c:v>
                </c:pt>
                <c:pt idx="286">
                  <c:v>6.188</c:v>
                </c:pt>
                <c:pt idx="287">
                  <c:v>6.5</c:v>
                </c:pt>
                <c:pt idx="288">
                  <c:v>6</c:v>
                </c:pt>
                <c:pt idx="289">
                  <c:v>5.5</c:v>
                </c:pt>
                <c:pt idx="290">
                  <c:v>6.974</c:v>
                </c:pt>
                <c:pt idx="291">
                  <c:v>5.592</c:v>
                </c:pt>
                <c:pt idx="292">
                  <c:v>5.9</c:v>
                </c:pt>
                <c:pt idx="293">
                  <c:v>6.9</c:v>
                </c:pt>
                <c:pt idx="294">
                  <c:v>6.6</c:v>
                </c:pt>
                <c:pt idx="295">
                  <c:v>6.1</c:v>
                </c:pt>
                <c:pt idx="296">
                  <c:v>6</c:v>
                </c:pt>
                <c:pt idx="297">
                  <c:v>5.4</c:v>
                </c:pt>
                <c:pt idx="298">
                  <c:v>6.5</c:v>
                </c:pt>
                <c:pt idx="299">
                  <c:v>6.3</c:v>
                </c:pt>
                <c:pt idx="300">
                  <c:v>6.145</c:v>
                </c:pt>
                <c:pt idx="301">
                  <c:v>6.6</c:v>
                </c:pt>
                <c:pt idx="302">
                  <c:v>6.2</c:v>
                </c:pt>
                <c:pt idx="303">
                  <c:v>6.6</c:v>
                </c:pt>
                <c:pt idx="304">
                  <c:v>7.2</c:v>
                </c:pt>
                <c:pt idx="305">
                  <c:v>3.2</c:v>
                </c:pt>
                <c:pt idx="306">
                  <c:v>7.2</c:v>
                </c:pt>
                <c:pt idx="307">
                  <c:v>6.3</c:v>
                </c:pt>
                <c:pt idx="308">
                  <c:v>6.6</c:v>
                </c:pt>
                <c:pt idx="309">
                  <c:v>7.4</c:v>
                </c:pt>
                <c:pt idx="310">
                  <c:v>7.118</c:v>
                </c:pt>
                <c:pt idx="311">
                  <c:v>6.3</c:v>
                </c:pt>
                <c:pt idx="312">
                  <c:v>6.323</c:v>
                </c:pt>
                <c:pt idx="313">
                  <c:v>6.375</c:v>
                </c:pt>
                <c:pt idx="314">
                  <c:v>7.5</c:v>
                </c:pt>
                <c:pt idx="315">
                  <c:v>5.3</c:v>
                </c:pt>
                <c:pt idx="316">
                  <c:v>5.6</c:v>
                </c:pt>
                <c:pt idx="317">
                  <c:v>7.27</c:v>
                </c:pt>
                <c:pt idx="318">
                  <c:v>6.6</c:v>
                </c:pt>
                <c:pt idx="319">
                  <c:v>6.5</c:v>
                </c:pt>
                <c:pt idx="320">
                  <c:v>6.776</c:v>
                </c:pt>
                <c:pt idx="321">
                  <c:v>5.882</c:v>
                </c:pt>
                <c:pt idx="322">
                  <c:v>5.07</c:v>
                </c:pt>
                <c:pt idx="323">
                  <c:v>4.882</c:v>
                </c:pt>
                <c:pt idx="324">
                  <c:v>6.1</c:v>
                </c:pt>
                <c:pt idx="325">
                  <c:v>3.9</c:v>
                </c:pt>
                <c:pt idx="326">
                  <c:v>5.9</c:v>
                </c:pt>
                <c:pt idx="327">
                  <c:v>5.91</c:v>
                </c:pt>
                <c:pt idx="328">
                  <c:v>6.6</c:v>
                </c:pt>
                <c:pt idx="329">
                  <c:v>8</c:v>
                </c:pt>
                <c:pt idx="330">
                  <c:v>5.4</c:v>
                </c:pt>
                <c:pt idx="331">
                  <c:v>7.3</c:v>
                </c:pt>
                <c:pt idx="332">
                  <c:v>7</c:v>
                </c:pt>
                <c:pt idx="333">
                  <c:v>6.7</c:v>
                </c:pt>
                <c:pt idx="334">
                  <c:v>6.8</c:v>
                </c:pt>
                <c:pt idx="335">
                  <c:v>6.804</c:v>
                </c:pt>
                <c:pt idx="336">
                  <c:v>6.2</c:v>
                </c:pt>
                <c:pt idx="337">
                  <c:v>6.5</c:v>
                </c:pt>
                <c:pt idx="338">
                  <c:v>5.2</c:v>
                </c:pt>
                <c:pt idx="339">
                  <c:v>5.6</c:v>
                </c:pt>
                <c:pt idx="340">
                  <c:v>5.8</c:v>
                </c:pt>
                <c:pt idx="341">
                  <c:v>5.1</c:v>
                </c:pt>
                <c:pt idx="342">
                  <c:v>6.837</c:v>
                </c:pt>
                <c:pt idx="343">
                  <c:v>6.9</c:v>
                </c:pt>
                <c:pt idx="344">
                  <c:v>7.2</c:v>
                </c:pt>
                <c:pt idx="345">
                  <c:v>6.093</c:v>
                </c:pt>
                <c:pt idx="346">
                  <c:v>4.9</c:v>
                </c:pt>
                <c:pt idx="347">
                  <c:v>7.4</c:v>
                </c:pt>
                <c:pt idx="348">
                  <c:v>4.898</c:v>
                </c:pt>
                <c:pt idx="349">
                  <c:v>2.187</c:v>
                </c:pt>
                <c:pt idx="350">
                  <c:v>5.711</c:v>
                </c:pt>
                <c:pt idx="351">
                  <c:v>6.5</c:v>
                </c:pt>
                <c:pt idx="352">
                  <c:v>6.9</c:v>
                </c:pt>
                <c:pt idx="353">
                  <c:v>5.1</c:v>
                </c:pt>
                <c:pt idx="354">
                  <c:v>7.6</c:v>
                </c:pt>
                <c:pt idx="355">
                  <c:v>5.021</c:v>
                </c:pt>
                <c:pt idx="356">
                  <c:v>7</c:v>
                </c:pt>
                <c:pt idx="357">
                  <c:v>5.992</c:v>
                </c:pt>
                <c:pt idx="358">
                  <c:v>7.2</c:v>
                </c:pt>
                <c:pt idx="359">
                  <c:v>4.4</c:v>
                </c:pt>
                <c:pt idx="360">
                  <c:v>6.403</c:v>
                </c:pt>
                <c:pt idx="361">
                  <c:v>5.292</c:v>
                </c:pt>
                <c:pt idx="362">
                  <c:v>6.018</c:v>
                </c:pt>
                <c:pt idx="363">
                  <c:v>7.3</c:v>
                </c:pt>
                <c:pt idx="364">
                  <c:v>6.7</c:v>
                </c:pt>
                <c:pt idx="365">
                  <c:v>6</c:v>
                </c:pt>
                <c:pt idx="366">
                  <c:v>4.3</c:v>
                </c:pt>
                <c:pt idx="367">
                  <c:v>4</c:v>
                </c:pt>
                <c:pt idx="368">
                  <c:v>6</c:v>
                </c:pt>
                <c:pt idx="369">
                  <c:v>6.7</c:v>
                </c:pt>
                <c:pt idx="370">
                  <c:v>7.392</c:v>
                </c:pt>
                <c:pt idx="371">
                  <c:v>6.7</c:v>
                </c:pt>
                <c:pt idx="372">
                  <c:v>6.4</c:v>
                </c:pt>
                <c:pt idx="373">
                  <c:v>7.484</c:v>
                </c:pt>
                <c:pt idx="374">
                  <c:v>6.4</c:v>
                </c:pt>
                <c:pt idx="375">
                  <c:v>6.2</c:v>
                </c:pt>
                <c:pt idx="376">
                  <c:v>6.8</c:v>
                </c:pt>
                <c:pt idx="377">
                  <c:v>7.2</c:v>
                </c:pt>
                <c:pt idx="378">
                  <c:v>4.7</c:v>
                </c:pt>
                <c:pt idx="379">
                  <c:v>6.7</c:v>
                </c:pt>
                <c:pt idx="380">
                  <c:v>6.7</c:v>
                </c:pt>
                <c:pt idx="381">
                  <c:v>6.4</c:v>
                </c:pt>
                <c:pt idx="382">
                  <c:v>5.4</c:v>
                </c:pt>
                <c:pt idx="383">
                  <c:v>4.4</c:v>
                </c:pt>
                <c:pt idx="384">
                  <c:v>7</c:v>
                </c:pt>
                <c:pt idx="385">
                  <c:v>6.6</c:v>
                </c:pt>
                <c:pt idx="386">
                  <c:v>7.402</c:v>
                </c:pt>
                <c:pt idx="387">
                  <c:v>5.4</c:v>
                </c:pt>
                <c:pt idx="388">
                  <c:v>6.1</c:v>
                </c:pt>
                <c:pt idx="389">
                  <c:v>7.1</c:v>
                </c:pt>
                <c:pt idx="390">
                  <c:v>5.9</c:v>
                </c:pt>
                <c:pt idx="391">
                  <c:v>6.5</c:v>
                </c:pt>
                <c:pt idx="392">
                  <c:v>7.3</c:v>
                </c:pt>
                <c:pt idx="393">
                  <c:v>6.3</c:v>
                </c:pt>
                <c:pt idx="394">
                  <c:v>6.9</c:v>
                </c:pt>
                <c:pt idx="395">
                  <c:v>6.8</c:v>
                </c:pt>
                <c:pt idx="396">
                  <c:v>6.7</c:v>
                </c:pt>
                <c:pt idx="397">
                  <c:v>6.9</c:v>
                </c:pt>
                <c:pt idx="398">
                  <c:v>6.5</c:v>
                </c:pt>
                <c:pt idx="399">
                  <c:v>5.2</c:v>
                </c:pt>
                <c:pt idx="400">
                  <c:v>5.7</c:v>
                </c:pt>
                <c:pt idx="401">
                  <c:v>7.7</c:v>
                </c:pt>
                <c:pt idx="402">
                  <c:v>6.067</c:v>
                </c:pt>
                <c:pt idx="403">
                  <c:v>6.4</c:v>
                </c:pt>
                <c:pt idx="404">
                  <c:v>7.1</c:v>
                </c:pt>
                <c:pt idx="405">
                  <c:v>6.1</c:v>
                </c:pt>
                <c:pt idx="406">
                  <c:v>7.1</c:v>
                </c:pt>
                <c:pt idx="407">
                  <c:v>4.2</c:v>
                </c:pt>
                <c:pt idx="408">
                  <c:v>6.3</c:v>
                </c:pt>
                <c:pt idx="409">
                  <c:v>5.9</c:v>
                </c:pt>
                <c:pt idx="410">
                  <c:v>6.3</c:v>
                </c:pt>
                <c:pt idx="411">
                  <c:v>5</c:v>
                </c:pt>
                <c:pt idx="412">
                  <c:v>5.9</c:v>
                </c:pt>
                <c:pt idx="413">
                  <c:v>5.955</c:v>
                </c:pt>
                <c:pt idx="414">
                  <c:v>5.2</c:v>
                </c:pt>
                <c:pt idx="415">
                  <c:v>6.521</c:v>
                </c:pt>
                <c:pt idx="416">
                  <c:v>7.2</c:v>
                </c:pt>
                <c:pt idx="417">
                  <c:v>4.909</c:v>
                </c:pt>
                <c:pt idx="418">
                  <c:v>7.058</c:v>
                </c:pt>
                <c:pt idx="419">
                  <c:v>7.1</c:v>
                </c:pt>
                <c:pt idx="420">
                  <c:v>6.6</c:v>
                </c:pt>
                <c:pt idx="421">
                  <c:v>6.538</c:v>
                </c:pt>
                <c:pt idx="422">
                  <c:v>5.343</c:v>
                </c:pt>
                <c:pt idx="423">
                  <c:v>6.7</c:v>
                </c:pt>
                <c:pt idx="424">
                  <c:v>4.3</c:v>
                </c:pt>
                <c:pt idx="425">
                  <c:v>5.212</c:v>
                </c:pt>
                <c:pt idx="426">
                  <c:v>6.5</c:v>
                </c:pt>
                <c:pt idx="427">
                  <c:v>6.974</c:v>
                </c:pt>
                <c:pt idx="428">
                  <c:v>7.029</c:v>
                </c:pt>
                <c:pt idx="429">
                  <c:v>5.8</c:v>
                </c:pt>
                <c:pt idx="430">
                  <c:v>6.2</c:v>
                </c:pt>
                <c:pt idx="431">
                  <c:v>4.1</c:v>
                </c:pt>
                <c:pt idx="432">
                  <c:v>4.1</c:v>
                </c:pt>
                <c:pt idx="433">
                  <c:v>6.7</c:v>
                </c:pt>
                <c:pt idx="434">
                  <c:v>5.836</c:v>
                </c:pt>
                <c:pt idx="435">
                  <c:v>4.4</c:v>
                </c:pt>
                <c:pt idx="436">
                  <c:v>5.8</c:v>
                </c:pt>
                <c:pt idx="437">
                  <c:v>7.258</c:v>
                </c:pt>
                <c:pt idx="438">
                  <c:v>4.9</c:v>
                </c:pt>
                <c:pt idx="439">
                  <c:v>5.7</c:v>
                </c:pt>
                <c:pt idx="440">
                  <c:v>4.6</c:v>
                </c:pt>
                <c:pt idx="441">
                  <c:v>6.2</c:v>
                </c:pt>
                <c:pt idx="442">
                  <c:v>6</c:v>
                </c:pt>
                <c:pt idx="443">
                  <c:v>6.888</c:v>
                </c:pt>
                <c:pt idx="444">
                  <c:v>5.4</c:v>
                </c:pt>
                <c:pt idx="445">
                  <c:v>7.3</c:v>
                </c:pt>
                <c:pt idx="446">
                  <c:v>6.7</c:v>
                </c:pt>
                <c:pt idx="447">
                  <c:v>6.9</c:v>
                </c:pt>
                <c:pt idx="448">
                  <c:v>5.2</c:v>
                </c:pt>
                <c:pt idx="449">
                  <c:v>5.659</c:v>
                </c:pt>
                <c:pt idx="450">
                  <c:v>7.3</c:v>
                </c:pt>
                <c:pt idx="451">
                  <c:v>5.8</c:v>
                </c:pt>
                <c:pt idx="452">
                  <c:v>5</c:v>
                </c:pt>
                <c:pt idx="453">
                  <c:v>7.4</c:v>
                </c:pt>
                <c:pt idx="454">
                  <c:v>7</c:v>
                </c:pt>
                <c:pt idx="455">
                  <c:v>5.8</c:v>
                </c:pt>
                <c:pt idx="456">
                  <c:v>4.2</c:v>
                </c:pt>
                <c:pt idx="457">
                  <c:v>5.1</c:v>
                </c:pt>
                <c:pt idx="458">
                  <c:v>6</c:v>
                </c:pt>
                <c:pt idx="459">
                  <c:v>6</c:v>
                </c:pt>
                <c:pt idx="460">
                  <c:v>7</c:v>
                </c:pt>
                <c:pt idx="461">
                  <c:v>5.234</c:v>
                </c:pt>
                <c:pt idx="462">
                  <c:v>5.3</c:v>
                </c:pt>
                <c:pt idx="463">
                  <c:v>5.5</c:v>
                </c:pt>
                <c:pt idx="464">
                  <c:v>5.2</c:v>
                </c:pt>
                <c:pt idx="465">
                  <c:v>6.327</c:v>
                </c:pt>
                <c:pt idx="466">
                  <c:v>5</c:v>
                </c:pt>
                <c:pt idx="467">
                  <c:v>6.3</c:v>
                </c:pt>
                <c:pt idx="468">
                  <c:v>6.763</c:v>
                </c:pt>
                <c:pt idx="469">
                  <c:v>6.2</c:v>
                </c:pt>
                <c:pt idx="470">
                  <c:v>6.325</c:v>
                </c:pt>
                <c:pt idx="471">
                  <c:v>6</c:v>
                </c:pt>
                <c:pt idx="472">
                  <c:v>6.4</c:v>
                </c:pt>
                <c:pt idx="473">
                  <c:v>6.834</c:v>
                </c:pt>
                <c:pt idx="474">
                  <c:v>5</c:v>
                </c:pt>
                <c:pt idx="475">
                  <c:v>4.7</c:v>
                </c:pt>
                <c:pt idx="476">
                  <c:v>6</c:v>
                </c:pt>
                <c:pt idx="477">
                  <c:v>6.1</c:v>
                </c:pt>
                <c:pt idx="478">
                  <c:v>7.2</c:v>
                </c:pt>
                <c:pt idx="479">
                  <c:v>6.9</c:v>
                </c:pt>
                <c:pt idx="480">
                  <c:v>7.027</c:v>
                </c:pt>
                <c:pt idx="481">
                  <c:v>6.2</c:v>
                </c:pt>
                <c:pt idx="482">
                  <c:v>7.2</c:v>
                </c:pt>
                <c:pt idx="483">
                  <c:v>5.863</c:v>
                </c:pt>
                <c:pt idx="484">
                  <c:v>7.7</c:v>
                </c:pt>
                <c:pt idx="485">
                  <c:v>6.2</c:v>
                </c:pt>
                <c:pt idx="486">
                  <c:v>7.3</c:v>
                </c:pt>
                <c:pt idx="487">
                  <c:v>7.6</c:v>
                </c:pt>
                <c:pt idx="488">
                  <c:v>6.9</c:v>
                </c:pt>
                <c:pt idx="489">
                  <c:v>7</c:v>
                </c:pt>
                <c:pt idx="490">
                  <c:v>7.4</c:v>
                </c:pt>
                <c:pt idx="491">
                  <c:v>5.656</c:v>
                </c:pt>
                <c:pt idx="492">
                  <c:v>4.875</c:v>
                </c:pt>
                <c:pt idx="493">
                  <c:v>5.4</c:v>
                </c:pt>
                <c:pt idx="494">
                  <c:v>4.4</c:v>
                </c:pt>
                <c:pt idx="495">
                  <c:v>5.9</c:v>
                </c:pt>
                <c:pt idx="496">
                  <c:v>5.52</c:v>
                </c:pt>
                <c:pt idx="497">
                  <c:v>5.7</c:v>
                </c:pt>
                <c:pt idx="498">
                  <c:v>6.4</c:v>
                </c:pt>
                <c:pt idx="499">
                  <c:v>5.702</c:v>
                </c:pt>
                <c:pt idx="500">
                  <c:v>5</c:v>
                </c:pt>
                <c:pt idx="501">
                  <c:v>5.1</c:v>
                </c:pt>
                <c:pt idx="502">
                  <c:v>6.4</c:v>
                </c:pt>
                <c:pt idx="503">
                  <c:v>5.9</c:v>
                </c:pt>
                <c:pt idx="504">
                  <c:v>6</c:v>
                </c:pt>
                <c:pt idx="505">
                  <c:v>6.3</c:v>
                </c:pt>
                <c:pt idx="506">
                  <c:v>5.9</c:v>
                </c:pt>
                <c:pt idx="507">
                  <c:v>5.2</c:v>
                </c:pt>
                <c:pt idx="508">
                  <c:v>5.1</c:v>
                </c:pt>
                <c:pt idx="509">
                  <c:v>5.762</c:v>
                </c:pt>
                <c:pt idx="510">
                  <c:v>5.9</c:v>
                </c:pt>
                <c:pt idx="511">
                  <c:v>5.852</c:v>
                </c:pt>
                <c:pt idx="512">
                  <c:v>5.7</c:v>
                </c:pt>
                <c:pt idx="513">
                  <c:v>7.329</c:v>
                </c:pt>
                <c:pt idx="514">
                  <c:v>4.8</c:v>
                </c:pt>
                <c:pt idx="515">
                  <c:v>6.8</c:v>
                </c:pt>
                <c:pt idx="516">
                  <c:v>7.188</c:v>
                </c:pt>
                <c:pt idx="517">
                  <c:v>6.4</c:v>
                </c:pt>
                <c:pt idx="518">
                  <c:v>5.91</c:v>
                </c:pt>
                <c:pt idx="519">
                  <c:v>5.4</c:v>
                </c:pt>
                <c:pt idx="520">
                  <c:v>7.704</c:v>
                </c:pt>
                <c:pt idx="521">
                  <c:v>6</c:v>
                </c:pt>
                <c:pt idx="522">
                  <c:v>5.3</c:v>
                </c:pt>
                <c:pt idx="523">
                  <c:v>6.6</c:v>
                </c:pt>
                <c:pt idx="524">
                  <c:v>5.5</c:v>
                </c:pt>
                <c:pt idx="525">
                  <c:v>5.8</c:v>
                </c:pt>
                <c:pt idx="526">
                  <c:v>5.3</c:v>
                </c:pt>
                <c:pt idx="527">
                  <c:v>5.134</c:v>
                </c:pt>
                <c:pt idx="528">
                  <c:v>5.73</c:v>
                </c:pt>
                <c:pt idx="529">
                  <c:v>5.6</c:v>
                </c:pt>
                <c:pt idx="530">
                  <c:v>6.8</c:v>
                </c:pt>
                <c:pt idx="531">
                  <c:v>6.4</c:v>
                </c:pt>
                <c:pt idx="532">
                  <c:v>5</c:v>
                </c:pt>
                <c:pt idx="533">
                  <c:v>5.5</c:v>
                </c:pt>
                <c:pt idx="534">
                  <c:v>6</c:v>
                </c:pt>
                <c:pt idx="535">
                  <c:v>7.1</c:v>
                </c:pt>
                <c:pt idx="536">
                  <c:v>5.821</c:v>
                </c:pt>
                <c:pt idx="537">
                  <c:v>6.5</c:v>
                </c:pt>
                <c:pt idx="538">
                  <c:v>6.026</c:v>
                </c:pt>
                <c:pt idx="539">
                  <c:v>7.1</c:v>
                </c:pt>
                <c:pt idx="540">
                  <c:v>6.9</c:v>
                </c:pt>
                <c:pt idx="541">
                  <c:v>7</c:v>
                </c:pt>
                <c:pt idx="542">
                  <c:v>4.4</c:v>
                </c:pt>
                <c:pt idx="543">
                  <c:v>7.1</c:v>
                </c:pt>
                <c:pt idx="544">
                  <c:v>5</c:v>
                </c:pt>
                <c:pt idx="545">
                  <c:v>6.119</c:v>
                </c:pt>
                <c:pt idx="546">
                  <c:v>6.4</c:v>
                </c:pt>
                <c:pt idx="547">
                  <c:v>7.6</c:v>
                </c:pt>
                <c:pt idx="548">
                  <c:v>3.5</c:v>
                </c:pt>
                <c:pt idx="549">
                  <c:v>5.956</c:v>
                </c:pt>
                <c:pt idx="550">
                  <c:v>6.9</c:v>
                </c:pt>
                <c:pt idx="551">
                  <c:v>6.363</c:v>
                </c:pt>
                <c:pt idx="552">
                  <c:v>4.7</c:v>
                </c:pt>
                <c:pt idx="553">
                  <c:v>6.6</c:v>
                </c:pt>
                <c:pt idx="554">
                  <c:v>7.3</c:v>
                </c:pt>
                <c:pt idx="555">
                  <c:v>5.8</c:v>
                </c:pt>
                <c:pt idx="556">
                  <c:v>7</c:v>
                </c:pt>
                <c:pt idx="557">
                  <c:v>4.5</c:v>
                </c:pt>
                <c:pt idx="558">
                  <c:v>7.5</c:v>
                </c:pt>
                <c:pt idx="559">
                  <c:v>5.3</c:v>
                </c:pt>
                <c:pt idx="560">
                  <c:v>3</c:v>
                </c:pt>
                <c:pt idx="561">
                  <c:v>5.8</c:v>
                </c:pt>
                <c:pt idx="562">
                  <c:v>6.3</c:v>
                </c:pt>
                <c:pt idx="563">
                  <c:v>5.9</c:v>
                </c:pt>
                <c:pt idx="564">
                  <c:v>7.5</c:v>
                </c:pt>
                <c:pt idx="565">
                  <c:v>7.257</c:v>
                </c:pt>
                <c:pt idx="566">
                  <c:v>8.1</c:v>
                </c:pt>
                <c:pt idx="567">
                  <c:v>5.5</c:v>
                </c:pt>
                <c:pt idx="568">
                  <c:v>6.3</c:v>
                </c:pt>
                <c:pt idx="569">
                  <c:v>7.2</c:v>
                </c:pt>
                <c:pt idx="570">
                  <c:v>6.932</c:v>
                </c:pt>
                <c:pt idx="571">
                  <c:v>6.1</c:v>
                </c:pt>
                <c:pt idx="572">
                  <c:v>6.9</c:v>
                </c:pt>
                <c:pt idx="573">
                  <c:v>3.95</c:v>
                </c:pt>
                <c:pt idx="574">
                  <c:v>6.6</c:v>
                </c:pt>
                <c:pt idx="575">
                  <c:v>5.8</c:v>
                </c:pt>
                <c:pt idx="576">
                  <c:v>5.986</c:v>
                </c:pt>
                <c:pt idx="577">
                  <c:v>7.027</c:v>
                </c:pt>
                <c:pt idx="578">
                  <c:v>5.573</c:v>
                </c:pt>
                <c:pt idx="579">
                  <c:v>3.7</c:v>
                </c:pt>
                <c:pt idx="580">
                  <c:v>7.1</c:v>
                </c:pt>
                <c:pt idx="581">
                  <c:v>5.9</c:v>
                </c:pt>
                <c:pt idx="582">
                  <c:v>6.173</c:v>
                </c:pt>
                <c:pt idx="583">
                  <c:v>7.1</c:v>
                </c:pt>
                <c:pt idx="584">
                  <c:v>7.6</c:v>
                </c:pt>
                <c:pt idx="585">
                  <c:v>6.9</c:v>
                </c:pt>
                <c:pt idx="586">
                  <c:v>5.4</c:v>
                </c:pt>
                <c:pt idx="587">
                  <c:v>6.9</c:v>
                </c:pt>
                <c:pt idx="588">
                  <c:v>5.9</c:v>
                </c:pt>
                <c:pt idx="589">
                  <c:v>5.8</c:v>
                </c:pt>
                <c:pt idx="590">
                  <c:v>5.3</c:v>
                </c:pt>
                <c:pt idx="591">
                  <c:v>4.8</c:v>
                </c:pt>
                <c:pt idx="592">
                  <c:v>6.5</c:v>
                </c:pt>
                <c:pt idx="593">
                  <c:v>6.6</c:v>
                </c:pt>
                <c:pt idx="594">
                  <c:v>6.7</c:v>
                </c:pt>
                <c:pt idx="595">
                  <c:v>4.5</c:v>
                </c:pt>
                <c:pt idx="596">
                  <c:v>6.3</c:v>
                </c:pt>
                <c:pt idx="597">
                  <c:v>7.4</c:v>
                </c:pt>
                <c:pt idx="598">
                  <c:v>7.337</c:v>
                </c:pt>
                <c:pt idx="599">
                  <c:v>5.6</c:v>
                </c:pt>
                <c:pt idx="600">
                  <c:v>5.8</c:v>
                </c:pt>
                <c:pt idx="601">
                  <c:v>5</c:v>
                </c:pt>
                <c:pt idx="602">
                  <c:v>6.6</c:v>
                </c:pt>
                <c:pt idx="603">
                  <c:v>5.5</c:v>
                </c:pt>
                <c:pt idx="604">
                  <c:v>6.2</c:v>
                </c:pt>
                <c:pt idx="605">
                  <c:v>4.817</c:v>
                </c:pt>
                <c:pt idx="606">
                  <c:v>6.185</c:v>
                </c:pt>
                <c:pt idx="607">
                  <c:v>7.1</c:v>
                </c:pt>
                <c:pt idx="608">
                  <c:v>5.2</c:v>
                </c:pt>
                <c:pt idx="609">
                  <c:v>5.5</c:v>
                </c:pt>
                <c:pt idx="610">
                  <c:v>4.4</c:v>
                </c:pt>
                <c:pt idx="611">
                  <c:v>6</c:v>
                </c:pt>
                <c:pt idx="612">
                  <c:v>7.1</c:v>
                </c:pt>
                <c:pt idx="613">
                  <c:v>6.701</c:v>
                </c:pt>
                <c:pt idx="614">
                  <c:v>4.882</c:v>
                </c:pt>
                <c:pt idx="615">
                  <c:v>5</c:v>
                </c:pt>
                <c:pt idx="616">
                  <c:v>5.6</c:v>
                </c:pt>
                <c:pt idx="617">
                  <c:v>7.6</c:v>
                </c:pt>
                <c:pt idx="618">
                  <c:v>7.475</c:v>
                </c:pt>
                <c:pt idx="619">
                  <c:v>4.9</c:v>
                </c:pt>
                <c:pt idx="620">
                  <c:v>5.9</c:v>
                </c:pt>
                <c:pt idx="621">
                  <c:v>5.479</c:v>
                </c:pt>
                <c:pt idx="622">
                  <c:v>6.8</c:v>
                </c:pt>
                <c:pt idx="623">
                  <c:v>5.2</c:v>
                </c:pt>
                <c:pt idx="624">
                  <c:v>7.3</c:v>
                </c:pt>
                <c:pt idx="625">
                  <c:v>5.8</c:v>
                </c:pt>
                <c:pt idx="626">
                  <c:v>7.4</c:v>
                </c:pt>
                <c:pt idx="627">
                  <c:v>7.5</c:v>
                </c:pt>
                <c:pt idx="628">
                  <c:v>6</c:v>
                </c:pt>
                <c:pt idx="629">
                  <c:v>5.8</c:v>
                </c:pt>
                <c:pt idx="630">
                  <c:v>6.491</c:v>
                </c:pt>
                <c:pt idx="631">
                  <c:v>5.5</c:v>
                </c:pt>
                <c:pt idx="632">
                  <c:v>6.239</c:v>
                </c:pt>
                <c:pt idx="633">
                  <c:v>4.9</c:v>
                </c:pt>
                <c:pt idx="634">
                  <c:v>6.7</c:v>
                </c:pt>
                <c:pt idx="635">
                  <c:v>4.6</c:v>
                </c:pt>
                <c:pt idx="636">
                  <c:v>6.9</c:v>
                </c:pt>
                <c:pt idx="637">
                  <c:v>5.1</c:v>
                </c:pt>
                <c:pt idx="638">
                  <c:v>6.652</c:v>
                </c:pt>
                <c:pt idx="639">
                  <c:v>5.2</c:v>
                </c:pt>
                <c:pt idx="640">
                  <c:v>6.165</c:v>
                </c:pt>
                <c:pt idx="641">
                  <c:v>7.5</c:v>
                </c:pt>
                <c:pt idx="642">
                  <c:v>4.7</c:v>
                </c:pt>
                <c:pt idx="643">
                  <c:v>7.3</c:v>
                </c:pt>
                <c:pt idx="644">
                  <c:v>4.2</c:v>
                </c:pt>
                <c:pt idx="645">
                  <c:v>6.7</c:v>
                </c:pt>
                <c:pt idx="646">
                  <c:v>5.9</c:v>
                </c:pt>
                <c:pt idx="647">
                  <c:v>7.275</c:v>
                </c:pt>
                <c:pt idx="648">
                  <c:v>6.3</c:v>
                </c:pt>
                <c:pt idx="649">
                  <c:v>6.5</c:v>
                </c:pt>
                <c:pt idx="650">
                  <c:v>5.1</c:v>
                </c:pt>
                <c:pt idx="651">
                  <c:v>6.4</c:v>
                </c:pt>
                <c:pt idx="652">
                  <c:v>6.3</c:v>
                </c:pt>
                <c:pt idx="653">
                  <c:v>7.971</c:v>
                </c:pt>
                <c:pt idx="654">
                  <c:v>5.5</c:v>
                </c:pt>
                <c:pt idx="655">
                  <c:v>6.3</c:v>
                </c:pt>
                <c:pt idx="656">
                  <c:v>6.5</c:v>
                </c:pt>
                <c:pt idx="657">
                  <c:v>6.571</c:v>
                </c:pt>
                <c:pt idx="658">
                  <c:v>7.1</c:v>
                </c:pt>
                <c:pt idx="659">
                  <c:v>6.1</c:v>
                </c:pt>
                <c:pt idx="660">
                  <c:v>7.2</c:v>
                </c:pt>
                <c:pt idx="661">
                  <c:v>6.5</c:v>
                </c:pt>
                <c:pt idx="662">
                  <c:v>6.9</c:v>
                </c:pt>
                <c:pt idx="663">
                  <c:v>6.1</c:v>
                </c:pt>
                <c:pt idx="664">
                  <c:v>6.5</c:v>
                </c:pt>
                <c:pt idx="665">
                  <c:v>8.3</c:v>
                </c:pt>
                <c:pt idx="666">
                  <c:v>5.7</c:v>
                </c:pt>
                <c:pt idx="667">
                  <c:v>5.8</c:v>
                </c:pt>
                <c:pt idx="668">
                  <c:v>6.1</c:v>
                </c:pt>
                <c:pt idx="669">
                  <c:v>6.5</c:v>
                </c:pt>
                <c:pt idx="670">
                  <c:v>6.5</c:v>
                </c:pt>
                <c:pt idx="671">
                  <c:v>6.274</c:v>
                </c:pt>
                <c:pt idx="672">
                  <c:v>7.1</c:v>
                </c:pt>
                <c:pt idx="673">
                  <c:v>5.1</c:v>
                </c:pt>
                <c:pt idx="674">
                  <c:v>5.2</c:v>
                </c:pt>
                <c:pt idx="675">
                  <c:v>6.071</c:v>
                </c:pt>
                <c:pt idx="676">
                  <c:v>6.512</c:v>
                </c:pt>
                <c:pt idx="677">
                  <c:v>5.2</c:v>
                </c:pt>
                <c:pt idx="678">
                  <c:v>6.2</c:v>
                </c:pt>
                <c:pt idx="679">
                  <c:v>4.3</c:v>
                </c:pt>
                <c:pt idx="680">
                  <c:v>6</c:v>
                </c:pt>
                <c:pt idx="681">
                  <c:v>5.5</c:v>
                </c:pt>
                <c:pt idx="682">
                  <c:v>6.1</c:v>
                </c:pt>
                <c:pt idx="683">
                  <c:v>5.755</c:v>
                </c:pt>
                <c:pt idx="684">
                  <c:v>5.9</c:v>
                </c:pt>
                <c:pt idx="685">
                  <c:v>6.9</c:v>
                </c:pt>
                <c:pt idx="686">
                  <c:v>7.8</c:v>
                </c:pt>
                <c:pt idx="687">
                  <c:v>5.356</c:v>
                </c:pt>
                <c:pt idx="688">
                  <c:v>5.8</c:v>
                </c:pt>
                <c:pt idx="689">
                  <c:v>6.69</c:v>
                </c:pt>
                <c:pt idx="690">
                  <c:v>7.3</c:v>
                </c:pt>
                <c:pt idx="691">
                  <c:v>5.2</c:v>
                </c:pt>
                <c:pt idx="692">
                  <c:v>5.691</c:v>
                </c:pt>
                <c:pt idx="693">
                  <c:v>5.5</c:v>
                </c:pt>
                <c:pt idx="694">
                  <c:v>5.4</c:v>
                </c:pt>
                <c:pt idx="695">
                  <c:v>5.227</c:v>
                </c:pt>
                <c:pt idx="696">
                  <c:v>6.254</c:v>
                </c:pt>
                <c:pt idx="697">
                  <c:v>5.3</c:v>
                </c:pt>
                <c:pt idx="698">
                  <c:v>6.8</c:v>
                </c:pt>
                <c:pt idx="699">
                  <c:v>4.4</c:v>
                </c:pt>
                <c:pt idx="700">
                  <c:v>5.866</c:v>
                </c:pt>
                <c:pt idx="701">
                  <c:v>6.34</c:v>
                </c:pt>
                <c:pt idx="702">
                  <c:v>6.5</c:v>
                </c:pt>
                <c:pt idx="703">
                  <c:v>7.6</c:v>
                </c:pt>
                <c:pt idx="704">
                  <c:v>6</c:v>
                </c:pt>
                <c:pt idx="705">
                  <c:v>5.481</c:v>
                </c:pt>
                <c:pt idx="706">
                  <c:v>7</c:v>
                </c:pt>
                <c:pt idx="707">
                  <c:v>6.7</c:v>
                </c:pt>
                <c:pt idx="708">
                  <c:v>6.5</c:v>
                </c:pt>
                <c:pt idx="709">
                  <c:v>6.18</c:v>
                </c:pt>
                <c:pt idx="710">
                  <c:v>6</c:v>
                </c:pt>
                <c:pt idx="711">
                  <c:v>5.2</c:v>
                </c:pt>
                <c:pt idx="712">
                  <c:v>6.6</c:v>
                </c:pt>
                <c:pt idx="713">
                  <c:v>5.7</c:v>
                </c:pt>
                <c:pt idx="714">
                  <c:v>5.5</c:v>
                </c:pt>
                <c:pt idx="715">
                  <c:v>6</c:v>
                </c:pt>
                <c:pt idx="716">
                  <c:v>6.612</c:v>
                </c:pt>
                <c:pt idx="717">
                  <c:v>6.5</c:v>
                </c:pt>
                <c:pt idx="718">
                  <c:v>7.6</c:v>
                </c:pt>
                <c:pt idx="719">
                  <c:v>6.184</c:v>
                </c:pt>
                <c:pt idx="720">
                  <c:v>7.65</c:v>
                </c:pt>
                <c:pt idx="721">
                  <c:v>5.242</c:v>
                </c:pt>
                <c:pt idx="722">
                  <c:v>5.3</c:v>
                </c:pt>
                <c:pt idx="723">
                  <c:v>6.6</c:v>
                </c:pt>
                <c:pt idx="724">
                  <c:v>5.347</c:v>
                </c:pt>
                <c:pt idx="725">
                  <c:v>4.6</c:v>
                </c:pt>
                <c:pt idx="726">
                  <c:v>6.1</c:v>
                </c:pt>
                <c:pt idx="727">
                  <c:v>5.6</c:v>
                </c:pt>
                <c:pt idx="728">
                  <c:v>5.9</c:v>
                </c:pt>
                <c:pt idx="729">
                  <c:v>7.2</c:v>
                </c:pt>
                <c:pt idx="730">
                  <c:v>5.6</c:v>
                </c:pt>
                <c:pt idx="731">
                  <c:v>4.7</c:v>
                </c:pt>
                <c:pt idx="732">
                  <c:v>6.811</c:v>
                </c:pt>
                <c:pt idx="733">
                  <c:v>5.4</c:v>
                </c:pt>
                <c:pt idx="734">
                  <c:v>4.5</c:v>
                </c:pt>
                <c:pt idx="735">
                  <c:v>4.3</c:v>
                </c:pt>
                <c:pt idx="736">
                  <c:v>6.5</c:v>
                </c:pt>
                <c:pt idx="737">
                  <c:v>4.245</c:v>
                </c:pt>
                <c:pt idx="738">
                  <c:v>4.5</c:v>
                </c:pt>
                <c:pt idx="739">
                  <c:v>6</c:v>
                </c:pt>
                <c:pt idx="740">
                  <c:v>6.5</c:v>
                </c:pt>
                <c:pt idx="741">
                  <c:v>5.7</c:v>
                </c:pt>
                <c:pt idx="742">
                  <c:v>3.8</c:v>
                </c:pt>
                <c:pt idx="743">
                  <c:v>4.5</c:v>
                </c:pt>
                <c:pt idx="744">
                  <c:v>6.9</c:v>
                </c:pt>
                <c:pt idx="745">
                  <c:v>6.727</c:v>
                </c:pt>
                <c:pt idx="746">
                  <c:v>5.9</c:v>
                </c:pt>
                <c:pt idx="747">
                  <c:v>6</c:v>
                </c:pt>
                <c:pt idx="748">
                  <c:v>7</c:v>
                </c:pt>
                <c:pt idx="749">
                  <c:v>6</c:v>
                </c:pt>
                <c:pt idx="750">
                  <c:v>4.4</c:v>
                </c:pt>
                <c:pt idx="751">
                  <c:v>7.9</c:v>
                </c:pt>
                <c:pt idx="752">
                  <c:v>6.056</c:v>
                </c:pt>
                <c:pt idx="753">
                  <c:v>7</c:v>
                </c:pt>
                <c:pt idx="754">
                  <c:v>7.3</c:v>
                </c:pt>
                <c:pt idx="755">
                  <c:v>7.238</c:v>
                </c:pt>
                <c:pt idx="756">
                  <c:v>6.6</c:v>
                </c:pt>
                <c:pt idx="757">
                  <c:v>6.6</c:v>
                </c:pt>
                <c:pt idx="758">
                  <c:v>6.3</c:v>
                </c:pt>
                <c:pt idx="759">
                  <c:v>5.8</c:v>
                </c:pt>
                <c:pt idx="760">
                  <c:v>6.1</c:v>
                </c:pt>
                <c:pt idx="761">
                  <c:v>5.808</c:v>
                </c:pt>
                <c:pt idx="762">
                  <c:v>6</c:v>
                </c:pt>
                <c:pt idx="763">
                  <c:v>5.5</c:v>
                </c:pt>
                <c:pt idx="764">
                  <c:v>7.2</c:v>
                </c:pt>
                <c:pt idx="765">
                  <c:v>5.167</c:v>
                </c:pt>
                <c:pt idx="766">
                  <c:v>5.4</c:v>
                </c:pt>
                <c:pt idx="767">
                  <c:v>5.4</c:v>
                </c:pt>
                <c:pt idx="768">
                  <c:v>6.9</c:v>
                </c:pt>
                <c:pt idx="769">
                  <c:v>5.8</c:v>
                </c:pt>
                <c:pt idx="770">
                  <c:v>7.379</c:v>
                </c:pt>
                <c:pt idx="771">
                  <c:v>8.089</c:v>
                </c:pt>
                <c:pt idx="772">
                  <c:v>6.556</c:v>
                </c:pt>
                <c:pt idx="773">
                  <c:v>6</c:v>
                </c:pt>
                <c:pt idx="774">
                  <c:v>6.9</c:v>
                </c:pt>
                <c:pt idx="775">
                  <c:v>6.196</c:v>
                </c:pt>
                <c:pt idx="776">
                  <c:v>6.136</c:v>
                </c:pt>
                <c:pt idx="777">
                  <c:v>7</c:v>
                </c:pt>
                <c:pt idx="778">
                  <c:v>6.8</c:v>
                </c:pt>
                <c:pt idx="779">
                  <c:v>7.046</c:v>
                </c:pt>
                <c:pt idx="780">
                  <c:v>8.273</c:v>
                </c:pt>
                <c:pt idx="781">
                  <c:v>6.5</c:v>
                </c:pt>
                <c:pt idx="782">
                  <c:v>6.867</c:v>
                </c:pt>
                <c:pt idx="783">
                  <c:v>6.569</c:v>
                </c:pt>
                <c:pt idx="784">
                  <c:v>8.2</c:v>
                </c:pt>
                <c:pt idx="785">
                  <c:v>7.093</c:v>
                </c:pt>
                <c:pt idx="786">
                  <c:v>7</c:v>
                </c:pt>
                <c:pt idx="787">
                  <c:v>6.7</c:v>
                </c:pt>
                <c:pt idx="788">
                  <c:v>6.7</c:v>
                </c:pt>
                <c:pt idx="789">
                  <c:v>6.518</c:v>
                </c:pt>
                <c:pt idx="790">
                  <c:v>6.5</c:v>
                </c:pt>
                <c:pt idx="791">
                  <c:v>6.939</c:v>
                </c:pt>
                <c:pt idx="792">
                  <c:v>7.5</c:v>
                </c:pt>
                <c:pt idx="793">
                  <c:v>6.634</c:v>
                </c:pt>
                <c:pt idx="794">
                  <c:v>6.095</c:v>
                </c:pt>
                <c:pt idx="795">
                  <c:v>7.5</c:v>
                </c:pt>
                <c:pt idx="796">
                  <c:v>5.817</c:v>
                </c:pt>
                <c:pt idx="797">
                  <c:v>7.3</c:v>
                </c:pt>
                <c:pt idx="798">
                  <c:v>7.191</c:v>
                </c:pt>
                <c:pt idx="799">
                  <c:v>6.97</c:v>
                </c:pt>
                <c:pt idx="800">
                  <c:v>7.3</c:v>
                </c:pt>
                <c:pt idx="801">
                  <c:v>5.7</c:v>
                </c:pt>
                <c:pt idx="802">
                  <c:v>6.3</c:v>
                </c:pt>
                <c:pt idx="803">
                  <c:v>6.3</c:v>
                </c:pt>
                <c:pt idx="804">
                  <c:v>7.58</c:v>
                </c:pt>
                <c:pt idx="805">
                  <c:v>4.8</c:v>
                </c:pt>
                <c:pt idx="806">
                  <c:v>6</c:v>
                </c:pt>
                <c:pt idx="807">
                  <c:v>6.7</c:v>
                </c:pt>
                <c:pt idx="808">
                  <c:v>7.422</c:v>
                </c:pt>
                <c:pt idx="809">
                  <c:v>7.5</c:v>
                </c:pt>
                <c:pt idx="810">
                  <c:v>5.8</c:v>
                </c:pt>
                <c:pt idx="811">
                  <c:v>5.008</c:v>
                </c:pt>
                <c:pt idx="812">
                  <c:v>6.5</c:v>
                </c:pt>
                <c:pt idx="813">
                  <c:v>7.4</c:v>
                </c:pt>
                <c:pt idx="814">
                  <c:v>6.18</c:v>
                </c:pt>
                <c:pt idx="815">
                  <c:v>6.7</c:v>
                </c:pt>
                <c:pt idx="816">
                  <c:v>7.139</c:v>
                </c:pt>
                <c:pt idx="817">
                  <c:v>6</c:v>
                </c:pt>
                <c:pt idx="818">
                  <c:v>6.899</c:v>
                </c:pt>
                <c:pt idx="819">
                  <c:v>5.799</c:v>
                </c:pt>
                <c:pt idx="820">
                  <c:v>7.5</c:v>
                </c:pt>
                <c:pt idx="821">
                  <c:v>7.2</c:v>
                </c:pt>
                <c:pt idx="822">
                  <c:v>6.3</c:v>
                </c:pt>
                <c:pt idx="823">
                  <c:v>6.7</c:v>
                </c:pt>
                <c:pt idx="824">
                  <c:v>6.523</c:v>
                </c:pt>
                <c:pt idx="825">
                  <c:v>7.302</c:v>
                </c:pt>
                <c:pt idx="826">
                  <c:v>5.2</c:v>
                </c:pt>
                <c:pt idx="827">
                  <c:v>6.1</c:v>
                </c:pt>
                <c:pt idx="828">
                  <c:v>7.842</c:v>
                </c:pt>
                <c:pt idx="829">
                  <c:v>6.177</c:v>
                </c:pt>
                <c:pt idx="830">
                  <c:v>6.9</c:v>
                </c:pt>
                <c:pt idx="831">
                  <c:v>7.174</c:v>
                </c:pt>
                <c:pt idx="832">
                  <c:v>5.7</c:v>
                </c:pt>
                <c:pt idx="833">
                  <c:v>7.777</c:v>
                </c:pt>
                <c:pt idx="834">
                  <c:v>6.6</c:v>
                </c:pt>
                <c:pt idx="835">
                  <c:v>8.1</c:v>
                </c:pt>
                <c:pt idx="836">
                  <c:v>5.3</c:v>
                </c:pt>
                <c:pt idx="837">
                  <c:v>5.5</c:v>
                </c:pt>
                <c:pt idx="838">
                  <c:v>6.6</c:v>
                </c:pt>
                <c:pt idx="839">
                  <c:v>6.8</c:v>
                </c:pt>
                <c:pt idx="840">
                  <c:v>6.6</c:v>
                </c:pt>
                <c:pt idx="841">
                  <c:v>6.961</c:v>
                </c:pt>
                <c:pt idx="842">
                  <c:v>6.152</c:v>
                </c:pt>
                <c:pt idx="843">
                  <c:v>6.8</c:v>
                </c:pt>
                <c:pt idx="844">
                  <c:v>7.2</c:v>
                </c:pt>
                <c:pt idx="845">
                  <c:v>6.9</c:v>
                </c:pt>
                <c:pt idx="846">
                  <c:v>6.2</c:v>
                </c:pt>
                <c:pt idx="847">
                  <c:v>6.2</c:v>
                </c:pt>
                <c:pt idx="848">
                  <c:v>6.9</c:v>
                </c:pt>
                <c:pt idx="849">
                  <c:v>6.3</c:v>
                </c:pt>
                <c:pt idx="850">
                  <c:v>7.6</c:v>
                </c:pt>
                <c:pt idx="851">
                  <c:v>7.6</c:v>
                </c:pt>
                <c:pt idx="852">
                  <c:v>6.7</c:v>
                </c:pt>
                <c:pt idx="853">
                  <c:v>6.2</c:v>
                </c:pt>
                <c:pt idx="854">
                  <c:v>4.7</c:v>
                </c:pt>
                <c:pt idx="855">
                  <c:v>5.5</c:v>
                </c:pt>
                <c:pt idx="856">
                  <c:v>5.621</c:v>
                </c:pt>
                <c:pt idx="857">
                  <c:v>6.762</c:v>
                </c:pt>
                <c:pt idx="858">
                  <c:v>5.1</c:v>
                </c:pt>
                <c:pt idx="859">
                  <c:v>7.3</c:v>
                </c:pt>
                <c:pt idx="860">
                  <c:v>6.2</c:v>
                </c:pt>
                <c:pt idx="861">
                  <c:v>7.3</c:v>
                </c:pt>
                <c:pt idx="862">
                  <c:v>6.466</c:v>
                </c:pt>
                <c:pt idx="863">
                  <c:v>5.399</c:v>
                </c:pt>
                <c:pt idx="864">
                  <c:v>7.3</c:v>
                </c:pt>
                <c:pt idx="865">
                  <c:v>6.6</c:v>
                </c:pt>
                <c:pt idx="866">
                  <c:v>7.1</c:v>
                </c:pt>
                <c:pt idx="867">
                  <c:v>7.372</c:v>
                </c:pt>
                <c:pt idx="868">
                  <c:v>5.6</c:v>
                </c:pt>
                <c:pt idx="869">
                  <c:v>5.949</c:v>
                </c:pt>
                <c:pt idx="870">
                  <c:v>7.147</c:v>
                </c:pt>
                <c:pt idx="871">
                  <c:v>6</c:v>
                </c:pt>
                <c:pt idx="872">
                  <c:v>6.1</c:v>
                </c:pt>
                <c:pt idx="873">
                  <c:v>7.1</c:v>
                </c:pt>
                <c:pt idx="874">
                  <c:v>6.9</c:v>
                </c:pt>
                <c:pt idx="875">
                  <c:v>6.621</c:v>
                </c:pt>
                <c:pt idx="876">
                  <c:v>6.6</c:v>
                </c:pt>
                <c:pt idx="877">
                  <c:v>7.2</c:v>
                </c:pt>
                <c:pt idx="878">
                  <c:v>5.862</c:v>
                </c:pt>
                <c:pt idx="879">
                  <c:v>5.9</c:v>
                </c:pt>
                <c:pt idx="880">
                  <c:v>5.42</c:v>
                </c:pt>
                <c:pt idx="881">
                  <c:v>5.3</c:v>
                </c:pt>
                <c:pt idx="882">
                  <c:v>5.1</c:v>
                </c:pt>
                <c:pt idx="883">
                  <c:v>7</c:v>
                </c:pt>
                <c:pt idx="884">
                  <c:v>5.8</c:v>
                </c:pt>
                <c:pt idx="885">
                  <c:v>6.7</c:v>
                </c:pt>
                <c:pt idx="886">
                  <c:v>4.4</c:v>
                </c:pt>
                <c:pt idx="887">
                  <c:v>6.3</c:v>
                </c:pt>
                <c:pt idx="888">
                  <c:v>6.671</c:v>
                </c:pt>
                <c:pt idx="889">
                  <c:v>6</c:v>
                </c:pt>
                <c:pt idx="890">
                  <c:v>6.106</c:v>
                </c:pt>
                <c:pt idx="891">
                  <c:v>6.2</c:v>
                </c:pt>
                <c:pt idx="892">
                  <c:v>5.584</c:v>
                </c:pt>
                <c:pt idx="893">
                  <c:v>6</c:v>
                </c:pt>
                <c:pt idx="894">
                  <c:v>7.2</c:v>
                </c:pt>
                <c:pt idx="895">
                  <c:v>5.3</c:v>
                </c:pt>
                <c:pt idx="896">
                  <c:v>6.678</c:v>
                </c:pt>
                <c:pt idx="897">
                  <c:v>5.9</c:v>
                </c:pt>
                <c:pt idx="898">
                  <c:v>5.853</c:v>
                </c:pt>
                <c:pt idx="899">
                  <c:v>6.8</c:v>
                </c:pt>
                <c:pt idx="900">
                  <c:v>6.576</c:v>
                </c:pt>
                <c:pt idx="901">
                  <c:v>6.105</c:v>
                </c:pt>
                <c:pt idx="902">
                  <c:v>5.7</c:v>
                </c:pt>
                <c:pt idx="903">
                  <c:v>7.2</c:v>
                </c:pt>
                <c:pt idx="904">
                  <c:v>6.9</c:v>
                </c:pt>
                <c:pt idx="905">
                  <c:v>6.3</c:v>
                </c:pt>
                <c:pt idx="906">
                  <c:v>5.86</c:v>
                </c:pt>
                <c:pt idx="907">
                  <c:v>5.533</c:v>
                </c:pt>
                <c:pt idx="908">
                  <c:v>6.9</c:v>
                </c:pt>
                <c:pt idx="909">
                  <c:v>6.3</c:v>
                </c:pt>
                <c:pt idx="910">
                  <c:v>5.766</c:v>
                </c:pt>
                <c:pt idx="911">
                  <c:v>8</c:v>
                </c:pt>
                <c:pt idx="912">
                  <c:v>6.7</c:v>
                </c:pt>
                <c:pt idx="913">
                  <c:v>8.4</c:v>
                </c:pt>
                <c:pt idx="914">
                  <c:v>6.9</c:v>
                </c:pt>
                <c:pt idx="915">
                  <c:v>4.992</c:v>
                </c:pt>
                <c:pt idx="916">
                  <c:v>6.5</c:v>
                </c:pt>
                <c:pt idx="917">
                  <c:v>7</c:v>
                </c:pt>
                <c:pt idx="918">
                  <c:v>7.5</c:v>
                </c:pt>
                <c:pt idx="919">
                  <c:v>6.4</c:v>
                </c:pt>
                <c:pt idx="920">
                  <c:v>7.1</c:v>
                </c:pt>
                <c:pt idx="921">
                  <c:v>7.212</c:v>
                </c:pt>
                <c:pt idx="922">
                  <c:v>6.6</c:v>
                </c:pt>
                <c:pt idx="923">
                  <c:v>5.8</c:v>
                </c:pt>
                <c:pt idx="924">
                  <c:v>6.881</c:v>
                </c:pt>
                <c:pt idx="925">
                  <c:v>6</c:v>
                </c:pt>
                <c:pt idx="926">
                  <c:v>5.701</c:v>
                </c:pt>
                <c:pt idx="927">
                  <c:v>7.537</c:v>
                </c:pt>
                <c:pt idx="928">
                  <c:v>6.8</c:v>
                </c:pt>
                <c:pt idx="929">
                  <c:v>3.6</c:v>
                </c:pt>
                <c:pt idx="930">
                  <c:v>6.7</c:v>
                </c:pt>
                <c:pt idx="931">
                  <c:v>7.171</c:v>
                </c:pt>
                <c:pt idx="932">
                  <c:v>6.2</c:v>
                </c:pt>
                <c:pt idx="933">
                  <c:v>5.782</c:v>
                </c:pt>
                <c:pt idx="934">
                  <c:v>6.5</c:v>
                </c:pt>
                <c:pt idx="935">
                  <c:v>5.7</c:v>
                </c:pt>
                <c:pt idx="936">
                  <c:v>6.209</c:v>
                </c:pt>
                <c:pt idx="937">
                  <c:v>7.467</c:v>
                </c:pt>
                <c:pt idx="938">
                  <c:v>5.5</c:v>
                </c:pt>
                <c:pt idx="939">
                  <c:v>6.9</c:v>
                </c:pt>
                <c:pt idx="940">
                  <c:v>6.9</c:v>
                </c:pt>
                <c:pt idx="941">
                  <c:v>5.2</c:v>
                </c:pt>
                <c:pt idx="942">
                  <c:v>6.5</c:v>
                </c:pt>
                <c:pt idx="943">
                  <c:v>5.9</c:v>
                </c:pt>
                <c:pt idx="944">
                  <c:v>6.737</c:v>
                </c:pt>
                <c:pt idx="945">
                  <c:v>6.5</c:v>
                </c:pt>
                <c:pt idx="946">
                  <c:v>6.6</c:v>
                </c:pt>
                <c:pt idx="947">
                  <c:v>6.975</c:v>
                </c:pt>
                <c:pt idx="948">
                  <c:v>6.182</c:v>
                </c:pt>
                <c:pt idx="949">
                  <c:v>7.044</c:v>
                </c:pt>
                <c:pt idx="950">
                  <c:v>7.6</c:v>
                </c:pt>
                <c:pt idx="951">
                  <c:v>6.616</c:v>
                </c:pt>
                <c:pt idx="952">
                  <c:v>6.3</c:v>
                </c:pt>
                <c:pt idx="953">
                  <c:v>6.2</c:v>
                </c:pt>
                <c:pt idx="954">
                  <c:v>6.8</c:v>
                </c:pt>
                <c:pt idx="955">
                  <c:v>5.873</c:v>
                </c:pt>
                <c:pt idx="956">
                  <c:v>7.3</c:v>
                </c:pt>
                <c:pt idx="957">
                  <c:v>6.4</c:v>
                </c:pt>
                <c:pt idx="958">
                  <c:v>7.169</c:v>
                </c:pt>
                <c:pt idx="959">
                  <c:v>6.926</c:v>
                </c:pt>
                <c:pt idx="960">
                  <c:v>6.827</c:v>
                </c:pt>
                <c:pt idx="961">
                  <c:v>6.372</c:v>
                </c:pt>
                <c:pt idx="962">
                  <c:v>7.248</c:v>
                </c:pt>
                <c:pt idx="963">
                  <c:v>7</c:v>
                </c:pt>
                <c:pt idx="964">
                  <c:v>6.8</c:v>
                </c:pt>
                <c:pt idx="965">
                  <c:v>6.2</c:v>
                </c:pt>
                <c:pt idx="966">
                  <c:v>5.6</c:v>
                </c:pt>
                <c:pt idx="967">
                  <c:v>6.5</c:v>
                </c:pt>
                <c:pt idx="968">
                  <c:v>6.7</c:v>
                </c:pt>
                <c:pt idx="969">
                  <c:v>6.64</c:v>
                </c:pt>
                <c:pt idx="970">
                  <c:v>5.912</c:v>
                </c:pt>
                <c:pt idx="971">
                  <c:v>6.4</c:v>
                </c:pt>
                <c:pt idx="972">
                  <c:v>8</c:v>
                </c:pt>
                <c:pt idx="973">
                  <c:v>7.4</c:v>
                </c:pt>
                <c:pt idx="974">
                  <c:v>5.923</c:v>
                </c:pt>
                <c:pt idx="975">
                  <c:v>6.1</c:v>
                </c:pt>
                <c:pt idx="976">
                  <c:v>5.9</c:v>
                </c:pt>
                <c:pt idx="977">
                  <c:v>7.5</c:v>
                </c:pt>
                <c:pt idx="978">
                  <c:v>6.5</c:v>
                </c:pt>
                <c:pt idx="979">
                  <c:v>5.8</c:v>
                </c:pt>
                <c:pt idx="980">
                  <c:v>5.9</c:v>
                </c:pt>
                <c:pt idx="981">
                  <c:v>5.6</c:v>
                </c:pt>
                <c:pt idx="982">
                  <c:v>6.336</c:v>
                </c:pt>
                <c:pt idx="983">
                  <c:v>5.8</c:v>
                </c:pt>
                <c:pt idx="984">
                  <c:v>3.8</c:v>
                </c:pt>
                <c:pt idx="985">
                  <c:v>6.8</c:v>
                </c:pt>
                <c:pt idx="986">
                  <c:v>7.4</c:v>
                </c:pt>
                <c:pt idx="987">
                  <c:v>7.5</c:v>
                </c:pt>
                <c:pt idx="988">
                  <c:v>6.9</c:v>
                </c:pt>
                <c:pt idx="989">
                  <c:v>7</c:v>
                </c:pt>
                <c:pt idx="990">
                  <c:v>7.1</c:v>
                </c:pt>
                <c:pt idx="991">
                  <c:v>6</c:v>
                </c:pt>
                <c:pt idx="992">
                  <c:v>6.4</c:v>
                </c:pt>
                <c:pt idx="993">
                  <c:v>4.5</c:v>
                </c:pt>
                <c:pt idx="994">
                  <c:v>6.7</c:v>
                </c:pt>
                <c:pt idx="995">
                  <c:v>6.038</c:v>
                </c:pt>
                <c:pt idx="996">
                  <c:v>6</c:v>
                </c:pt>
                <c:pt idx="997">
                  <c:v>6.9</c:v>
                </c:pt>
                <c:pt idx="998">
                  <c:v>6.3</c:v>
                </c:pt>
                <c:pt idx="999">
                  <c:v>7.5</c:v>
                </c:pt>
                <c:pt idx="1000">
                  <c:v>7</c:v>
                </c:pt>
                <c:pt idx="1001">
                  <c:v>5.2</c:v>
                </c:pt>
                <c:pt idx="1002">
                  <c:v>7.8</c:v>
                </c:pt>
                <c:pt idx="1003">
                  <c:v>6.888</c:v>
                </c:pt>
                <c:pt idx="1004">
                  <c:v>6.7</c:v>
                </c:pt>
                <c:pt idx="1005">
                  <c:v>5.4</c:v>
                </c:pt>
                <c:pt idx="1006">
                  <c:v>7.9</c:v>
                </c:pt>
                <c:pt idx="1007">
                  <c:v>5.2</c:v>
                </c:pt>
                <c:pt idx="1008">
                  <c:v>4.852</c:v>
                </c:pt>
                <c:pt idx="1009">
                  <c:v>6.4</c:v>
                </c:pt>
                <c:pt idx="1010">
                  <c:v>6.201</c:v>
                </c:pt>
                <c:pt idx="1011">
                  <c:v>5.4</c:v>
                </c:pt>
                <c:pt idx="1012">
                  <c:v>7.1</c:v>
                </c:pt>
                <c:pt idx="1013">
                  <c:v>6.7</c:v>
                </c:pt>
                <c:pt idx="1014">
                  <c:v>7.456</c:v>
                </c:pt>
                <c:pt idx="1015">
                  <c:v>5.604</c:v>
                </c:pt>
                <c:pt idx="1016">
                  <c:v>7.8</c:v>
                </c:pt>
                <c:pt idx="1017">
                  <c:v>6.7</c:v>
                </c:pt>
                <c:pt idx="1018">
                  <c:v>6.051</c:v>
                </c:pt>
                <c:pt idx="1019">
                  <c:v>6.7</c:v>
                </c:pt>
                <c:pt idx="1020">
                  <c:v>5.3</c:v>
                </c:pt>
                <c:pt idx="1021">
                  <c:v>6.675</c:v>
                </c:pt>
                <c:pt idx="1022">
                  <c:v>5.979</c:v>
                </c:pt>
                <c:pt idx="1023">
                  <c:v>4.3</c:v>
                </c:pt>
                <c:pt idx="1024">
                  <c:v>6.7</c:v>
                </c:pt>
                <c:pt idx="1025">
                  <c:v>6.3</c:v>
                </c:pt>
                <c:pt idx="1026">
                  <c:v>5.3</c:v>
                </c:pt>
                <c:pt idx="1027">
                  <c:v>8.1</c:v>
                </c:pt>
                <c:pt idx="1028">
                  <c:v>5.5</c:v>
                </c:pt>
                <c:pt idx="1029">
                  <c:v>5.491</c:v>
                </c:pt>
                <c:pt idx="1030">
                  <c:v>7.852</c:v>
                </c:pt>
                <c:pt idx="1031">
                  <c:v>5.8</c:v>
                </c:pt>
                <c:pt idx="1032">
                  <c:v>4.1</c:v>
                </c:pt>
                <c:pt idx="1033">
                  <c:v>6.416</c:v>
                </c:pt>
                <c:pt idx="1034">
                  <c:v>6.4</c:v>
                </c:pt>
                <c:pt idx="1035">
                  <c:v>5.1</c:v>
                </c:pt>
                <c:pt idx="1036">
                  <c:v>7.5</c:v>
                </c:pt>
                <c:pt idx="1037">
                  <c:v>6.155</c:v>
                </c:pt>
                <c:pt idx="1038">
                  <c:v>6.5</c:v>
                </c:pt>
                <c:pt idx="1039">
                  <c:v>6.9</c:v>
                </c:pt>
                <c:pt idx="1040">
                  <c:v>7.8</c:v>
                </c:pt>
                <c:pt idx="1041">
                  <c:v>7.3</c:v>
                </c:pt>
                <c:pt idx="1042">
                  <c:v>6.4</c:v>
                </c:pt>
                <c:pt idx="1043">
                  <c:v>5.5</c:v>
                </c:pt>
                <c:pt idx="1044">
                  <c:v>7.3</c:v>
                </c:pt>
                <c:pt idx="1045">
                  <c:v>7.2</c:v>
                </c:pt>
                <c:pt idx="1046">
                  <c:v>6.518</c:v>
                </c:pt>
                <c:pt idx="1047">
                  <c:v>6.133</c:v>
                </c:pt>
                <c:pt idx="1048">
                  <c:v>5.6</c:v>
                </c:pt>
                <c:pt idx="1049">
                  <c:v>6.33</c:v>
                </c:pt>
                <c:pt idx="1050">
                  <c:v>7</c:v>
                </c:pt>
                <c:pt idx="1051">
                  <c:v>5.1</c:v>
                </c:pt>
                <c:pt idx="1052">
                  <c:v>6.5</c:v>
                </c:pt>
                <c:pt idx="1053">
                  <c:v>5.9</c:v>
                </c:pt>
                <c:pt idx="1054">
                  <c:v>6.4</c:v>
                </c:pt>
                <c:pt idx="1055">
                  <c:v>6.005</c:v>
                </c:pt>
                <c:pt idx="1056">
                  <c:v>6.848</c:v>
                </c:pt>
                <c:pt idx="1057">
                  <c:v>7.8</c:v>
                </c:pt>
                <c:pt idx="1058">
                  <c:v>5.6</c:v>
                </c:pt>
                <c:pt idx="1059">
                  <c:v>6.641</c:v>
                </c:pt>
                <c:pt idx="1060">
                  <c:v>5.261</c:v>
                </c:pt>
                <c:pt idx="1061">
                  <c:v>6.1</c:v>
                </c:pt>
                <c:pt idx="1062">
                  <c:v>6.9</c:v>
                </c:pt>
                <c:pt idx="1063">
                  <c:v>5.797</c:v>
                </c:pt>
                <c:pt idx="1064">
                  <c:v>5.5</c:v>
                </c:pt>
                <c:pt idx="1065">
                  <c:v>6</c:v>
                </c:pt>
                <c:pt idx="1066">
                  <c:v>5.7</c:v>
                </c:pt>
                <c:pt idx="1067">
                  <c:v>6.6</c:v>
                </c:pt>
                <c:pt idx="1068">
                  <c:v>6.8</c:v>
                </c:pt>
                <c:pt idx="1069">
                  <c:v>7.2</c:v>
                </c:pt>
                <c:pt idx="1070">
                  <c:v>5.7</c:v>
                </c:pt>
                <c:pt idx="1071">
                  <c:v>5.9</c:v>
                </c:pt>
                <c:pt idx="1072">
                  <c:v>7.7</c:v>
                </c:pt>
                <c:pt idx="1073">
                  <c:v>7.5</c:v>
                </c:pt>
                <c:pt idx="1074">
                  <c:v>7.275</c:v>
                </c:pt>
                <c:pt idx="1075">
                  <c:v>7.3</c:v>
                </c:pt>
                <c:pt idx="1076">
                  <c:v>5.5</c:v>
                </c:pt>
                <c:pt idx="1077">
                  <c:v>6.4</c:v>
                </c:pt>
                <c:pt idx="1078">
                  <c:v>6.6</c:v>
                </c:pt>
                <c:pt idx="1079">
                  <c:v>7.6</c:v>
                </c:pt>
                <c:pt idx="1080">
                  <c:v>6</c:v>
                </c:pt>
                <c:pt idx="1081">
                  <c:v>5.51</c:v>
                </c:pt>
                <c:pt idx="1082">
                  <c:v>7</c:v>
                </c:pt>
                <c:pt idx="1083">
                  <c:v>6.4</c:v>
                </c:pt>
                <c:pt idx="1084">
                  <c:v>7</c:v>
                </c:pt>
                <c:pt idx="1085">
                  <c:v>7.2</c:v>
                </c:pt>
                <c:pt idx="1086">
                  <c:v>6.8</c:v>
                </c:pt>
                <c:pt idx="1087">
                  <c:v>6.231</c:v>
                </c:pt>
                <c:pt idx="1088">
                  <c:v>7.5</c:v>
                </c:pt>
                <c:pt idx="1089">
                  <c:v>5.5</c:v>
                </c:pt>
                <c:pt idx="1090">
                  <c:v>7.1</c:v>
                </c:pt>
                <c:pt idx="1091">
                  <c:v>7.3</c:v>
                </c:pt>
                <c:pt idx="1092">
                  <c:v>6.4</c:v>
                </c:pt>
                <c:pt idx="1093">
                  <c:v>6.2</c:v>
                </c:pt>
                <c:pt idx="1094">
                  <c:v>7.8</c:v>
                </c:pt>
                <c:pt idx="1095">
                  <c:v>6</c:v>
                </c:pt>
                <c:pt idx="1096">
                  <c:v>6.1</c:v>
                </c:pt>
                <c:pt idx="1097">
                  <c:v>5.3</c:v>
                </c:pt>
                <c:pt idx="1098">
                  <c:v>7.3</c:v>
                </c:pt>
                <c:pt idx="1099">
                  <c:v>5.3</c:v>
                </c:pt>
                <c:pt idx="1100">
                  <c:v>5.7</c:v>
                </c:pt>
                <c:pt idx="1101">
                  <c:v>6.9</c:v>
                </c:pt>
                <c:pt idx="1102">
                  <c:v>5.3</c:v>
                </c:pt>
                <c:pt idx="1103">
                  <c:v>7.2</c:v>
                </c:pt>
                <c:pt idx="1104">
                  <c:v>6.8</c:v>
                </c:pt>
                <c:pt idx="1105">
                  <c:v>5.9</c:v>
                </c:pt>
                <c:pt idx="1106">
                  <c:v>4.2</c:v>
                </c:pt>
                <c:pt idx="1107">
                  <c:v>6.125</c:v>
                </c:pt>
                <c:pt idx="1108">
                  <c:v>6.4</c:v>
                </c:pt>
                <c:pt idx="1109">
                  <c:v>5.196</c:v>
                </c:pt>
                <c:pt idx="1110">
                  <c:v>6.6</c:v>
                </c:pt>
                <c:pt idx="1111">
                  <c:v>6.1</c:v>
                </c:pt>
                <c:pt idx="1112">
                  <c:v>6.3</c:v>
                </c:pt>
                <c:pt idx="1113">
                  <c:v>4.9</c:v>
                </c:pt>
                <c:pt idx="1114">
                  <c:v>6.3</c:v>
                </c:pt>
                <c:pt idx="1115">
                  <c:v>5.8</c:v>
                </c:pt>
                <c:pt idx="1116">
                  <c:v>6.7</c:v>
                </c:pt>
                <c:pt idx="1117">
                  <c:v>6.6</c:v>
                </c:pt>
                <c:pt idx="1118">
                  <c:v>6.4</c:v>
                </c:pt>
                <c:pt idx="1119">
                  <c:v>7.1</c:v>
                </c:pt>
                <c:pt idx="1120">
                  <c:v>7.1</c:v>
                </c:pt>
                <c:pt idx="1121">
                  <c:v>4.8</c:v>
                </c:pt>
                <c:pt idx="1122">
                  <c:v>5.7</c:v>
                </c:pt>
                <c:pt idx="1123">
                  <c:v>7.8</c:v>
                </c:pt>
                <c:pt idx="1124">
                  <c:v>6.9</c:v>
                </c:pt>
                <c:pt idx="1125">
                  <c:v>5.394</c:v>
                </c:pt>
                <c:pt idx="1126">
                  <c:v>6.6</c:v>
                </c:pt>
                <c:pt idx="1127">
                  <c:v>6.7</c:v>
                </c:pt>
                <c:pt idx="1128">
                  <c:v>4.764</c:v>
                </c:pt>
                <c:pt idx="1129">
                  <c:v>5.9</c:v>
                </c:pt>
                <c:pt idx="1130">
                  <c:v>6.21</c:v>
                </c:pt>
                <c:pt idx="1131">
                  <c:v>6.5</c:v>
                </c:pt>
                <c:pt idx="1132">
                  <c:v>7.787</c:v>
                </c:pt>
                <c:pt idx="1133">
                  <c:v>6.3</c:v>
                </c:pt>
                <c:pt idx="1134">
                  <c:v>7.2</c:v>
                </c:pt>
                <c:pt idx="1135">
                  <c:v>6.1</c:v>
                </c:pt>
                <c:pt idx="1136">
                  <c:v>5.621</c:v>
                </c:pt>
                <c:pt idx="1137">
                  <c:v>6.1</c:v>
                </c:pt>
                <c:pt idx="1138">
                  <c:v>7.242</c:v>
                </c:pt>
                <c:pt idx="1139">
                  <c:v>5.8</c:v>
                </c:pt>
                <c:pt idx="1140">
                  <c:v>3.9</c:v>
                </c:pt>
                <c:pt idx="1141">
                  <c:v>5.9</c:v>
                </c:pt>
                <c:pt idx="1142">
                  <c:v>7.1</c:v>
                </c:pt>
                <c:pt idx="1143">
                  <c:v>6</c:v>
                </c:pt>
                <c:pt idx="1144">
                  <c:v>5.7</c:v>
                </c:pt>
                <c:pt idx="1145">
                  <c:v>6.7</c:v>
                </c:pt>
                <c:pt idx="1146">
                  <c:v>6.2</c:v>
                </c:pt>
                <c:pt idx="1147">
                  <c:v>6.858</c:v>
                </c:pt>
                <c:pt idx="1148">
                  <c:v>6.847</c:v>
                </c:pt>
                <c:pt idx="1149">
                  <c:v>6.6</c:v>
                </c:pt>
                <c:pt idx="1150">
                  <c:v>5.6</c:v>
                </c:pt>
                <c:pt idx="1151">
                  <c:v>5.6</c:v>
                </c:pt>
                <c:pt idx="1152">
                  <c:v>4.4</c:v>
                </c:pt>
                <c:pt idx="1153">
                  <c:v>8.1</c:v>
                </c:pt>
                <c:pt idx="1154">
                  <c:v>4.9</c:v>
                </c:pt>
                <c:pt idx="1155">
                  <c:v>5.9</c:v>
                </c:pt>
                <c:pt idx="1156">
                  <c:v>5.7</c:v>
                </c:pt>
                <c:pt idx="1157">
                  <c:v>6.9</c:v>
                </c:pt>
                <c:pt idx="1158">
                  <c:v>6.1</c:v>
                </c:pt>
                <c:pt idx="1159">
                  <c:v>6.828</c:v>
                </c:pt>
                <c:pt idx="1160">
                  <c:v>5.7</c:v>
                </c:pt>
                <c:pt idx="1161">
                  <c:v>6.29</c:v>
                </c:pt>
                <c:pt idx="1162">
                  <c:v>7.466</c:v>
                </c:pt>
                <c:pt idx="1163">
                  <c:v>5.3</c:v>
                </c:pt>
                <c:pt idx="1164">
                  <c:v>7.8</c:v>
                </c:pt>
                <c:pt idx="1165">
                  <c:v>4</c:v>
                </c:pt>
                <c:pt idx="1166">
                  <c:v>4.108</c:v>
                </c:pt>
                <c:pt idx="1167">
                  <c:v>4.742</c:v>
                </c:pt>
                <c:pt idx="1168">
                  <c:v>5.3</c:v>
                </c:pt>
                <c:pt idx="1169">
                  <c:v>6.1</c:v>
                </c:pt>
                <c:pt idx="1170">
                  <c:v>6.1</c:v>
                </c:pt>
                <c:pt idx="1171">
                  <c:v>6.2</c:v>
                </c:pt>
                <c:pt idx="1172">
                  <c:v>5.2</c:v>
                </c:pt>
                <c:pt idx="1173">
                  <c:v>5.316</c:v>
                </c:pt>
                <c:pt idx="1174">
                  <c:v>6.3</c:v>
                </c:pt>
                <c:pt idx="1175">
                  <c:v>5.2</c:v>
                </c:pt>
                <c:pt idx="1176">
                  <c:v>5.058</c:v>
                </c:pt>
                <c:pt idx="1177">
                  <c:v>3.675</c:v>
                </c:pt>
                <c:pt idx="1178">
                  <c:v>6.8</c:v>
                </c:pt>
                <c:pt idx="1179">
                  <c:v>6.507</c:v>
                </c:pt>
                <c:pt idx="1180">
                  <c:v>5.4</c:v>
                </c:pt>
                <c:pt idx="1181">
                  <c:v>5.4</c:v>
                </c:pt>
                <c:pt idx="1182">
                  <c:v>7.3</c:v>
                </c:pt>
                <c:pt idx="1183">
                  <c:v>6.1</c:v>
                </c:pt>
                <c:pt idx="1184">
                  <c:v>5.5</c:v>
                </c:pt>
                <c:pt idx="1185">
                  <c:v>6.2</c:v>
                </c:pt>
                <c:pt idx="1186">
                  <c:v>5.742</c:v>
                </c:pt>
                <c:pt idx="1187">
                  <c:v>7.1</c:v>
                </c:pt>
                <c:pt idx="1188">
                  <c:v>5.4</c:v>
                </c:pt>
                <c:pt idx="1189">
                  <c:v>4.1</c:v>
                </c:pt>
                <c:pt idx="1190">
                  <c:v>7.3</c:v>
                </c:pt>
                <c:pt idx="1191">
                  <c:v>4.7</c:v>
                </c:pt>
                <c:pt idx="1192">
                  <c:v>5.685</c:v>
                </c:pt>
                <c:pt idx="1193">
                  <c:v>7.4</c:v>
                </c:pt>
                <c:pt idx="1194">
                  <c:v>5.9</c:v>
                </c:pt>
                <c:pt idx="1195">
                  <c:v>6.5</c:v>
                </c:pt>
                <c:pt idx="1196">
                  <c:v>6.4</c:v>
                </c:pt>
                <c:pt idx="1197">
                  <c:v>6.8</c:v>
                </c:pt>
                <c:pt idx="1198">
                  <c:v>5.625</c:v>
                </c:pt>
                <c:pt idx="1199">
                  <c:v>5.8</c:v>
                </c:pt>
                <c:pt idx="1200">
                  <c:v>7.2</c:v>
                </c:pt>
                <c:pt idx="1201">
                  <c:v>5.889</c:v>
                </c:pt>
                <c:pt idx="1202">
                  <c:v>5.2</c:v>
                </c:pt>
                <c:pt idx="1203">
                  <c:v>7.5</c:v>
                </c:pt>
                <c:pt idx="1204">
                  <c:v>5.3</c:v>
                </c:pt>
                <c:pt idx="1205">
                  <c:v>7.351</c:v>
                </c:pt>
                <c:pt idx="1206">
                  <c:v>5.2</c:v>
                </c:pt>
                <c:pt idx="1207">
                  <c:v>7.2</c:v>
                </c:pt>
                <c:pt idx="1208">
                  <c:v>6.9</c:v>
                </c:pt>
                <c:pt idx="1209">
                  <c:v>7.1</c:v>
                </c:pt>
                <c:pt idx="1210">
                  <c:v>6.7</c:v>
                </c:pt>
                <c:pt idx="1211">
                  <c:v>5.7</c:v>
                </c:pt>
                <c:pt idx="1212">
                  <c:v>5.53</c:v>
                </c:pt>
                <c:pt idx="1213">
                  <c:v>6.7</c:v>
                </c:pt>
                <c:pt idx="1214">
                  <c:v>6.9</c:v>
                </c:pt>
                <c:pt idx="1215">
                  <c:v>7.055</c:v>
                </c:pt>
                <c:pt idx="1216">
                  <c:v>5.5</c:v>
                </c:pt>
                <c:pt idx="1217">
                  <c:v>5.6</c:v>
                </c:pt>
                <c:pt idx="1218">
                  <c:v>7.3</c:v>
                </c:pt>
                <c:pt idx="1219">
                  <c:v>6.811</c:v>
                </c:pt>
                <c:pt idx="1220">
                  <c:v>7.2</c:v>
                </c:pt>
                <c:pt idx="1221">
                  <c:v>5</c:v>
                </c:pt>
                <c:pt idx="1222">
                  <c:v>6.8</c:v>
                </c:pt>
                <c:pt idx="1223">
                  <c:v>5.755</c:v>
                </c:pt>
                <c:pt idx="1224">
                  <c:v>5.5</c:v>
                </c:pt>
                <c:pt idx="1225">
                  <c:v>5.1</c:v>
                </c:pt>
                <c:pt idx="1226">
                  <c:v>6.7</c:v>
                </c:pt>
                <c:pt idx="1227">
                  <c:v>5.099</c:v>
                </c:pt>
                <c:pt idx="1228">
                  <c:v>5.6</c:v>
                </c:pt>
                <c:pt idx="1229">
                  <c:v>6.1</c:v>
                </c:pt>
                <c:pt idx="1230">
                  <c:v>7.4</c:v>
                </c:pt>
                <c:pt idx="1231">
                  <c:v>6.8</c:v>
                </c:pt>
                <c:pt idx="1232">
                  <c:v>5.4</c:v>
                </c:pt>
                <c:pt idx="1233">
                  <c:v>6.799</c:v>
                </c:pt>
                <c:pt idx="1234">
                  <c:v>5.8</c:v>
                </c:pt>
                <c:pt idx="1235">
                  <c:v>4.7</c:v>
                </c:pt>
                <c:pt idx="1236">
                  <c:v>6.2</c:v>
                </c:pt>
                <c:pt idx="1237">
                  <c:v>6.2</c:v>
                </c:pt>
                <c:pt idx="1238">
                  <c:v>6.4</c:v>
                </c:pt>
                <c:pt idx="1239">
                  <c:v>7.167</c:v>
                </c:pt>
                <c:pt idx="1240">
                  <c:v>6</c:v>
                </c:pt>
                <c:pt idx="1241">
                  <c:v>3.6</c:v>
                </c:pt>
                <c:pt idx="1242">
                  <c:v>8</c:v>
                </c:pt>
                <c:pt idx="1243">
                  <c:v>6.7</c:v>
                </c:pt>
                <c:pt idx="1244">
                  <c:v>7.3</c:v>
                </c:pt>
                <c:pt idx="1245">
                  <c:v>6.8</c:v>
                </c:pt>
                <c:pt idx="1246">
                  <c:v>7.425</c:v>
                </c:pt>
                <c:pt idx="1247">
                  <c:v>4.8</c:v>
                </c:pt>
                <c:pt idx="1248">
                  <c:v>8</c:v>
                </c:pt>
                <c:pt idx="1249">
                  <c:v>5.34</c:v>
                </c:pt>
                <c:pt idx="1250">
                  <c:v>6.7</c:v>
                </c:pt>
                <c:pt idx="1251">
                  <c:v>5.2</c:v>
                </c:pt>
                <c:pt idx="1252">
                  <c:v>8.6</c:v>
                </c:pt>
                <c:pt idx="1253">
                  <c:v>6.3</c:v>
                </c:pt>
                <c:pt idx="1254">
                  <c:v>4.8</c:v>
                </c:pt>
                <c:pt idx="1255">
                  <c:v>6.9</c:v>
                </c:pt>
                <c:pt idx="1256">
                  <c:v>6.7</c:v>
                </c:pt>
                <c:pt idx="1257">
                  <c:v>5.6</c:v>
                </c:pt>
                <c:pt idx="1258">
                  <c:v>5.8</c:v>
                </c:pt>
                <c:pt idx="1259">
                  <c:v>6.4</c:v>
                </c:pt>
                <c:pt idx="1260">
                  <c:v>7.3</c:v>
                </c:pt>
                <c:pt idx="1261">
                  <c:v>6.4</c:v>
                </c:pt>
                <c:pt idx="1262">
                  <c:v>4.8</c:v>
                </c:pt>
                <c:pt idx="1263">
                  <c:v>6.159</c:v>
                </c:pt>
                <c:pt idx="1264">
                  <c:v>5.9</c:v>
                </c:pt>
                <c:pt idx="1265">
                  <c:v>6.7</c:v>
                </c:pt>
                <c:pt idx="1266">
                  <c:v>5.7</c:v>
                </c:pt>
                <c:pt idx="1267">
                  <c:v>5.512</c:v>
                </c:pt>
                <c:pt idx="1268">
                  <c:v>4.5</c:v>
                </c:pt>
                <c:pt idx="1269">
                  <c:v>6.9</c:v>
                </c:pt>
                <c:pt idx="1270">
                  <c:v>6.3</c:v>
                </c:pt>
                <c:pt idx="1271">
                  <c:v>5.2</c:v>
                </c:pt>
                <c:pt idx="1272">
                  <c:v>6.5</c:v>
                </c:pt>
                <c:pt idx="1273">
                  <c:v>5.7</c:v>
                </c:pt>
                <c:pt idx="1274">
                  <c:v>6.3</c:v>
                </c:pt>
                <c:pt idx="1275">
                  <c:v>6.9</c:v>
                </c:pt>
                <c:pt idx="1276">
                  <c:v>7.2</c:v>
                </c:pt>
                <c:pt idx="1277">
                  <c:v>5.8</c:v>
                </c:pt>
                <c:pt idx="1278">
                  <c:v>5.2</c:v>
                </c:pt>
                <c:pt idx="1279">
                  <c:v>6.5</c:v>
                </c:pt>
                <c:pt idx="1280">
                  <c:v>6.9</c:v>
                </c:pt>
                <c:pt idx="1281">
                  <c:v>6.112</c:v>
                </c:pt>
                <c:pt idx="1282">
                  <c:v>5.7</c:v>
                </c:pt>
                <c:pt idx="1283">
                  <c:v>4.8</c:v>
                </c:pt>
                <c:pt idx="1284">
                  <c:v>6.5</c:v>
                </c:pt>
                <c:pt idx="1285">
                  <c:v>4.9</c:v>
                </c:pt>
                <c:pt idx="1286">
                  <c:v>7.2</c:v>
                </c:pt>
                <c:pt idx="1287">
                  <c:v>4.6</c:v>
                </c:pt>
                <c:pt idx="1288">
                  <c:v>7.2</c:v>
                </c:pt>
                <c:pt idx="1289">
                  <c:v>2.804</c:v>
                </c:pt>
                <c:pt idx="1290">
                  <c:v>6.095</c:v>
                </c:pt>
                <c:pt idx="1291">
                  <c:v>5.4</c:v>
                </c:pt>
                <c:pt idx="1292">
                  <c:v>6.3</c:v>
                </c:pt>
                <c:pt idx="1293">
                  <c:v>6.2</c:v>
                </c:pt>
                <c:pt idx="1294">
                  <c:v>4.9</c:v>
                </c:pt>
                <c:pt idx="1295">
                  <c:v>6</c:v>
                </c:pt>
                <c:pt idx="1296">
                  <c:v>5</c:v>
                </c:pt>
                <c:pt idx="1297">
                  <c:v>6.1</c:v>
                </c:pt>
                <c:pt idx="1298">
                  <c:v>5.5</c:v>
                </c:pt>
                <c:pt idx="1299">
                  <c:v>7.1</c:v>
                </c:pt>
                <c:pt idx="1300">
                  <c:v>7.409</c:v>
                </c:pt>
                <c:pt idx="1301">
                  <c:v>4.9</c:v>
                </c:pt>
                <c:pt idx="1302">
                  <c:v>5.922</c:v>
                </c:pt>
                <c:pt idx="1303">
                  <c:v>6</c:v>
                </c:pt>
                <c:pt idx="1304">
                  <c:v>6.6</c:v>
                </c:pt>
                <c:pt idx="1305">
                  <c:v>4.5</c:v>
                </c:pt>
                <c:pt idx="1306">
                  <c:v>7.1</c:v>
                </c:pt>
                <c:pt idx="1307">
                  <c:v>6.333</c:v>
                </c:pt>
                <c:pt idx="1308">
                  <c:v>5.2</c:v>
                </c:pt>
                <c:pt idx="1309">
                  <c:v>5.566</c:v>
                </c:pt>
                <c:pt idx="1310">
                  <c:v>4.9</c:v>
                </c:pt>
                <c:pt idx="1311">
                  <c:v>6.146</c:v>
                </c:pt>
                <c:pt idx="1312">
                  <c:v>6.5</c:v>
                </c:pt>
                <c:pt idx="1313">
                  <c:v>6.3</c:v>
                </c:pt>
                <c:pt idx="1314">
                  <c:v>7</c:v>
                </c:pt>
                <c:pt idx="1315">
                  <c:v>6.4</c:v>
                </c:pt>
                <c:pt idx="1316">
                  <c:v>6.642</c:v>
                </c:pt>
                <c:pt idx="1317">
                  <c:v>7.6</c:v>
                </c:pt>
                <c:pt idx="1318">
                  <c:v>5.034</c:v>
                </c:pt>
                <c:pt idx="1319">
                  <c:v>4.9</c:v>
                </c:pt>
                <c:pt idx="1320">
                  <c:v>5.7</c:v>
                </c:pt>
                <c:pt idx="1321">
                  <c:v>7.784</c:v>
                </c:pt>
                <c:pt idx="1322">
                  <c:v>5.9</c:v>
                </c:pt>
                <c:pt idx="1323">
                  <c:v>5.2</c:v>
                </c:pt>
                <c:pt idx="1324">
                  <c:v>6.654</c:v>
                </c:pt>
                <c:pt idx="1325">
                  <c:v>5.331</c:v>
                </c:pt>
                <c:pt idx="1326">
                  <c:v>6.282</c:v>
                </c:pt>
                <c:pt idx="1327">
                  <c:v>5.8</c:v>
                </c:pt>
                <c:pt idx="1328">
                  <c:v>5.1</c:v>
                </c:pt>
                <c:pt idx="1329">
                  <c:v>8</c:v>
                </c:pt>
                <c:pt idx="1330">
                  <c:v>5.5</c:v>
                </c:pt>
                <c:pt idx="1331">
                  <c:v>6.515</c:v>
                </c:pt>
                <c:pt idx="1332">
                  <c:v>6.007</c:v>
                </c:pt>
                <c:pt idx="1333">
                  <c:v>6.4</c:v>
                </c:pt>
                <c:pt idx="1334">
                  <c:v>7</c:v>
                </c:pt>
                <c:pt idx="1335">
                  <c:v>6.1</c:v>
                </c:pt>
                <c:pt idx="1336">
                  <c:v>5.8</c:v>
                </c:pt>
                <c:pt idx="1337">
                  <c:v>6.8</c:v>
                </c:pt>
                <c:pt idx="1338">
                  <c:v>6.1</c:v>
                </c:pt>
                <c:pt idx="1339">
                  <c:v>6.4</c:v>
                </c:pt>
                <c:pt idx="1340">
                  <c:v>7.7</c:v>
                </c:pt>
                <c:pt idx="1341">
                  <c:v>6.7</c:v>
                </c:pt>
                <c:pt idx="1342">
                  <c:v>6.3</c:v>
                </c:pt>
                <c:pt idx="1343">
                  <c:v>5.6</c:v>
                </c:pt>
                <c:pt idx="1344">
                  <c:v>4.9</c:v>
                </c:pt>
                <c:pt idx="1345">
                  <c:v>4.4</c:v>
                </c:pt>
                <c:pt idx="1346">
                  <c:v>5.233</c:v>
                </c:pt>
                <c:pt idx="1347">
                  <c:v>7.4</c:v>
                </c:pt>
                <c:pt idx="1348">
                  <c:v>6.6</c:v>
                </c:pt>
                <c:pt idx="1349">
                  <c:v>5</c:v>
                </c:pt>
                <c:pt idx="1350">
                  <c:v>5.9</c:v>
                </c:pt>
                <c:pt idx="1351">
                  <c:v>7.5</c:v>
                </c:pt>
                <c:pt idx="1352">
                  <c:v>5.1</c:v>
                </c:pt>
                <c:pt idx="1353">
                  <c:v>6.4</c:v>
                </c:pt>
                <c:pt idx="1354">
                  <c:v>6.633</c:v>
                </c:pt>
                <c:pt idx="1355">
                  <c:v>7.4</c:v>
                </c:pt>
                <c:pt idx="1356">
                  <c:v>7.257</c:v>
                </c:pt>
                <c:pt idx="1357">
                  <c:v>3.658</c:v>
                </c:pt>
                <c:pt idx="1358">
                  <c:v>6.9</c:v>
                </c:pt>
                <c:pt idx="1359">
                  <c:v>6</c:v>
                </c:pt>
                <c:pt idx="1360">
                  <c:v>4.1</c:v>
                </c:pt>
                <c:pt idx="1361">
                  <c:v>4.2</c:v>
                </c:pt>
                <c:pt idx="1362">
                  <c:v>6.1</c:v>
                </c:pt>
                <c:pt idx="1363">
                  <c:v>5.5</c:v>
                </c:pt>
                <c:pt idx="1364">
                  <c:v>4.9</c:v>
                </c:pt>
                <c:pt idx="1365">
                  <c:v>5.7</c:v>
                </c:pt>
                <c:pt idx="1366">
                  <c:v>6.3</c:v>
                </c:pt>
                <c:pt idx="1367">
                  <c:v>3.9</c:v>
                </c:pt>
                <c:pt idx="1368">
                  <c:v>5.4</c:v>
                </c:pt>
                <c:pt idx="1369">
                  <c:v>7.2</c:v>
                </c:pt>
                <c:pt idx="1370">
                  <c:v>6.022</c:v>
                </c:pt>
                <c:pt idx="1371">
                  <c:v>5.5</c:v>
                </c:pt>
                <c:pt idx="1372">
                  <c:v>6.1</c:v>
                </c:pt>
                <c:pt idx="1373">
                  <c:v>5.1</c:v>
                </c:pt>
                <c:pt idx="1374">
                  <c:v>6.928</c:v>
                </c:pt>
                <c:pt idx="1375">
                  <c:v>5.7</c:v>
                </c:pt>
                <c:pt idx="1376">
                  <c:v>6.4</c:v>
                </c:pt>
                <c:pt idx="1377">
                  <c:v>5</c:v>
                </c:pt>
                <c:pt idx="1378">
                  <c:v>5.8</c:v>
                </c:pt>
                <c:pt idx="1379">
                  <c:v>5.5</c:v>
                </c:pt>
                <c:pt idx="1380">
                  <c:v>5.2</c:v>
                </c:pt>
                <c:pt idx="1381">
                  <c:v>8</c:v>
                </c:pt>
                <c:pt idx="1382">
                  <c:v>6.149</c:v>
                </c:pt>
                <c:pt idx="1383">
                  <c:v>6.9</c:v>
                </c:pt>
                <c:pt idx="1384">
                  <c:v>6.3</c:v>
                </c:pt>
                <c:pt idx="1385">
                  <c:v>6.308</c:v>
                </c:pt>
                <c:pt idx="1386">
                  <c:v>6.8</c:v>
                </c:pt>
                <c:pt idx="1387">
                  <c:v>6</c:v>
                </c:pt>
                <c:pt idx="1388">
                  <c:v>6.2</c:v>
                </c:pt>
                <c:pt idx="1389">
                  <c:v>7.1</c:v>
                </c:pt>
                <c:pt idx="1390">
                  <c:v>5.4</c:v>
                </c:pt>
                <c:pt idx="1391">
                  <c:v>7.6</c:v>
                </c:pt>
                <c:pt idx="1392">
                  <c:v>6.7</c:v>
                </c:pt>
                <c:pt idx="1393">
                  <c:v>4.5</c:v>
                </c:pt>
                <c:pt idx="1394">
                  <c:v>4.935</c:v>
                </c:pt>
                <c:pt idx="1395">
                  <c:v>6.9</c:v>
                </c:pt>
                <c:pt idx="1396">
                  <c:v>5.9</c:v>
                </c:pt>
                <c:pt idx="1397">
                  <c:v>5.1</c:v>
                </c:pt>
                <c:pt idx="1398">
                  <c:v>5.1</c:v>
                </c:pt>
                <c:pt idx="1399">
                  <c:v>5.631</c:v>
                </c:pt>
                <c:pt idx="1400">
                  <c:v>7.1</c:v>
                </c:pt>
                <c:pt idx="1401">
                  <c:v>6.021</c:v>
                </c:pt>
                <c:pt idx="1402">
                  <c:v>7.1</c:v>
                </c:pt>
                <c:pt idx="1403">
                  <c:v>5</c:v>
                </c:pt>
                <c:pt idx="1404">
                  <c:v>4.4</c:v>
                </c:pt>
                <c:pt idx="1405">
                  <c:v>7.032</c:v>
                </c:pt>
                <c:pt idx="1406">
                  <c:v>6.8</c:v>
                </c:pt>
                <c:pt idx="1407">
                  <c:v>4</c:v>
                </c:pt>
                <c:pt idx="1408">
                  <c:v>6.5</c:v>
                </c:pt>
                <c:pt idx="1409">
                  <c:v>7.547</c:v>
                </c:pt>
                <c:pt idx="1410">
                  <c:v>6</c:v>
                </c:pt>
                <c:pt idx="1411">
                  <c:v>6</c:v>
                </c:pt>
                <c:pt idx="1412">
                  <c:v>6.8</c:v>
                </c:pt>
                <c:pt idx="1413">
                  <c:v>6</c:v>
                </c:pt>
                <c:pt idx="1414">
                  <c:v>4.2</c:v>
                </c:pt>
                <c:pt idx="1415">
                  <c:v>7.4</c:v>
                </c:pt>
                <c:pt idx="1416">
                  <c:v>6.3</c:v>
                </c:pt>
                <c:pt idx="1417">
                  <c:v>7.1</c:v>
                </c:pt>
                <c:pt idx="1418">
                  <c:v>5.3</c:v>
                </c:pt>
                <c:pt idx="1419">
                  <c:v>5.073</c:v>
                </c:pt>
                <c:pt idx="1420">
                  <c:v>5.5</c:v>
                </c:pt>
                <c:pt idx="1421">
                  <c:v>5.8</c:v>
                </c:pt>
                <c:pt idx="1422">
                  <c:v>3.289</c:v>
                </c:pt>
                <c:pt idx="1423">
                  <c:v>4.941</c:v>
                </c:pt>
                <c:pt idx="1424">
                  <c:v>6.3</c:v>
                </c:pt>
                <c:pt idx="1425">
                  <c:v>5.363</c:v>
                </c:pt>
                <c:pt idx="1426">
                  <c:v>6.9</c:v>
                </c:pt>
                <c:pt idx="1427">
                  <c:v>6.7</c:v>
                </c:pt>
                <c:pt idx="1428">
                  <c:v>5.4</c:v>
                </c:pt>
                <c:pt idx="1429">
                  <c:v>5.9</c:v>
                </c:pt>
                <c:pt idx="1430">
                  <c:v>6.9</c:v>
                </c:pt>
                <c:pt idx="1431">
                  <c:v>6.8</c:v>
                </c:pt>
                <c:pt idx="1432">
                  <c:v>6.5</c:v>
                </c:pt>
                <c:pt idx="1433">
                  <c:v>7.2</c:v>
                </c:pt>
                <c:pt idx="1434">
                  <c:v>7.3</c:v>
                </c:pt>
                <c:pt idx="1435">
                  <c:v>6.823</c:v>
                </c:pt>
                <c:pt idx="1436">
                  <c:v>5.17</c:v>
                </c:pt>
                <c:pt idx="1437">
                  <c:v>5.1</c:v>
                </c:pt>
                <c:pt idx="1438">
                  <c:v>6.1</c:v>
                </c:pt>
                <c:pt idx="1439">
                  <c:v>5.9</c:v>
                </c:pt>
                <c:pt idx="1440">
                  <c:v>6.2</c:v>
                </c:pt>
                <c:pt idx="1441">
                  <c:v>5.2</c:v>
                </c:pt>
                <c:pt idx="1442">
                  <c:v>5.9</c:v>
                </c:pt>
                <c:pt idx="1443">
                  <c:v>6.899</c:v>
                </c:pt>
                <c:pt idx="1444">
                  <c:v>6.3</c:v>
                </c:pt>
                <c:pt idx="1445">
                  <c:v>5.2</c:v>
                </c:pt>
                <c:pt idx="1446">
                  <c:v>6.7</c:v>
                </c:pt>
                <c:pt idx="1447">
                  <c:v>5.331</c:v>
                </c:pt>
                <c:pt idx="1448">
                  <c:v>6.577</c:v>
                </c:pt>
                <c:pt idx="1449">
                  <c:v>5.099</c:v>
                </c:pt>
                <c:pt idx="1450">
                  <c:v>6.9</c:v>
                </c:pt>
                <c:pt idx="1451">
                  <c:v>6.069</c:v>
                </c:pt>
                <c:pt idx="1452">
                  <c:v>7.6</c:v>
                </c:pt>
                <c:pt idx="1453">
                  <c:v>5.951</c:v>
                </c:pt>
                <c:pt idx="1454">
                  <c:v>5.8</c:v>
                </c:pt>
                <c:pt idx="1455">
                  <c:v>5.5</c:v>
                </c:pt>
                <c:pt idx="1456">
                  <c:v>6.5</c:v>
                </c:pt>
                <c:pt idx="1457">
                  <c:v>7.1</c:v>
                </c:pt>
                <c:pt idx="1458">
                  <c:v>5.6</c:v>
                </c:pt>
                <c:pt idx="1459">
                  <c:v>5.93</c:v>
                </c:pt>
                <c:pt idx="1460">
                  <c:v>6.7</c:v>
                </c:pt>
                <c:pt idx="1461">
                  <c:v>7</c:v>
                </c:pt>
                <c:pt idx="1462">
                  <c:v>5.1</c:v>
                </c:pt>
                <c:pt idx="1463">
                  <c:v>6.7</c:v>
                </c:pt>
                <c:pt idx="1464">
                  <c:v>5.969</c:v>
                </c:pt>
                <c:pt idx="1465">
                  <c:v>6.3</c:v>
                </c:pt>
                <c:pt idx="1466">
                  <c:v>5.8</c:v>
                </c:pt>
                <c:pt idx="1467">
                  <c:v>4.1</c:v>
                </c:pt>
                <c:pt idx="1468">
                  <c:v>4.355</c:v>
                </c:pt>
                <c:pt idx="1469">
                  <c:v>6.8</c:v>
                </c:pt>
                <c:pt idx="1470">
                  <c:v>6.4</c:v>
                </c:pt>
                <c:pt idx="1471">
                  <c:v>6.4</c:v>
                </c:pt>
                <c:pt idx="1472">
                  <c:v>5.781</c:v>
                </c:pt>
                <c:pt idx="1473">
                  <c:v>5.4</c:v>
                </c:pt>
                <c:pt idx="1474">
                  <c:v>7.1</c:v>
                </c:pt>
                <c:pt idx="1475">
                  <c:v>7.8</c:v>
                </c:pt>
                <c:pt idx="1476">
                  <c:v>5.3</c:v>
                </c:pt>
                <c:pt idx="1477">
                  <c:v>5.8</c:v>
                </c:pt>
                <c:pt idx="1478">
                  <c:v>6.9</c:v>
                </c:pt>
                <c:pt idx="1479">
                  <c:v>5.839</c:v>
                </c:pt>
                <c:pt idx="1480">
                  <c:v>6.5</c:v>
                </c:pt>
                <c:pt idx="1481">
                  <c:v>6.1</c:v>
                </c:pt>
                <c:pt idx="1482">
                  <c:v>5.3</c:v>
                </c:pt>
                <c:pt idx="1483">
                  <c:v>6.1</c:v>
                </c:pt>
                <c:pt idx="1484">
                  <c:v>5.8</c:v>
                </c:pt>
                <c:pt idx="1485">
                  <c:v>5.833</c:v>
                </c:pt>
                <c:pt idx="1486">
                  <c:v>4.1</c:v>
                </c:pt>
                <c:pt idx="1487">
                  <c:v>6.642</c:v>
                </c:pt>
                <c:pt idx="1488">
                  <c:v>6.516</c:v>
                </c:pt>
                <c:pt idx="1489">
                  <c:v>5.7</c:v>
                </c:pt>
                <c:pt idx="1490">
                  <c:v>5.3</c:v>
                </c:pt>
                <c:pt idx="1491">
                  <c:v>5.9</c:v>
                </c:pt>
                <c:pt idx="1492">
                  <c:v>7.2</c:v>
                </c:pt>
                <c:pt idx="1493">
                  <c:v>7.3</c:v>
                </c:pt>
                <c:pt idx="1494">
                  <c:v>7.2</c:v>
                </c:pt>
                <c:pt idx="1495">
                  <c:v>5</c:v>
                </c:pt>
                <c:pt idx="1496">
                  <c:v>6.7</c:v>
                </c:pt>
                <c:pt idx="1497">
                  <c:v>6.8</c:v>
                </c:pt>
                <c:pt idx="1498">
                  <c:v>6.8</c:v>
                </c:pt>
                <c:pt idx="1499">
                  <c:v>6.5</c:v>
                </c:pt>
                <c:pt idx="1500">
                  <c:v>6.4</c:v>
                </c:pt>
                <c:pt idx="1501">
                  <c:v>6.6</c:v>
                </c:pt>
                <c:pt idx="1502">
                  <c:v>6.573</c:v>
                </c:pt>
                <c:pt idx="1503">
                  <c:v>5.346</c:v>
                </c:pt>
                <c:pt idx="1504">
                  <c:v>7.829</c:v>
                </c:pt>
                <c:pt idx="1505">
                  <c:v>5.5</c:v>
                </c:pt>
                <c:pt idx="1506">
                  <c:v>6.849</c:v>
                </c:pt>
                <c:pt idx="1507">
                  <c:v>5</c:v>
                </c:pt>
                <c:pt idx="1508">
                  <c:v>4.3</c:v>
                </c:pt>
                <c:pt idx="1509">
                  <c:v>6.1</c:v>
                </c:pt>
                <c:pt idx="1510">
                  <c:v>4.6</c:v>
                </c:pt>
                <c:pt idx="1511">
                  <c:v>5.6</c:v>
                </c:pt>
                <c:pt idx="1512">
                  <c:v>5.5</c:v>
                </c:pt>
                <c:pt idx="1513">
                  <c:v>6.8</c:v>
                </c:pt>
                <c:pt idx="1514">
                  <c:v>5.4</c:v>
                </c:pt>
                <c:pt idx="1515">
                  <c:v>4.925</c:v>
                </c:pt>
                <c:pt idx="1516">
                  <c:v>7.2</c:v>
                </c:pt>
                <c:pt idx="1517">
                  <c:v>4.6</c:v>
                </c:pt>
                <c:pt idx="1518">
                  <c:v>6.66</c:v>
                </c:pt>
                <c:pt idx="1519">
                  <c:v>4.19</c:v>
                </c:pt>
                <c:pt idx="1520">
                  <c:v>6.3</c:v>
                </c:pt>
                <c:pt idx="1521">
                  <c:v>7.8</c:v>
                </c:pt>
                <c:pt idx="1522">
                  <c:v>7</c:v>
                </c:pt>
                <c:pt idx="1523">
                  <c:v>6.2</c:v>
                </c:pt>
                <c:pt idx="1524">
                  <c:v>2.9</c:v>
                </c:pt>
                <c:pt idx="1525">
                  <c:v>6.9</c:v>
                </c:pt>
                <c:pt idx="1526">
                  <c:v>5.3</c:v>
                </c:pt>
                <c:pt idx="1527">
                  <c:v>5.7</c:v>
                </c:pt>
                <c:pt idx="1528">
                  <c:v>5.434</c:v>
                </c:pt>
                <c:pt idx="1529">
                  <c:v>5.7</c:v>
                </c:pt>
                <c:pt idx="1530">
                  <c:v>6.3</c:v>
                </c:pt>
                <c:pt idx="1531">
                  <c:v>4.3</c:v>
                </c:pt>
                <c:pt idx="1532">
                  <c:v>7.6</c:v>
                </c:pt>
                <c:pt idx="1533">
                  <c:v>6</c:v>
                </c:pt>
                <c:pt idx="1534">
                  <c:v>8.1</c:v>
                </c:pt>
                <c:pt idx="1535">
                  <c:v>5.385</c:v>
                </c:pt>
                <c:pt idx="1536">
                  <c:v>4.318</c:v>
                </c:pt>
                <c:pt idx="1537">
                  <c:v>5.2</c:v>
                </c:pt>
                <c:pt idx="1538">
                  <c:v>6.4</c:v>
                </c:pt>
                <c:pt idx="1539">
                  <c:v>7</c:v>
                </c:pt>
                <c:pt idx="1540">
                  <c:v>6.8</c:v>
                </c:pt>
                <c:pt idx="1541">
                  <c:v>7.1</c:v>
                </c:pt>
                <c:pt idx="1542">
                  <c:v>5.7</c:v>
                </c:pt>
                <c:pt idx="1543">
                  <c:v>5</c:v>
                </c:pt>
                <c:pt idx="1544">
                  <c:v>5.2</c:v>
                </c:pt>
                <c:pt idx="1545">
                  <c:v>4.6</c:v>
                </c:pt>
                <c:pt idx="1546">
                  <c:v>6.8</c:v>
                </c:pt>
                <c:pt idx="1547">
                  <c:v>6.3</c:v>
                </c:pt>
                <c:pt idx="1548">
                  <c:v>6.5</c:v>
                </c:pt>
                <c:pt idx="1549">
                  <c:v>7.22</c:v>
                </c:pt>
                <c:pt idx="1550">
                  <c:v>6.7</c:v>
                </c:pt>
                <c:pt idx="1551">
                  <c:v>6.3</c:v>
                </c:pt>
                <c:pt idx="1552">
                  <c:v>5.7</c:v>
                </c:pt>
                <c:pt idx="1553">
                  <c:v>7.4</c:v>
                </c:pt>
                <c:pt idx="1554">
                  <c:v>5</c:v>
                </c:pt>
                <c:pt idx="1555">
                  <c:v>5.2</c:v>
                </c:pt>
                <c:pt idx="1556">
                  <c:v>5.8</c:v>
                </c:pt>
                <c:pt idx="1557">
                  <c:v>6.9</c:v>
                </c:pt>
                <c:pt idx="1558">
                  <c:v>4.054</c:v>
                </c:pt>
                <c:pt idx="1559">
                  <c:v>6.657</c:v>
                </c:pt>
                <c:pt idx="1560">
                  <c:v>4.5</c:v>
                </c:pt>
                <c:pt idx="1561">
                  <c:v>6.7</c:v>
                </c:pt>
                <c:pt idx="1562">
                  <c:v>6.4</c:v>
                </c:pt>
                <c:pt idx="1563">
                  <c:v>3.9</c:v>
                </c:pt>
                <c:pt idx="1564">
                  <c:v>7.8</c:v>
                </c:pt>
                <c:pt idx="1565">
                  <c:v>7.1</c:v>
                </c:pt>
                <c:pt idx="1566">
                  <c:v>3.9</c:v>
                </c:pt>
                <c:pt idx="1567">
                  <c:v>4.8</c:v>
                </c:pt>
                <c:pt idx="1568">
                  <c:v>6.532</c:v>
                </c:pt>
                <c:pt idx="1569">
                  <c:v>6.009</c:v>
                </c:pt>
                <c:pt idx="1570">
                  <c:v>6</c:v>
                </c:pt>
                <c:pt idx="1571">
                  <c:v>6.9</c:v>
                </c:pt>
                <c:pt idx="1572">
                  <c:v>4.7</c:v>
                </c:pt>
                <c:pt idx="1573">
                  <c:v>5.5</c:v>
                </c:pt>
                <c:pt idx="1574">
                  <c:v>6.5</c:v>
                </c:pt>
                <c:pt idx="1575">
                  <c:v>5.5</c:v>
                </c:pt>
                <c:pt idx="1576">
                  <c:v>5.57</c:v>
                </c:pt>
                <c:pt idx="1577">
                  <c:v>6.199</c:v>
                </c:pt>
                <c:pt idx="1578">
                  <c:v>6.241</c:v>
                </c:pt>
                <c:pt idx="1579">
                  <c:v>5.5</c:v>
                </c:pt>
                <c:pt idx="1580">
                  <c:v>5.767</c:v>
                </c:pt>
                <c:pt idx="1581">
                  <c:v>6.5</c:v>
                </c:pt>
                <c:pt idx="1582">
                  <c:v>6.441</c:v>
                </c:pt>
                <c:pt idx="1583">
                  <c:v>5</c:v>
                </c:pt>
                <c:pt idx="1584">
                  <c:v>5.675</c:v>
                </c:pt>
                <c:pt idx="1585">
                  <c:v>6.5</c:v>
                </c:pt>
                <c:pt idx="1586">
                  <c:v>6.1</c:v>
                </c:pt>
                <c:pt idx="1587">
                  <c:v>5.5</c:v>
                </c:pt>
                <c:pt idx="1588">
                  <c:v>6.5</c:v>
                </c:pt>
                <c:pt idx="1589">
                  <c:v>6.816</c:v>
                </c:pt>
                <c:pt idx="1590">
                  <c:v>7.4</c:v>
                </c:pt>
                <c:pt idx="1591">
                  <c:v>5.8</c:v>
                </c:pt>
                <c:pt idx="1592">
                  <c:v>7</c:v>
                </c:pt>
                <c:pt idx="1593">
                  <c:v>6.4</c:v>
                </c:pt>
                <c:pt idx="1594">
                  <c:v>5.6</c:v>
                </c:pt>
                <c:pt idx="1595">
                  <c:v>5.9</c:v>
                </c:pt>
                <c:pt idx="1596">
                  <c:v>6.6</c:v>
                </c:pt>
                <c:pt idx="1597">
                  <c:v>6.4</c:v>
                </c:pt>
                <c:pt idx="1598">
                  <c:v>7.4</c:v>
                </c:pt>
                <c:pt idx="1599">
                  <c:v>6.8</c:v>
                </c:pt>
                <c:pt idx="1600">
                  <c:v>6.6</c:v>
                </c:pt>
                <c:pt idx="1601">
                  <c:v>7.1</c:v>
                </c:pt>
                <c:pt idx="1602">
                  <c:v>7.73</c:v>
                </c:pt>
                <c:pt idx="1603">
                  <c:v>6.461</c:v>
                </c:pt>
                <c:pt idx="1604">
                  <c:v>7.357</c:v>
                </c:pt>
                <c:pt idx="1605">
                  <c:v>6.38</c:v>
                </c:pt>
                <c:pt idx="1606">
                  <c:v>6.5</c:v>
                </c:pt>
                <c:pt idx="1607">
                  <c:v>6.7</c:v>
                </c:pt>
                <c:pt idx="1608">
                  <c:v>7.8</c:v>
                </c:pt>
                <c:pt idx="1609">
                  <c:v>6.64</c:v>
                </c:pt>
                <c:pt idx="1610">
                  <c:v>7.02</c:v>
                </c:pt>
                <c:pt idx="1611">
                  <c:v>6.6</c:v>
                </c:pt>
                <c:pt idx="1612">
                  <c:v>5.397</c:v>
                </c:pt>
                <c:pt idx="1613">
                  <c:v>7.214</c:v>
                </c:pt>
                <c:pt idx="1614">
                  <c:v>8.183</c:v>
                </c:pt>
                <c:pt idx="1615">
                  <c:v>7.342</c:v>
                </c:pt>
                <c:pt idx="1616">
                  <c:v>5.4</c:v>
                </c:pt>
                <c:pt idx="1617">
                  <c:v>7</c:v>
                </c:pt>
                <c:pt idx="1618">
                  <c:v>7.4</c:v>
                </c:pt>
                <c:pt idx="1619">
                  <c:v>6.6</c:v>
                </c:pt>
                <c:pt idx="1620">
                  <c:v>6.4</c:v>
                </c:pt>
                <c:pt idx="1621">
                  <c:v>7.3</c:v>
                </c:pt>
                <c:pt idx="1622">
                  <c:v>6.881</c:v>
                </c:pt>
                <c:pt idx="1623">
                  <c:v>5.861</c:v>
                </c:pt>
                <c:pt idx="1624">
                  <c:v>7.4</c:v>
                </c:pt>
                <c:pt idx="1625">
                  <c:v>6.153</c:v>
                </c:pt>
                <c:pt idx="1626">
                  <c:v>6.9</c:v>
                </c:pt>
                <c:pt idx="1627">
                  <c:v>7.21</c:v>
                </c:pt>
                <c:pt idx="1628">
                  <c:v>5.9</c:v>
                </c:pt>
                <c:pt idx="1629">
                  <c:v>6.297</c:v>
                </c:pt>
                <c:pt idx="1630">
                  <c:v>6.8</c:v>
                </c:pt>
                <c:pt idx="1631">
                  <c:v>5.7</c:v>
                </c:pt>
                <c:pt idx="1632">
                  <c:v>6.6</c:v>
                </c:pt>
                <c:pt idx="1633">
                  <c:v>6.4</c:v>
                </c:pt>
                <c:pt idx="1634">
                  <c:v>5.821</c:v>
                </c:pt>
                <c:pt idx="1635">
                  <c:v>6.5</c:v>
                </c:pt>
                <c:pt idx="1636">
                  <c:v>6.152</c:v>
                </c:pt>
                <c:pt idx="1637">
                  <c:v>6.327</c:v>
                </c:pt>
                <c:pt idx="1638">
                  <c:v>7.3</c:v>
                </c:pt>
                <c:pt idx="1639">
                  <c:v>4.457</c:v>
                </c:pt>
                <c:pt idx="1640">
                  <c:v>7.247</c:v>
                </c:pt>
                <c:pt idx="1641">
                  <c:v>8.1</c:v>
                </c:pt>
                <c:pt idx="1642">
                  <c:v>6.347</c:v>
                </c:pt>
                <c:pt idx="1643">
                  <c:v>6.9</c:v>
                </c:pt>
                <c:pt idx="1644">
                  <c:v>7.405</c:v>
                </c:pt>
                <c:pt idx="1645">
                  <c:v>7.4</c:v>
                </c:pt>
                <c:pt idx="1646">
                  <c:v>6.5</c:v>
                </c:pt>
                <c:pt idx="1647">
                  <c:v>7.2</c:v>
                </c:pt>
                <c:pt idx="1648">
                  <c:v>6.522</c:v>
                </c:pt>
                <c:pt idx="1649">
                  <c:v>6</c:v>
                </c:pt>
                <c:pt idx="1650">
                  <c:v>6.322</c:v>
                </c:pt>
                <c:pt idx="1651">
                  <c:v>7.8</c:v>
                </c:pt>
                <c:pt idx="1652">
                  <c:v>6.2</c:v>
                </c:pt>
                <c:pt idx="1653">
                  <c:v>6.842</c:v>
                </c:pt>
                <c:pt idx="1654">
                  <c:v>7.2</c:v>
                </c:pt>
                <c:pt idx="1655">
                  <c:v>7.1</c:v>
                </c:pt>
                <c:pt idx="1656">
                  <c:v>6.879</c:v>
                </c:pt>
                <c:pt idx="1657">
                  <c:v>6.1</c:v>
                </c:pt>
                <c:pt idx="1658">
                  <c:v>5.6</c:v>
                </c:pt>
                <c:pt idx="1659">
                  <c:v>6.889</c:v>
                </c:pt>
                <c:pt idx="1660">
                  <c:v>7.3</c:v>
                </c:pt>
                <c:pt idx="1661">
                  <c:v>6.228</c:v>
                </c:pt>
                <c:pt idx="1662">
                  <c:v>7.143</c:v>
                </c:pt>
                <c:pt idx="1663">
                  <c:v>7</c:v>
                </c:pt>
                <c:pt idx="1664">
                  <c:v>7.735</c:v>
                </c:pt>
                <c:pt idx="1665">
                  <c:v>5.7</c:v>
                </c:pt>
                <c:pt idx="1666">
                  <c:v>5.5</c:v>
                </c:pt>
                <c:pt idx="1667">
                  <c:v>6.02</c:v>
                </c:pt>
                <c:pt idx="1668">
                  <c:v>6.3</c:v>
                </c:pt>
                <c:pt idx="1669">
                  <c:v>7.2</c:v>
                </c:pt>
                <c:pt idx="1670">
                  <c:v>5.7</c:v>
                </c:pt>
                <c:pt idx="1671">
                  <c:v>7.362</c:v>
                </c:pt>
                <c:pt idx="1672">
                  <c:v>7</c:v>
                </c:pt>
                <c:pt idx="1673">
                  <c:v>7.3</c:v>
                </c:pt>
                <c:pt idx="1674">
                  <c:v>5.856</c:v>
                </c:pt>
                <c:pt idx="1675">
                  <c:v>6.992</c:v>
                </c:pt>
                <c:pt idx="1676">
                  <c:v>7.278</c:v>
                </c:pt>
                <c:pt idx="1677">
                  <c:v>7.522</c:v>
                </c:pt>
                <c:pt idx="1678">
                  <c:v>8.2</c:v>
                </c:pt>
                <c:pt idx="1679">
                  <c:v>6.886</c:v>
                </c:pt>
                <c:pt idx="1680">
                  <c:v>8</c:v>
                </c:pt>
                <c:pt idx="1681">
                  <c:v>5.9</c:v>
                </c:pt>
                <c:pt idx="1682">
                  <c:v>5.706</c:v>
                </c:pt>
                <c:pt idx="1683">
                  <c:v>6.6</c:v>
                </c:pt>
                <c:pt idx="1684">
                  <c:v>7.1</c:v>
                </c:pt>
                <c:pt idx="1685">
                  <c:v>7.5</c:v>
                </c:pt>
                <c:pt idx="1686">
                  <c:v>6.989</c:v>
                </c:pt>
                <c:pt idx="1687">
                  <c:v>6.84</c:v>
                </c:pt>
                <c:pt idx="1688">
                  <c:v>6.485</c:v>
                </c:pt>
                <c:pt idx="1689">
                  <c:v>6.4</c:v>
                </c:pt>
                <c:pt idx="1690">
                  <c:v>6.993</c:v>
                </c:pt>
                <c:pt idx="1691">
                  <c:v>6.2</c:v>
                </c:pt>
                <c:pt idx="1692">
                  <c:v>7.1</c:v>
                </c:pt>
                <c:pt idx="1693">
                  <c:v>5.9</c:v>
                </c:pt>
                <c:pt idx="1694">
                  <c:v>7.12</c:v>
                </c:pt>
                <c:pt idx="1695">
                  <c:v>6.902</c:v>
                </c:pt>
                <c:pt idx="1696">
                  <c:v>7.2</c:v>
                </c:pt>
                <c:pt idx="1697">
                  <c:v>5.9</c:v>
                </c:pt>
                <c:pt idx="1698">
                  <c:v>7.237</c:v>
                </c:pt>
                <c:pt idx="1699">
                  <c:v>5.8</c:v>
                </c:pt>
                <c:pt idx="1700">
                  <c:v>5.465</c:v>
                </c:pt>
                <c:pt idx="1701">
                  <c:v>6.1</c:v>
                </c:pt>
                <c:pt idx="1702">
                  <c:v>4.314</c:v>
                </c:pt>
                <c:pt idx="1703">
                  <c:v>7.488</c:v>
                </c:pt>
                <c:pt idx="1704">
                  <c:v>6.9</c:v>
                </c:pt>
                <c:pt idx="1705">
                  <c:v>6.3</c:v>
                </c:pt>
                <c:pt idx="1706">
                  <c:v>5.997</c:v>
                </c:pt>
                <c:pt idx="1707">
                  <c:v>6.3</c:v>
                </c:pt>
                <c:pt idx="1708">
                  <c:v>6.9</c:v>
                </c:pt>
                <c:pt idx="1709">
                  <c:v>6.5</c:v>
                </c:pt>
                <c:pt idx="1710">
                  <c:v>6.037</c:v>
                </c:pt>
                <c:pt idx="1711">
                  <c:v>5.2</c:v>
                </c:pt>
                <c:pt idx="1712">
                  <c:v>6.1</c:v>
                </c:pt>
                <c:pt idx="1713">
                  <c:v>6.2</c:v>
                </c:pt>
                <c:pt idx="1714">
                  <c:v>6.4</c:v>
                </c:pt>
                <c:pt idx="1715">
                  <c:v>5.7</c:v>
                </c:pt>
                <c:pt idx="1716">
                  <c:v>5.685</c:v>
                </c:pt>
                <c:pt idx="1717">
                  <c:v>6.9</c:v>
                </c:pt>
                <c:pt idx="1718">
                  <c:v>6.2</c:v>
                </c:pt>
                <c:pt idx="1719">
                  <c:v>7.685</c:v>
                </c:pt>
                <c:pt idx="1720">
                  <c:v>6.8</c:v>
                </c:pt>
                <c:pt idx="1721">
                  <c:v>5.3</c:v>
                </c:pt>
                <c:pt idx="1722">
                  <c:v>6.1</c:v>
                </c:pt>
                <c:pt idx="1723">
                  <c:v>7.8</c:v>
                </c:pt>
                <c:pt idx="1724">
                  <c:v>6.331</c:v>
                </c:pt>
                <c:pt idx="1725">
                  <c:v>5.8</c:v>
                </c:pt>
                <c:pt idx="1726">
                  <c:v>7.2</c:v>
                </c:pt>
                <c:pt idx="1727">
                  <c:v>6.188</c:v>
                </c:pt>
                <c:pt idx="1728">
                  <c:v>7.3</c:v>
                </c:pt>
                <c:pt idx="1729">
                  <c:v>6.1</c:v>
                </c:pt>
                <c:pt idx="1730">
                  <c:v>6.7</c:v>
                </c:pt>
                <c:pt idx="1731">
                  <c:v>7.8</c:v>
                </c:pt>
                <c:pt idx="1732">
                  <c:v>5.8</c:v>
                </c:pt>
                <c:pt idx="1733">
                  <c:v>5.536</c:v>
                </c:pt>
                <c:pt idx="1734">
                  <c:v>6.367</c:v>
                </c:pt>
                <c:pt idx="1735">
                  <c:v>6.1</c:v>
                </c:pt>
                <c:pt idx="1736">
                  <c:v>6.024</c:v>
                </c:pt>
                <c:pt idx="1737">
                  <c:v>6.581</c:v>
                </c:pt>
                <c:pt idx="1738">
                  <c:v>4.6</c:v>
                </c:pt>
                <c:pt idx="1739">
                  <c:v>5.584</c:v>
                </c:pt>
                <c:pt idx="1740">
                  <c:v>6.2</c:v>
                </c:pt>
                <c:pt idx="1741">
                  <c:v>6.6</c:v>
                </c:pt>
                <c:pt idx="1742">
                  <c:v>5</c:v>
                </c:pt>
                <c:pt idx="1743">
                  <c:v>6.5</c:v>
                </c:pt>
                <c:pt idx="1744">
                  <c:v>5.291</c:v>
                </c:pt>
                <c:pt idx="1745">
                  <c:v>7.3</c:v>
                </c:pt>
                <c:pt idx="1746">
                  <c:v>6.1</c:v>
                </c:pt>
                <c:pt idx="1747">
                  <c:v>6.295</c:v>
                </c:pt>
                <c:pt idx="1748">
                  <c:v>6</c:v>
                </c:pt>
                <c:pt idx="1749">
                  <c:v>6.1</c:v>
                </c:pt>
                <c:pt idx="1750">
                  <c:v>6.2</c:v>
                </c:pt>
                <c:pt idx="1751">
                  <c:v>7.71</c:v>
                </c:pt>
                <c:pt idx="1752">
                  <c:v>5.8</c:v>
                </c:pt>
                <c:pt idx="1753">
                  <c:v>4.9</c:v>
                </c:pt>
                <c:pt idx="1754">
                  <c:v>6.8</c:v>
                </c:pt>
                <c:pt idx="1755">
                  <c:v>6.4</c:v>
                </c:pt>
                <c:pt idx="1756">
                  <c:v>7.117</c:v>
                </c:pt>
                <c:pt idx="1757">
                  <c:v>5.927</c:v>
                </c:pt>
                <c:pt idx="1758">
                  <c:v>7</c:v>
                </c:pt>
                <c:pt idx="1759">
                  <c:v>6.644</c:v>
                </c:pt>
                <c:pt idx="1760">
                  <c:v>7.4</c:v>
                </c:pt>
                <c:pt idx="1761">
                  <c:v>7.2</c:v>
                </c:pt>
                <c:pt idx="1762">
                  <c:v>7.6</c:v>
                </c:pt>
                <c:pt idx="1763">
                  <c:v>5.407</c:v>
                </c:pt>
                <c:pt idx="1764">
                  <c:v>5.937</c:v>
                </c:pt>
                <c:pt idx="1765">
                  <c:v>6.2</c:v>
                </c:pt>
                <c:pt idx="1766">
                  <c:v>6.272</c:v>
                </c:pt>
                <c:pt idx="1767">
                  <c:v>6.7</c:v>
                </c:pt>
                <c:pt idx="1768">
                  <c:v>7.1</c:v>
                </c:pt>
                <c:pt idx="1769">
                  <c:v>7.7</c:v>
                </c:pt>
                <c:pt idx="1770">
                  <c:v>7</c:v>
                </c:pt>
                <c:pt idx="1771">
                  <c:v>6</c:v>
                </c:pt>
                <c:pt idx="1772">
                  <c:v>6.987</c:v>
                </c:pt>
                <c:pt idx="1773">
                  <c:v>6.398</c:v>
                </c:pt>
                <c:pt idx="1774">
                  <c:v>5.824</c:v>
                </c:pt>
                <c:pt idx="1775">
                  <c:v>5.477</c:v>
                </c:pt>
                <c:pt idx="1776">
                  <c:v>7.8</c:v>
                </c:pt>
                <c:pt idx="1777">
                  <c:v>5.027</c:v>
                </c:pt>
                <c:pt idx="1778">
                  <c:v>6.7</c:v>
                </c:pt>
                <c:pt idx="1779">
                  <c:v>6.944</c:v>
                </c:pt>
                <c:pt idx="1780">
                  <c:v>7.3</c:v>
                </c:pt>
                <c:pt idx="1781">
                  <c:v>6.287</c:v>
                </c:pt>
                <c:pt idx="1782">
                  <c:v>7.4</c:v>
                </c:pt>
                <c:pt idx="1783">
                  <c:v>5.5</c:v>
                </c:pt>
                <c:pt idx="1784">
                  <c:v>6.5</c:v>
                </c:pt>
                <c:pt idx="1785">
                  <c:v>6.991</c:v>
                </c:pt>
                <c:pt idx="1786">
                  <c:v>6.9</c:v>
                </c:pt>
                <c:pt idx="1787">
                  <c:v>6.129</c:v>
                </c:pt>
                <c:pt idx="1788">
                  <c:v>6.349</c:v>
                </c:pt>
                <c:pt idx="1789">
                  <c:v>6.3</c:v>
                </c:pt>
                <c:pt idx="1790">
                  <c:v>5.095</c:v>
                </c:pt>
                <c:pt idx="1791">
                  <c:v>6.467</c:v>
                </c:pt>
                <c:pt idx="1792">
                  <c:v>7</c:v>
                </c:pt>
                <c:pt idx="1793">
                  <c:v>7.5</c:v>
                </c:pt>
                <c:pt idx="1794">
                  <c:v>6.7</c:v>
                </c:pt>
                <c:pt idx="1795">
                  <c:v>5.6</c:v>
                </c:pt>
                <c:pt idx="1796">
                  <c:v>6.096</c:v>
                </c:pt>
                <c:pt idx="1797">
                  <c:v>7.3</c:v>
                </c:pt>
                <c:pt idx="1798">
                  <c:v>6.5</c:v>
                </c:pt>
                <c:pt idx="1799">
                  <c:v>6.4</c:v>
                </c:pt>
                <c:pt idx="1800">
                  <c:v>7.2</c:v>
                </c:pt>
                <c:pt idx="1801">
                  <c:v>7</c:v>
                </c:pt>
                <c:pt idx="1802">
                  <c:v>5.5</c:v>
                </c:pt>
                <c:pt idx="1803">
                  <c:v>5.6</c:v>
                </c:pt>
                <c:pt idx="1804">
                  <c:v>6.2</c:v>
                </c:pt>
                <c:pt idx="1805">
                  <c:v>5.5</c:v>
                </c:pt>
                <c:pt idx="1806">
                  <c:v>6.5</c:v>
                </c:pt>
                <c:pt idx="1807">
                  <c:v>7.7</c:v>
                </c:pt>
                <c:pt idx="1808">
                  <c:v>5.623</c:v>
                </c:pt>
                <c:pt idx="1809">
                  <c:v>6</c:v>
                </c:pt>
                <c:pt idx="1810">
                  <c:v>5.7</c:v>
                </c:pt>
                <c:pt idx="1811">
                  <c:v>6.6</c:v>
                </c:pt>
                <c:pt idx="1812">
                  <c:v>6.8</c:v>
                </c:pt>
                <c:pt idx="1813">
                  <c:v>6.383</c:v>
                </c:pt>
                <c:pt idx="1814">
                  <c:v>7.2</c:v>
                </c:pt>
                <c:pt idx="1815">
                  <c:v>7.639</c:v>
                </c:pt>
                <c:pt idx="1816">
                  <c:v>7.2</c:v>
                </c:pt>
                <c:pt idx="1817">
                  <c:v>7.404</c:v>
                </c:pt>
                <c:pt idx="1818">
                  <c:v>5.848</c:v>
                </c:pt>
                <c:pt idx="1819">
                  <c:v>5.7</c:v>
                </c:pt>
                <c:pt idx="1820">
                  <c:v>6.436</c:v>
                </c:pt>
                <c:pt idx="1821">
                  <c:v>4.7</c:v>
                </c:pt>
                <c:pt idx="1822">
                  <c:v>7.698</c:v>
                </c:pt>
                <c:pt idx="1823">
                  <c:v>4.5</c:v>
                </c:pt>
                <c:pt idx="1824">
                  <c:v>7.1</c:v>
                </c:pt>
                <c:pt idx="1825">
                  <c:v>6.8</c:v>
                </c:pt>
                <c:pt idx="1826">
                  <c:v>4.7</c:v>
                </c:pt>
                <c:pt idx="1827">
                  <c:v>6.6</c:v>
                </c:pt>
                <c:pt idx="1828">
                  <c:v>6.1</c:v>
                </c:pt>
                <c:pt idx="1829">
                  <c:v>5.502</c:v>
                </c:pt>
                <c:pt idx="1830">
                  <c:v>6.3</c:v>
                </c:pt>
                <c:pt idx="1831">
                  <c:v>6.4</c:v>
                </c:pt>
                <c:pt idx="1832">
                  <c:v>5.186</c:v>
                </c:pt>
                <c:pt idx="1833">
                  <c:v>7.762</c:v>
                </c:pt>
                <c:pt idx="1834">
                  <c:v>7.014</c:v>
                </c:pt>
                <c:pt idx="1835">
                  <c:v>6.6</c:v>
                </c:pt>
                <c:pt idx="1836">
                  <c:v>5.5</c:v>
                </c:pt>
                <c:pt idx="1837">
                  <c:v>4.2</c:v>
                </c:pt>
                <c:pt idx="1838">
                  <c:v>6.5</c:v>
                </c:pt>
                <c:pt idx="1839">
                  <c:v>4.9</c:v>
                </c:pt>
                <c:pt idx="1840">
                  <c:v>6.2</c:v>
                </c:pt>
                <c:pt idx="1841">
                  <c:v>7.4</c:v>
                </c:pt>
                <c:pt idx="1842">
                  <c:v>7</c:v>
                </c:pt>
                <c:pt idx="1843">
                  <c:v>6.3</c:v>
                </c:pt>
                <c:pt idx="1844">
                  <c:v>6.288</c:v>
                </c:pt>
                <c:pt idx="1845">
                  <c:v>6</c:v>
                </c:pt>
                <c:pt idx="1846">
                  <c:v>6.753</c:v>
                </c:pt>
                <c:pt idx="1847">
                  <c:v>5.6</c:v>
                </c:pt>
                <c:pt idx="1848">
                  <c:v>6.2</c:v>
                </c:pt>
                <c:pt idx="1849">
                  <c:v>6</c:v>
                </c:pt>
                <c:pt idx="1850">
                  <c:v>6.427</c:v>
                </c:pt>
                <c:pt idx="1851">
                  <c:v>6.8</c:v>
                </c:pt>
                <c:pt idx="1852">
                  <c:v>6.2</c:v>
                </c:pt>
                <c:pt idx="1853">
                  <c:v>4.6</c:v>
                </c:pt>
                <c:pt idx="1854">
                  <c:v>5.674</c:v>
                </c:pt>
                <c:pt idx="1855">
                  <c:v>6.174</c:v>
                </c:pt>
                <c:pt idx="1856">
                  <c:v>6.2</c:v>
                </c:pt>
                <c:pt idx="1857">
                  <c:v>6.9</c:v>
                </c:pt>
                <c:pt idx="1858">
                  <c:v>7.658</c:v>
                </c:pt>
                <c:pt idx="1859">
                  <c:v>6</c:v>
                </c:pt>
                <c:pt idx="1860">
                  <c:v>6.9</c:v>
                </c:pt>
                <c:pt idx="1861">
                  <c:v>7</c:v>
                </c:pt>
                <c:pt idx="1862">
                  <c:v>8</c:v>
                </c:pt>
                <c:pt idx="1863">
                  <c:v>6.7</c:v>
                </c:pt>
                <c:pt idx="1864">
                  <c:v>6.945</c:v>
                </c:pt>
                <c:pt idx="1865">
                  <c:v>6.1</c:v>
                </c:pt>
                <c:pt idx="1866">
                  <c:v>4.9</c:v>
                </c:pt>
                <c:pt idx="1867">
                  <c:v>6.9</c:v>
                </c:pt>
                <c:pt idx="1868">
                  <c:v>7.3</c:v>
                </c:pt>
                <c:pt idx="1869">
                  <c:v>6.8</c:v>
                </c:pt>
                <c:pt idx="1870">
                  <c:v>5.597</c:v>
                </c:pt>
                <c:pt idx="1871">
                  <c:v>6.9</c:v>
                </c:pt>
                <c:pt idx="1872">
                  <c:v>6.8</c:v>
                </c:pt>
                <c:pt idx="1873">
                  <c:v>7.6</c:v>
                </c:pt>
                <c:pt idx="1874">
                  <c:v>5.407</c:v>
                </c:pt>
                <c:pt idx="1875">
                  <c:v>7</c:v>
                </c:pt>
                <c:pt idx="1876">
                  <c:v>6</c:v>
                </c:pt>
                <c:pt idx="1877">
                  <c:v>6.3</c:v>
                </c:pt>
                <c:pt idx="1878">
                  <c:v>7.155</c:v>
                </c:pt>
                <c:pt idx="1879">
                  <c:v>5.6</c:v>
                </c:pt>
                <c:pt idx="1880">
                  <c:v>5.7</c:v>
                </c:pt>
                <c:pt idx="1881">
                  <c:v>6.5</c:v>
                </c:pt>
                <c:pt idx="1882">
                  <c:v>5.3</c:v>
                </c:pt>
                <c:pt idx="1883">
                  <c:v>6.2</c:v>
                </c:pt>
                <c:pt idx="1884">
                  <c:v>6.274</c:v>
                </c:pt>
                <c:pt idx="1885">
                  <c:v>5.8</c:v>
                </c:pt>
                <c:pt idx="1886">
                  <c:v>5.336</c:v>
                </c:pt>
                <c:pt idx="1887">
                  <c:v>5.661</c:v>
                </c:pt>
                <c:pt idx="1888">
                  <c:v>5.931</c:v>
                </c:pt>
                <c:pt idx="1889">
                  <c:v>6.186</c:v>
                </c:pt>
                <c:pt idx="1890">
                  <c:v>6.572</c:v>
                </c:pt>
                <c:pt idx="1891">
                  <c:v>6.347</c:v>
                </c:pt>
                <c:pt idx="1892">
                  <c:v>5.2</c:v>
                </c:pt>
                <c:pt idx="1893">
                  <c:v>5.8</c:v>
                </c:pt>
                <c:pt idx="1894">
                  <c:v>7.184</c:v>
                </c:pt>
                <c:pt idx="1895">
                  <c:v>7.25</c:v>
                </c:pt>
                <c:pt idx="1896">
                  <c:v>6</c:v>
                </c:pt>
                <c:pt idx="1897">
                  <c:v>6.785</c:v>
                </c:pt>
                <c:pt idx="1898">
                  <c:v>6.9</c:v>
                </c:pt>
                <c:pt idx="1899">
                  <c:v>5.1</c:v>
                </c:pt>
                <c:pt idx="1900">
                  <c:v>8</c:v>
                </c:pt>
                <c:pt idx="1901">
                  <c:v>6.924</c:v>
                </c:pt>
                <c:pt idx="1902">
                  <c:v>6.952</c:v>
                </c:pt>
                <c:pt idx="1903">
                  <c:v>5.699</c:v>
                </c:pt>
                <c:pt idx="1904">
                  <c:v>7.1</c:v>
                </c:pt>
                <c:pt idx="1905">
                  <c:v>7.4</c:v>
                </c:pt>
                <c:pt idx="1906">
                  <c:v>5.4</c:v>
                </c:pt>
                <c:pt idx="1907">
                  <c:v>6.315</c:v>
                </c:pt>
                <c:pt idx="1908">
                  <c:v>6.2</c:v>
                </c:pt>
                <c:pt idx="1909">
                  <c:v>5.2</c:v>
                </c:pt>
                <c:pt idx="1910">
                  <c:v>5.3</c:v>
                </c:pt>
                <c:pt idx="1911">
                  <c:v>7</c:v>
                </c:pt>
                <c:pt idx="1912">
                  <c:v>7.3</c:v>
                </c:pt>
                <c:pt idx="1913">
                  <c:v>6.9</c:v>
                </c:pt>
                <c:pt idx="1914">
                  <c:v>6.2</c:v>
                </c:pt>
                <c:pt idx="1915">
                  <c:v>6.6</c:v>
                </c:pt>
                <c:pt idx="1916">
                  <c:v>5.6</c:v>
                </c:pt>
                <c:pt idx="1917">
                  <c:v>6.2</c:v>
                </c:pt>
                <c:pt idx="1918">
                  <c:v>7.479</c:v>
                </c:pt>
                <c:pt idx="1919">
                  <c:v>5.9</c:v>
                </c:pt>
                <c:pt idx="1920">
                  <c:v>5.6</c:v>
                </c:pt>
                <c:pt idx="1921">
                  <c:v>6.9</c:v>
                </c:pt>
                <c:pt idx="1922">
                  <c:v>5.2</c:v>
                </c:pt>
                <c:pt idx="1923">
                  <c:v>4.3</c:v>
                </c:pt>
                <c:pt idx="1924">
                  <c:v>6.9</c:v>
                </c:pt>
                <c:pt idx="1925">
                  <c:v>6.5</c:v>
                </c:pt>
                <c:pt idx="1926">
                  <c:v>7.505</c:v>
                </c:pt>
                <c:pt idx="1927">
                  <c:v>7.1</c:v>
                </c:pt>
                <c:pt idx="1928">
                  <c:v>5.3</c:v>
                </c:pt>
                <c:pt idx="1929">
                  <c:v>3.8</c:v>
                </c:pt>
                <c:pt idx="1930">
                  <c:v>5.8</c:v>
                </c:pt>
                <c:pt idx="1931">
                  <c:v>6.8</c:v>
                </c:pt>
                <c:pt idx="1932">
                  <c:v>7.13</c:v>
                </c:pt>
                <c:pt idx="1933">
                  <c:v>7.034</c:v>
                </c:pt>
                <c:pt idx="1934">
                  <c:v>6.019</c:v>
                </c:pt>
                <c:pt idx="1935">
                  <c:v>1.899</c:v>
                </c:pt>
                <c:pt idx="1936">
                  <c:v>4.3</c:v>
                </c:pt>
                <c:pt idx="1937">
                  <c:v>6</c:v>
                </c:pt>
                <c:pt idx="1938">
                  <c:v>5.7</c:v>
                </c:pt>
                <c:pt idx="1939">
                  <c:v>6.625</c:v>
                </c:pt>
                <c:pt idx="1940">
                  <c:v>5.1</c:v>
                </c:pt>
                <c:pt idx="1941">
                  <c:v>5.686</c:v>
                </c:pt>
                <c:pt idx="1942">
                  <c:v>3.4</c:v>
                </c:pt>
                <c:pt idx="1943">
                  <c:v>6.8</c:v>
                </c:pt>
                <c:pt idx="1944">
                  <c:v>6.4</c:v>
                </c:pt>
                <c:pt idx="1945">
                  <c:v>5.7</c:v>
                </c:pt>
                <c:pt idx="1946">
                  <c:v>4.7</c:v>
                </c:pt>
                <c:pt idx="1947">
                  <c:v>6</c:v>
                </c:pt>
                <c:pt idx="1948">
                  <c:v>6.257</c:v>
                </c:pt>
                <c:pt idx="1949">
                  <c:v>5.838</c:v>
                </c:pt>
                <c:pt idx="1950">
                  <c:v>5.9</c:v>
                </c:pt>
                <c:pt idx="1951">
                  <c:v>7.3</c:v>
                </c:pt>
                <c:pt idx="1952">
                  <c:v>5.9</c:v>
                </c:pt>
                <c:pt idx="1953">
                  <c:v>7.7</c:v>
                </c:pt>
                <c:pt idx="1954">
                  <c:v>5.7</c:v>
                </c:pt>
                <c:pt idx="1955">
                  <c:v>7</c:v>
                </c:pt>
                <c:pt idx="1956">
                  <c:v>7</c:v>
                </c:pt>
                <c:pt idx="1957">
                  <c:v>6.1</c:v>
                </c:pt>
                <c:pt idx="1958">
                  <c:v>7.2</c:v>
                </c:pt>
                <c:pt idx="1959">
                  <c:v>5.586</c:v>
                </c:pt>
                <c:pt idx="1960">
                  <c:v>6.6</c:v>
                </c:pt>
                <c:pt idx="1961">
                  <c:v>6.7</c:v>
                </c:pt>
                <c:pt idx="1962">
                  <c:v>6.7</c:v>
                </c:pt>
                <c:pt idx="1963">
                  <c:v>6.9</c:v>
                </c:pt>
                <c:pt idx="1964">
                  <c:v>6.9</c:v>
                </c:pt>
                <c:pt idx="1965">
                  <c:v>6.3</c:v>
                </c:pt>
                <c:pt idx="1966">
                  <c:v>5.7</c:v>
                </c:pt>
                <c:pt idx="1967">
                  <c:v>3.2</c:v>
                </c:pt>
                <c:pt idx="1968">
                  <c:v>7.879</c:v>
                </c:pt>
                <c:pt idx="1969">
                  <c:v>7.5</c:v>
                </c:pt>
                <c:pt idx="1970">
                  <c:v>6.693</c:v>
                </c:pt>
                <c:pt idx="1971">
                  <c:v>6.057</c:v>
                </c:pt>
                <c:pt idx="1972">
                  <c:v>5.329</c:v>
                </c:pt>
                <c:pt idx="1973">
                  <c:v>5.8</c:v>
                </c:pt>
                <c:pt idx="1974">
                  <c:v>6.352</c:v>
                </c:pt>
                <c:pt idx="1975">
                  <c:v>6.45</c:v>
                </c:pt>
                <c:pt idx="1976">
                  <c:v>5.6</c:v>
                </c:pt>
                <c:pt idx="1977">
                  <c:v>5.8</c:v>
                </c:pt>
                <c:pt idx="1978">
                  <c:v>4.8</c:v>
                </c:pt>
                <c:pt idx="1979">
                  <c:v>6</c:v>
                </c:pt>
                <c:pt idx="1980">
                  <c:v>4.9</c:v>
                </c:pt>
                <c:pt idx="1981">
                  <c:v>6.5</c:v>
                </c:pt>
                <c:pt idx="1982">
                  <c:v>6.1</c:v>
                </c:pt>
                <c:pt idx="1983">
                  <c:v>6.6</c:v>
                </c:pt>
                <c:pt idx="1984">
                  <c:v>6.1</c:v>
                </c:pt>
                <c:pt idx="1985">
                  <c:v>7.2</c:v>
                </c:pt>
                <c:pt idx="1986">
                  <c:v>5.6</c:v>
                </c:pt>
                <c:pt idx="1987">
                  <c:v>6.4</c:v>
                </c:pt>
                <c:pt idx="1988">
                  <c:v>4.8</c:v>
                </c:pt>
                <c:pt idx="1989">
                  <c:v>5</c:v>
                </c:pt>
                <c:pt idx="1990">
                  <c:v>7.2</c:v>
                </c:pt>
                <c:pt idx="1991">
                  <c:v>6.1</c:v>
                </c:pt>
                <c:pt idx="1992">
                  <c:v>6.8</c:v>
                </c:pt>
                <c:pt idx="1993">
                  <c:v>7.1</c:v>
                </c:pt>
                <c:pt idx="1994">
                  <c:v>5.567</c:v>
                </c:pt>
                <c:pt idx="1995">
                  <c:v>6.1</c:v>
                </c:pt>
                <c:pt idx="1996">
                  <c:v>6.6</c:v>
                </c:pt>
                <c:pt idx="1997">
                  <c:v>5.5</c:v>
                </c:pt>
                <c:pt idx="1998">
                  <c:v>6.005</c:v>
                </c:pt>
                <c:pt idx="1999">
                  <c:v>6.2</c:v>
                </c:pt>
                <c:pt idx="2000">
                  <c:v>5.543</c:v>
                </c:pt>
                <c:pt idx="2001">
                  <c:v>6.1</c:v>
                </c:pt>
                <c:pt idx="2002">
                  <c:v>6.8</c:v>
                </c:pt>
                <c:pt idx="2003">
                  <c:v>6.5</c:v>
                </c:pt>
                <c:pt idx="2004">
                  <c:v>3.3</c:v>
                </c:pt>
                <c:pt idx="2005">
                  <c:v>6</c:v>
                </c:pt>
                <c:pt idx="2006">
                  <c:v>7.2</c:v>
                </c:pt>
                <c:pt idx="2007">
                  <c:v>6.8</c:v>
                </c:pt>
                <c:pt idx="2008">
                  <c:v>4.3</c:v>
                </c:pt>
                <c:pt idx="2009">
                  <c:v>7.2</c:v>
                </c:pt>
                <c:pt idx="2010">
                  <c:v>6</c:v>
                </c:pt>
                <c:pt idx="2011">
                  <c:v>5.859</c:v>
                </c:pt>
                <c:pt idx="2012">
                  <c:v>4.3</c:v>
                </c:pt>
                <c:pt idx="2013">
                  <c:v>5.4</c:v>
                </c:pt>
                <c:pt idx="2014">
                  <c:v>5.6</c:v>
                </c:pt>
                <c:pt idx="2015">
                  <c:v>6.8</c:v>
                </c:pt>
                <c:pt idx="2016">
                  <c:v>5.8</c:v>
                </c:pt>
                <c:pt idx="2017">
                  <c:v>4.3</c:v>
                </c:pt>
                <c:pt idx="2018">
                  <c:v>5.963</c:v>
                </c:pt>
                <c:pt idx="2019">
                  <c:v>6.5</c:v>
                </c:pt>
                <c:pt idx="2020">
                  <c:v>7.5</c:v>
                </c:pt>
                <c:pt idx="2021">
                  <c:v>6.2</c:v>
                </c:pt>
                <c:pt idx="2022">
                  <c:v>6.565</c:v>
                </c:pt>
                <c:pt idx="2023">
                  <c:v>5.358</c:v>
                </c:pt>
                <c:pt idx="2024">
                  <c:v>6.8</c:v>
                </c:pt>
                <c:pt idx="2025">
                  <c:v>5.8</c:v>
                </c:pt>
                <c:pt idx="2026">
                  <c:v>6.7</c:v>
                </c:pt>
                <c:pt idx="2027">
                  <c:v>7.1</c:v>
                </c:pt>
                <c:pt idx="2028">
                  <c:v>5.9</c:v>
                </c:pt>
                <c:pt idx="2029">
                  <c:v>6.5</c:v>
                </c:pt>
                <c:pt idx="2030">
                  <c:v>7</c:v>
                </c:pt>
                <c:pt idx="2031">
                  <c:v>6.179</c:v>
                </c:pt>
                <c:pt idx="2032">
                  <c:v>6</c:v>
                </c:pt>
                <c:pt idx="2033">
                  <c:v>3.6</c:v>
                </c:pt>
                <c:pt idx="2034">
                  <c:v>5.4</c:v>
                </c:pt>
                <c:pt idx="2035">
                  <c:v>5.3</c:v>
                </c:pt>
                <c:pt idx="2036">
                  <c:v>5.2</c:v>
                </c:pt>
                <c:pt idx="2037">
                  <c:v>5.9</c:v>
                </c:pt>
                <c:pt idx="2038">
                  <c:v>4.9</c:v>
                </c:pt>
                <c:pt idx="2039">
                  <c:v>7.3</c:v>
                </c:pt>
                <c:pt idx="2040">
                  <c:v>5.7</c:v>
                </c:pt>
                <c:pt idx="2041">
                  <c:v>5.8</c:v>
                </c:pt>
                <c:pt idx="2042">
                  <c:v>5.8</c:v>
                </c:pt>
                <c:pt idx="2043">
                  <c:v>7.1</c:v>
                </c:pt>
                <c:pt idx="2044">
                  <c:v>5.8</c:v>
                </c:pt>
                <c:pt idx="2045">
                  <c:v>5.368</c:v>
                </c:pt>
                <c:pt idx="2046">
                  <c:v>6.4</c:v>
                </c:pt>
                <c:pt idx="2047">
                  <c:v>6.1</c:v>
                </c:pt>
                <c:pt idx="2048">
                  <c:v>5.1</c:v>
                </c:pt>
                <c:pt idx="2049">
                  <c:v>6.9</c:v>
                </c:pt>
                <c:pt idx="2050">
                  <c:v>7.3</c:v>
                </c:pt>
                <c:pt idx="2051">
                  <c:v>5.8</c:v>
                </c:pt>
                <c:pt idx="2052">
                  <c:v>5.6</c:v>
                </c:pt>
                <c:pt idx="2053">
                  <c:v>5.871</c:v>
                </c:pt>
                <c:pt idx="2054">
                  <c:v>7.7</c:v>
                </c:pt>
                <c:pt idx="2055">
                  <c:v>6.606</c:v>
                </c:pt>
                <c:pt idx="2056">
                  <c:v>5.7</c:v>
                </c:pt>
                <c:pt idx="2057">
                  <c:v>4.3</c:v>
                </c:pt>
                <c:pt idx="2058">
                  <c:v>5</c:v>
                </c:pt>
                <c:pt idx="2059">
                  <c:v>6.5</c:v>
                </c:pt>
                <c:pt idx="2060">
                  <c:v>6</c:v>
                </c:pt>
                <c:pt idx="2061">
                  <c:v>6.2</c:v>
                </c:pt>
                <c:pt idx="2062">
                  <c:v>4.723</c:v>
                </c:pt>
                <c:pt idx="2063">
                  <c:v>6.1</c:v>
                </c:pt>
                <c:pt idx="2064">
                  <c:v>5.9</c:v>
                </c:pt>
                <c:pt idx="2065">
                  <c:v>7.2</c:v>
                </c:pt>
                <c:pt idx="2066">
                  <c:v>5.5</c:v>
                </c:pt>
                <c:pt idx="2067">
                  <c:v>5.9</c:v>
                </c:pt>
                <c:pt idx="2068">
                  <c:v>7.7</c:v>
                </c:pt>
                <c:pt idx="2069">
                  <c:v>7.5</c:v>
                </c:pt>
                <c:pt idx="2070">
                  <c:v>6.8</c:v>
                </c:pt>
                <c:pt idx="2071">
                  <c:v>5.8</c:v>
                </c:pt>
                <c:pt idx="2072">
                  <c:v>6.1</c:v>
                </c:pt>
                <c:pt idx="2073">
                  <c:v>4.4</c:v>
                </c:pt>
                <c:pt idx="2074">
                  <c:v>5</c:v>
                </c:pt>
                <c:pt idx="2075">
                  <c:v>6.3</c:v>
                </c:pt>
                <c:pt idx="2076">
                  <c:v>4.8</c:v>
                </c:pt>
                <c:pt idx="2077">
                  <c:v>6.3</c:v>
                </c:pt>
                <c:pt idx="2078">
                  <c:v>5.3</c:v>
                </c:pt>
                <c:pt idx="2079">
                  <c:v>7.108</c:v>
                </c:pt>
                <c:pt idx="2080">
                  <c:v>5.8</c:v>
                </c:pt>
                <c:pt idx="2081">
                  <c:v>7.9</c:v>
                </c:pt>
                <c:pt idx="2082">
                  <c:v>2.4</c:v>
                </c:pt>
                <c:pt idx="2083">
                  <c:v>7.5</c:v>
                </c:pt>
                <c:pt idx="2084">
                  <c:v>5.678</c:v>
                </c:pt>
                <c:pt idx="2085">
                  <c:v>5.7</c:v>
                </c:pt>
                <c:pt idx="2086">
                  <c:v>6.4</c:v>
                </c:pt>
                <c:pt idx="2087">
                  <c:v>5.6</c:v>
                </c:pt>
                <c:pt idx="2088">
                  <c:v>5.8</c:v>
                </c:pt>
                <c:pt idx="2089">
                  <c:v>5.8</c:v>
                </c:pt>
                <c:pt idx="2090">
                  <c:v>6.8</c:v>
                </c:pt>
                <c:pt idx="2091">
                  <c:v>7.1</c:v>
                </c:pt>
                <c:pt idx="2092">
                  <c:v>6.2</c:v>
                </c:pt>
                <c:pt idx="2093">
                  <c:v>7.061</c:v>
                </c:pt>
                <c:pt idx="2094">
                  <c:v>7.3</c:v>
                </c:pt>
                <c:pt idx="2095">
                  <c:v>6.1</c:v>
                </c:pt>
                <c:pt idx="2096">
                  <c:v>4.482</c:v>
                </c:pt>
                <c:pt idx="2097">
                  <c:v>6.5</c:v>
                </c:pt>
                <c:pt idx="2098">
                  <c:v>5</c:v>
                </c:pt>
                <c:pt idx="2099">
                  <c:v>4.4</c:v>
                </c:pt>
                <c:pt idx="2100">
                  <c:v>5.3</c:v>
                </c:pt>
                <c:pt idx="2101">
                  <c:v>5.7</c:v>
                </c:pt>
                <c:pt idx="2102">
                  <c:v>6.5</c:v>
                </c:pt>
                <c:pt idx="2103">
                  <c:v>6.3</c:v>
                </c:pt>
                <c:pt idx="2104">
                  <c:v>7.2</c:v>
                </c:pt>
                <c:pt idx="2105">
                  <c:v>5.6</c:v>
                </c:pt>
                <c:pt idx="2106">
                  <c:v>3.978</c:v>
                </c:pt>
                <c:pt idx="2107">
                  <c:v>6.407</c:v>
                </c:pt>
                <c:pt idx="2108">
                  <c:v>6.6</c:v>
                </c:pt>
                <c:pt idx="2109">
                  <c:v>5.5</c:v>
                </c:pt>
                <c:pt idx="2110">
                  <c:v>5.1</c:v>
                </c:pt>
                <c:pt idx="2111">
                  <c:v>6.7</c:v>
                </c:pt>
                <c:pt idx="2112">
                  <c:v>8.2</c:v>
                </c:pt>
                <c:pt idx="2113">
                  <c:v>6.2</c:v>
                </c:pt>
                <c:pt idx="2114">
                  <c:v>7.064</c:v>
                </c:pt>
                <c:pt idx="2115">
                  <c:v>5</c:v>
                </c:pt>
                <c:pt idx="2116">
                  <c:v>5.9</c:v>
                </c:pt>
                <c:pt idx="2117">
                  <c:v>7</c:v>
                </c:pt>
                <c:pt idx="2118">
                  <c:v>6.212</c:v>
                </c:pt>
                <c:pt idx="2119">
                  <c:v>6.5</c:v>
                </c:pt>
                <c:pt idx="2120">
                  <c:v>5.589</c:v>
                </c:pt>
                <c:pt idx="2121">
                  <c:v>6.2</c:v>
                </c:pt>
                <c:pt idx="2122">
                  <c:v>6.471</c:v>
                </c:pt>
                <c:pt idx="2123">
                  <c:v>6.1</c:v>
                </c:pt>
                <c:pt idx="2124">
                  <c:v>7.6</c:v>
                </c:pt>
                <c:pt idx="2125">
                  <c:v>6.093</c:v>
                </c:pt>
                <c:pt idx="2126">
                  <c:v>7</c:v>
                </c:pt>
                <c:pt idx="2127">
                  <c:v>6.8</c:v>
                </c:pt>
                <c:pt idx="2128">
                  <c:v>6.142</c:v>
                </c:pt>
                <c:pt idx="2129">
                  <c:v>5.677</c:v>
                </c:pt>
                <c:pt idx="2130">
                  <c:v>6.5</c:v>
                </c:pt>
                <c:pt idx="2131">
                  <c:v>4.5</c:v>
                </c:pt>
                <c:pt idx="2132">
                  <c:v>6.646</c:v>
                </c:pt>
                <c:pt idx="2133">
                  <c:v>5.8</c:v>
                </c:pt>
                <c:pt idx="2134">
                  <c:v>7.1</c:v>
                </c:pt>
                <c:pt idx="2135">
                  <c:v>3.6</c:v>
                </c:pt>
                <c:pt idx="2136">
                  <c:v>6.372</c:v>
                </c:pt>
                <c:pt idx="2137">
                  <c:v>6.851</c:v>
                </c:pt>
                <c:pt idx="2138">
                  <c:v>6.1</c:v>
                </c:pt>
                <c:pt idx="2139">
                  <c:v>6.1</c:v>
                </c:pt>
                <c:pt idx="2140">
                  <c:v>3</c:v>
                </c:pt>
                <c:pt idx="2141">
                  <c:v>4.7</c:v>
                </c:pt>
                <c:pt idx="2142">
                  <c:v>6.3</c:v>
                </c:pt>
                <c:pt idx="2143">
                  <c:v>6.2</c:v>
                </c:pt>
                <c:pt idx="2144">
                  <c:v>6.2</c:v>
                </c:pt>
                <c:pt idx="2145">
                  <c:v>6.2</c:v>
                </c:pt>
                <c:pt idx="2146">
                  <c:v>5.2</c:v>
                </c:pt>
                <c:pt idx="2147">
                  <c:v>7.5</c:v>
                </c:pt>
                <c:pt idx="2148">
                  <c:v>6.9</c:v>
                </c:pt>
                <c:pt idx="2149">
                  <c:v>6.5</c:v>
                </c:pt>
                <c:pt idx="2150">
                  <c:v>5.3</c:v>
                </c:pt>
                <c:pt idx="2151">
                  <c:v>5.4</c:v>
                </c:pt>
                <c:pt idx="2152">
                  <c:v>5.254</c:v>
                </c:pt>
                <c:pt idx="2153">
                  <c:v>5.9</c:v>
                </c:pt>
                <c:pt idx="2154">
                  <c:v>5.5</c:v>
                </c:pt>
                <c:pt idx="2155">
                  <c:v>7.321</c:v>
                </c:pt>
                <c:pt idx="2156">
                  <c:v>5.3</c:v>
                </c:pt>
                <c:pt idx="2157">
                  <c:v>6.5</c:v>
                </c:pt>
                <c:pt idx="2158">
                  <c:v>7.1</c:v>
                </c:pt>
                <c:pt idx="2159">
                  <c:v>4.764</c:v>
                </c:pt>
                <c:pt idx="2160">
                  <c:v>7.172</c:v>
                </c:pt>
                <c:pt idx="2161">
                  <c:v>6.103</c:v>
                </c:pt>
                <c:pt idx="2162">
                  <c:v>2.5</c:v>
                </c:pt>
                <c:pt idx="2163">
                  <c:v>4.3</c:v>
                </c:pt>
                <c:pt idx="2164">
                  <c:v>7.4</c:v>
                </c:pt>
                <c:pt idx="2165">
                  <c:v>4.247</c:v>
                </c:pt>
                <c:pt idx="2166">
                  <c:v>5.8</c:v>
                </c:pt>
                <c:pt idx="2167">
                  <c:v>5.748</c:v>
                </c:pt>
                <c:pt idx="2168">
                  <c:v>6.6</c:v>
                </c:pt>
                <c:pt idx="2169">
                  <c:v>5.297</c:v>
                </c:pt>
                <c:pt idx="2170">
                  <c:v>7.3</c:v>
                </c:pt>
                <c:pt idx="2171">
                  <c:v>6.1</c:v>
                </c:pt>
                <c:pt idx="2172">
                  <c:v>7.7</c:v>
                </c:pt>
                <c:pt idx="2173">
                  <c:v>5.36</c:v>
                </c:pt>
                <c:pt idx="2174">
                  <c:v>5.7</c:v>
                </c:pt>
                <c:pt idx="2175">
                  <c:v>4.934</c:v>
                </c:pt>
                <c:pt idx="2176">
                  <c:v>6.335</c:v>
                </c:pt>
                <c:pt idx="2177">
                  <c:v>7.4</c:v>
                </c:pt>
                <c:pt idx="2178">
                  <c:v>5.3</c:v>
                </c:pt>
                <c:pt idx="2179">
                  <c:v>6.1</c:v>
                </c:pt>
                <c:pt idx="2180">
                  <c:v>5.6</c:v>
                </c:pt>
                <c:pt idx="2181">
                  <c:v>5.3</c:v>
                </c:pt>
                <c:pt idx="2182">
                  <c:v>5.013</c:v>
                </c:pt>
                <c:pt idx="2183">
                  <c:v>6.1</c:v>
                </c:pt>
                <c:pt idx="2184">
                  <c:v>6.8</c:v>
                </c:pt>
                <c:pt idx="2185">
                  <c:v>6.6</c:v>
                </c:pt>
                <c:pt idx="2186">
                  <c:v>6.466</c:v>
                </c:pt>
                <c:pt idx="2187">
                  <c:v>7.2</c:v>
                </c:pt>
                <c:pt idx="2188">
                  <c:v>5.8</c:v>
                </c:pt>
                <c:pt idx="2189">
                  <c:v>5.47</c:v>
                </c:pt>
                <c:pt idx="2190">
                  <c:v>5.482</c:v>
                </c:pt>
                <c:pt idx="2191">
                  <c:v>5.6</c:v>
                </c:pt>
                <c:pt idx="2192">
                  <c:v>5.5</c:v>
                </c:pt>
                <c:pt idx="2193">
                  <c:v>6.1</c:v>
                </c:pt>
                <c:pt idx="2194">
                  <c:v>6.781</c:v>
                </c:pt>
                <c:pt idx="2195">
                  <c:v>5.506</c:v>
                </c:pt>
                <c:pt idx="2196">
                  <c:v>6.6</c:v>
                </c:pt>
                <c:pt idx="2197">
                  <c:v>5.6</c:v>
                </c:pt>
                <c:pt idx="2198">
                  <c:v>5.7</c:v>
                </c:pt>
                <c:pt idx="2199">
                  <c:v>7</c:v>
                </c:pt>
                <c:pt idx="2200">
                  <c:v>5.7</c:v>
                </c:pt>
                <c:pt idx="2201">
                  <c:v>5.3</c:v>
                </c:pt>
                <c:pt idx="2202">
                  <c:v>5.754</c:v>
                </c:pt>
                <c:pt idx="2203">
                  <c:v>6.1</c:v>
                </c:pt>
                <c:pt idx="2204">
                  <c:v>6.8</c:v>
                </c:pt>
                <c:pt idx="2205">
                  <c:v>5.5</c:v>
                </c:pt>
                <c:pt idx="2206">
                  <c:v>6.743</c:v>
                </c:pt>
                <c:pt idx="2207">
                  <c:v>6.363</c:v>
                </c:pt>
                <c:pt idx="2208">
                  <c:v>5.6</c:v>
                </c:pt>
                <c:pt idx="2209">
                  <c:v>5.6</c:v>
                </c:pt>
                <c:pt idx="2210">
                  <c:v>6.6</c:v>
                </c:pt>
                <c:pt idx="2211">
                  <c:v>6.3</c:v>
                </c:pt>
                <c:pt idx="2212">
                  <c:v>5.7</c:v>
                </c:pt>
                <c:pt idx="2213">
                  <c:v>5.733</c:v>
                </c:pt>
                <c:pt idx="2214">
                  <c:v>6.9</c:v>
                </c:pt>
                <c:pt idx="2215">
                  <c:v>7.565</c:v>
                </c:pt>
                <c:pt idx="2216">
                  <c:v>7.2</c:v>
                </c:pt>
                <c:pt idx="2217">
                  <c:v>7.5</c:v>
                </c:pt>
                <c:pt idx="2218">
                  <c:v>4.1</c:v>
                </c:pt>
                <c:pt idx="2219">
                  <c:v>3.5</c:v>
                </c:pt>
                <c:pt idx="2220">
                  <c:v>5.481</c:v>
                </c:pt>
                <c:pt idx="2221">
                  <c:v>5</c:v>
                </c:pt>
                <c:pt idx="2222">
                  <c:v>5.3</c:v>
                </c:pt>
                <c:pt idx="2223">
                  <c:v>5.552</c:v>
                </c:pt>
                <c:pt idx="2224">
                  <c:v>5.4</c:v>
                </c:pt>
                <c:pt idx="2225">
                  <c:v>6.57</c:v>
                </c:pt>
                <c:pt idx="2226">
                  <c:v>6.1</c:v>
                </c:pt>
                <c:pt idx="2227">
                  <c:v>5.987</c:v>
                </c:pt>
                <c:pt idx="2228">
                  <c:v>4.7</c:v>
                </c:pt>
                <c:pt idx="2229">
                  <c:v>7.823</c:v>
                </c:pt>
                <c:pt idx="2230">
                  <c:v>6</c:v>
                </c:pt>
                <c:pt idx="2231">
                  <c:v>4.7</c:v>
                </c:pt>
                <c:pt idx="2232">
                  <c:v>5.6</c:v>
                </c:pt>
                <c:pt idx="2233">
                  <c:v>5.2</c:v>
                </c:pt>
                <c:pt idx="2234">
                  <c:v>6.3</c:v>
                </c:pt>
                <c:pt idx="2235">
                  <c:v>5</c:v>
                </c:pt>
                <c:pt idx="2236">
                  <c:v>6.6</c:v>
                </c:pt>
                <c:pt idx="2237">
                  <c:v>6.596</c:v>
                </c:pt>
                <c:pt idx="2238">
                  <c:v>6.8</c:v>
                </c:pt>
                <c:pt idx="2239">
                  <c:v>6.7</c:v>
                </c:pt>
                <c:pt idx="2240">
                  <c:v>5.3</c:v>
                </c:pt>
                <c:pt idx="2241">
                  <c:v>6.421</c:v>
                </c:pt>
                <c:pt idx="2242">
                  <c:v>5.4</c:v>
                </c:pt>
                <c:pt idx="2243">
                  <c:v>4.92</c:v>
                </c:pt>
                <c:pt idx="2244">
                  <c:v>6</c:v>
                </c:pt>
                <c:pt idx="2245">
                  <c:v>6.4</c:v>
                </c:pt>
                <c:pt idx="2246">
                  <c:v>7.127</c:v>
                </c:pt>
                <c:pt idx="2247">
                  <c:v>6.116</c:v>
                </c:pt>
                <c:pt idx="2248">
                  <c:v>7.2</c:v>
                </c:pt>
                <c:pt idx="2249">
                  <c:v>4.1</c:v>
                </c:pt>
                <c:pt idx="2250">
                  <c:v>5.8</c:v>
                </c:pt>
                <c:pt idx="2251">
                  <c:v>5.327</c:v>
                </c:pt>
                <c:pt idx="2252">
                  <c:v>4</c:v>
                </c:pt>
                <c:pt idx="2253">
                  <c:v>6.185</c:v>
                </c:pt>
                <c:pt idx="2254">
                  <c:v>6.9</c:v>
                </c:pt>
                <c:pt idx="2255">
                  <c:v>6.2</c:v>
                </c:pt>
                <c:pt idx="2256">
                  <c:v>5.5</c:v>
                </c:pt>
                <c:pt idx="2257">
                  <c:v>6.8</c:v>
                </c:pt>
                <c:pt idx="2258">
                  <c:v>5.891</c:v>
                </c:pt>
                <c:pt idx="2259">
                  <c:v>6.3</c:v>
                </c:pt>
                <c:pt idx="2260">
                  <c:v>5.5</c:v>
                </c:pt>
                <c:pt idx="2261">
                  <c:v>6.8</c:v>
                </c:pt>
                <c:pt idx="2262">
                  <c:v>6.408</c:v>
                </c:pt>
                <c:pt idx="2263">
                  <c:v>5.9</c:v>
                </c:pt>
                <c:pt idx="2264">
                  <c:v>3.9</c:v>
                </c:pt>
                <c:pt idx="2265">
                  <c:v>6.1</c:v>
                </c:pt>
                <c:pt idx="2266">
                  <c:v>7.5</c:v>
                </c:pt>
                <c:pt idx="2267">
                  <c:v>7.1</c:v>
                </c:pt>
                <c:pt idx="2268">
                  <c:v>6.7</c:v>
                </c:pt>
                <c:pt idx="2269">
                  <c:v>5.3</c:v>
                </c:pt>
                <c:pt idx="2270">
                  <c:v>6.064</c:v>
                </c:pt>
                <c:pt idx="2271">
                  <c:v>6</c:v>
                </c:pt>
                <c:pt idx="2272">
                  <c:v>6.2</c:v>
                </c:pt>
                <c:pt idx="2273">
                  <c:v>6</c:v>
                </c:pt>
                <c:pt idx="2274">
                  <c:v>7.4</c:v>
                </c:pt>
                <c:pt idx="2275">
                  <c:v>4.935</c:v>
                </c:pt>
                <c:pt idx="2276">
                  <c:v>7.1</c:v>
                </c:pt>
                <c:pt idx="2277">
                  <c:v>7.3</c:v>
                </c:pt>
                <c:pt idx="2278">
                  <c:v>5.7</c:v>
                </c:pt>
                <c:pt idx="2279">
                  <c:v>4.86</c:v>
                </c:pt>
                <c:pt idx="2280">
                  <c:v>6.255</c:v>
                </c:pt>
                <c:pt idx="2281">
                  <c:v>5</c:v>
                </c:pt>
                <c:pt idx="2282">
                  <c:v>6.4</c:v>
                </c:pt>
                <c:pt idx="2283">
                  <c:v>7</c:v>
                </c:pt>
                <c:pt idx="2284">
                  <c:v>6.6</c:v>
                </c:pt>
                <c:pt idx="2285">
                  <c:v>7.4</c:v>
                </c:pt>
                <c:pt idx="2286">
                  <c:v>5.2</c:v>
                </c:pt>
                <c:pt idx="2287">
                  <c:v>6.2</c:v>
                </c:pt>
                <c:pt idx="2288">
                  <c:v>6.3</c:v>
                </c:pt>
                <c:pt idx="2289">
                  <c:v>6.5</c:v>
                </c:pt>
                <c:pt idx="2290">
                  <c:v>7.7</c:v>
                </c:pt>
                <c:pt idx="2291">
                  <c:v>6.973</c:v>
                </c:pt>
                <c:pt idx="2292">
                  <c:v>7.993</c:v>
                </c:pt>
                <c:pt idx="2293">
                  <c:v>5.9</c:v>
                </c:pt>
                <c:pt idx="2294">
                  <c:v>5.102</c:v>
                </c:pt>
                <c:pt idx="2295">
                  <c:v>4.9</c:v>
                </c:pt>
                <c:pt idx="2296">
                  <c:v>5</c:v>
                </c:pt>
                <c:pt idx="2297">
                  <c:v>6.481</c:v>
                </c:pt>
                <c:pt idx="2298">
                  <c:v>6.4</c:v>
                </c:pt>
                <c:pt idx="2299">
                  <c:v>6.602</c:v>
                </c:pt>
                <c:pt idx="2300">
                  <c:v>6.3</c:v>
                </c:pt>
                <c:pt idx="2301">
                  <c:v>4.615</c:v>
                </c:pt>
                <c:pt idx="2302">
                  <c:v>5.6</c:v>
                </c:pt>
                <c:pt idx="2303">
                  <c:v>5.6</c:v>
                </c:pt>
                <c:pt idx="2304">
                  <c:v>6.7</c:v>
                </c:pt>
                <c:pt idx="2305">
                  <c:v>7.3</c:v>
                </c:pt>
                <c:pt idx="2306">
                  <c:v>7.7</c:v>
                </c:pt>
                <c:pt idx="2307">
                  <c:v>5</c:v>
                </c:pt>
                <c:pt idx="2308">
                  <c:v>5.5</c:v>
                </c:pt>
                <c:pt idx="2309">
                  <c:v>6.827</c:v>
                </c:pt>
                <c:pt idx="2310">
                  <c:v>7.2</c:v>
                </c:pt>
                <c:pt idx="2311">
                  <c:v>6.1</c:v>
                </c:pt>
                <c:pt idx="2312">
                  <c:v>5.825</c:v>
                </c:pt>
                <c:pt idx="2313">
                  <c:v>5.118</c:v>
                </c:pt>
                <c:pt idx="2314">
                  <c:v>6.4</c:v>
                </c:pt>
                <c:pt idx="2315">
                  <c:v>4.7</c:v>
                </c:pt>
                <c:pt idx="2316">
                  <c:v>5.506</c:v>
                </c:pt>
                <c:pt idx="2317">
                  <c:v>7.013</c:v>
                </c:pt>
                <c:pt idx="2318">
                  <c:v>6.1</c:v>
                </c:pt>
                <c:pt idx="2319">
                  <c:v>5.648</c:v>
                </c:pt>
                <c:pt idx="2320">
                  <c:v>3.8</c:v>
                </c:pt>
                <c:pt idx="2321">
                  <c:v>5</c:v>
                </c:pt>
                <c:pt idx="2322">
                  <c:v>5.5</c:v>
                </c:pt>
                <c:pt idx="2323">
                  <c:v>8.1</c:v>
                </c:pt>
                <c:pt idx="2324">
                  <c:v>7.8</c:v>
                </c:pt>
                <c:pt idx="2325">
                  <c:v>5</c:v>
                </c:pt>
                <c:pt idx="2326">
                  <c:v>5.9</c:v>
                </c:pt>
                <c:pt idx="2327">
                  <c:v>6.9</c:v>
                </c:pt>
                <c:pt idx="2328">
                  <c:v>6.1</c:v>
                </c:pt>
                <c:pt idx="2329">
                  <c:v>7.475</c:v>
                </c:pt>
                <c:pt idx="2330">
                  <c:v>4.864</c:v>
                </c:pt>
                <c:pt idx="2331">
                  <c:v>5.5</c:v>
                </c:pt>
                <c:pt idx="2332">
                  <c:v>6.6</c:v>
                </c:pt>
                <c:pt idx="2333">
                  <c:v>3.6</c:v>
                </c:pt>
                <c:pt idx="2334">
                  <c:v>8.168</c:v>
                </c:pt>
                <c:pt idx="2335">
                  <c:v>5.7</c:v>
                </c:pt>
                <c:pt idx="2336">
                  <c:v>6.2</c:v>
                </c:pt>
                <c:pt idx="2337">
                  <c:v>5</c:v>
                </c:pt>
                <c:pt idx="2338">
                  <c:v>5.503</c:v>
                </c:pt>
                <c:pt idx="2339">
                  <c:v>5.3</c:v>
                </c:pt>
                <c:pt idx="2340">
                  <c:v>6.3</c:v>
                </c:pt>
                <c:pt idx="2341">
                  <c:v>6.7</c:v>
                </c:pt>
                <c:pt idx="2342">
                  <c:v>5.9</c:v>
                </c:pt>
                <c:pt idx="2343">
                  <c:v>7.3</c:v>
                </c:pt>
                <c:pt idx="2344">
                  <c:v>7.2</c:v>
                </c:pt>
                <c:pt idx="2345">
                  <c:v>7.4</c:v>
                </c:pt>
                <c:pt idx="2346">
                  <c:v>4.7</c:v>
                </c:pt>
                <c:pt idx="2347">
                  <c:v>5.5</c:v>
                </c:pt>
                <c:pt idx="2348">
                  <c:v>6.242</c:v>
                </c:pt>
                <c:pt idx="2349">
                  <c:v>6.456</c:v>
                </c:pt>
                <c:pt idx="2350">
                  <c:v>5.167</c:v>
                </c:pt>
                <c:pt idx="2351">
                  <c:v>7.045</c:v>
                </c:pt>
                <c:pt idx="2352">
                  <c:v>4.4</c:v>
                </c:pt>
                <c:pt idx="2353">
                  <c:v>6.8</c:v>
                </c:pt>
                <c:pt idx="2354">
                  <c:v>4.915</c:v>
                </c:pt>
                <c:pt idx="2355">
                  <c:v>5.085</c:v>
                </c:pt>
                <c:pt idx="2356">
                  <c:v>6</c:v>
                </c:pt>
                <c:pt idx="2357">
                  <c:v>6.9</c:v>
                </c:pt>
                <c:pt idx="2358">
                  <c:v>6.5</c:v>
                </c:pt>
                <c:pt idx="2359">
                  <c:v>5.5</c:v>
                </c:pt>
                <c:pt idx="2360">
                  <c:v>6.303</c:v>
                </c:pt>
                <c:pt idx="2361">
                  <c:v>6</c:v>
                </c:pt>
                <c:pt idx="2362">
                  <c:v>6.6</c:v>
                </c:pt>
                <c:pt idx="2363">
                  <c:v>5.4</c:v>
                </c:pt>
                <c:pt idx="2364">
                  <c:v>5.7</c:v>
                </c:pt>
                <c:pt idx="2365">
                  <c:v>5.6</c:v>
                </c:pt>
                <c:pt idx="2366">
                  <c:v>4.5</c:v>
                </c:pt>
                <c:pt idx="2367">
                  <c:v>5.5</c:v>
                </c:pt>
                <c:pt idx="2368">
                  <c:v>6.9</c:v>
                </c:pt>
                <c:pt idx="2369">
                  <c:v>5.6</c:v>
                </c:pt>
                <c:pt idx="2370">
                  <c:v>6.9</c:v>
                </c:pt>
                <c:pt idx="2371">
                  <c:v>5.8</c:v>
                </c:pt>
                <c:pt idx="2372">
                  <c:v>8.1</c:v>
                </c:pt>
                <c:pt idx="2373">
                  <c:v>8</c:v>
                </c:pt>
                <c:pt idx="2374">
                  <c:v>5.6</c:v>
                </c:pt>
                <c:pt idx="2375">
                  <c:v>7.5</c:v>
                </c:pt>
                <c:pt idx="2376">
                  <c:v>6.256</c:v>
                </c:pt>
                <c:pt idx="2377">
                  <c:v>5.8</c:v>
                </c:pt>
                <c:pt idx="2378">
                  <c:v>7.3</c:v>
                </c:pt>
                <c:pt idx="2379">
                  <c:v>5.7</c:v>
                </c:pt>
                <c:pt idx="2380">
                  <c:v>6.442</c:v>
                </c:pt>
                <c:pt idx="2381">
                  <c:v>6.2</c:v>
                </c:pt>
                <c:pt idx="2382">
                  <c:v>5.6</c:v>
                </c:pt>
                <c:pt idx="2383">
                  <c:v>6.1</c:v>
                </c:pt>
                <c:pt idx="2384">
                  <c:v>5.2</c:v>
                </c:pt>
                <c:pt idx="2385">
                  <c:v>6.9</c:v>
                </c:pt>
                <c:pt idx="2386">
                  <c:v>7</c:v>
                </c:pt>
                <c:pt idx="2387">
                  <c:v>5.5</c:v>
                </c:pt>
                <c:pt idx="2388">
                  <c:v>5.1</c:v>
                </c:pt>
                <c:pt idx="2389">
                  <c:v>5.311</c:v>
                </c:pt>
                <c:pt idx="2390">
                  <c:v>5.6</c:v>
                </c:pt>
                <c:pt idx="2391">
                  <c:v>5.4</c:v>
                </c:pt>
                <c:pt idx="2392">
                  <c:v>5.6</c:v>
                </c:pt>
                <c:pt idx="2393">
                  <c:v>5.8</c:v>
                </c:pt>
                <c:pt idx="2394">
                  <c:v>7.2</c:v>
                </c:pt>
                <c:pt idx="2395">
                  <c:v>6.1</c:v>
                </c:pt>
                <c:pt idx="2396">
                  <c:v>5.8</c:v>
                </c:pt>
                <c:pt idx="2397">
                  <c:v>8.3</c:v>
                </c:pt>
                <c:pt idx="2398">
                  <c:v>5.735</c:v>
                </c:pt>
                <c:pt idx="2399">
                  <c:v>6.2</c:v>
                </c:pt>
                <c:pt idx="2400">
                  <c:v>7.7</c:v>
                </c:pt>
                <c:pt idx="2401">
                  <c:v>6</c:v>
                </c:pt>
                <c:pt idx="2402">
                  <c:v>6</c:v>
                </c:pt>
                <c:pt idx="2403">
                  <c:v>5.235</c:v>
                </c:pt>
                <c:pt idx="2404">
                  <c:v>4.5</c:v>
                </c:pt>
                <c:pt idx="2405">
                  <c:v>5.8</c:v>
                </c:pt>
                <c:pt idx="2406">
                  <c:v>5.582</c:v>
                </c:pt>
                <c:pt idx="2407">
                  <c:v>4.6</c:v>
                </c:pt>
                <c:pt idx="2408">
                  <c:v>7.298</c:v>
                </c:pt>
                <c:pt idx="2409">
                  <c:v>4.767</c:v>
                </c:pt>
                <c:pt idx="2410">
                  <c:v>6.4</c:v>
                </c:pt>
                <c:pt idx="2411">
                  <c:v>4.938</c:v>
                </c:pt>
                <c:pt idx="2412">
                  <c:v>6.8</c:v>
                </c:pt>
                <c:pt idx="2413">
                  <c:v>7.5</c:v>
                </c:pt>
                <c:pt idx="2414">
                  <c:v>5.3</c:v>
                </c:pt>
                <c:pt idx="2415">
                  <c:v>8.031</c:v>
                </c:pt>
                <c:pt idx="2416">
                  <c:v>7.2</c:v>
                </c:pt>
                <c:pt idx="2417">
                  <c:v>8.1</c:v>
                </c:pt>
                <c:pt idx="2418">
                  <c:v>6.138</c:v>
                </c:pt>
                <c:pt idx="2419">
                  <c:v>6.8</c:v>
                </c:pt>
                <c:pt idx="2420">
                  <c:v>6.903</c:v>
                </c:pt>
                <c:pt idx="2421">
                  <c:v>6.908</c:v>
                </c:pt>
                <c:pt idx="2422">
                  <c:v>7.571</c:v>
                </c:pt>
                <c:pt idx="2423">
                  <c:v>6.9</c:v>
                </c:pt>
                <c:pt idx="2424">
                  <c:v>7.426</c:v>
                </c:pt>
                <c:pt idx="2425">
                  <c:v>6.9</c:v>
                </c:pt>
                <c:pt idx="2426">
                  <c:v>6.5</c:v>
                </c:pt>
                <c:pt idx="2427">
                  <c:v>7.039</c:v>
                </c:pt>
                <c:pt idx="2428">
                  <c:v>6.9</c:v>
                </c:pt>
                <c:pt idx="2429">
                  <c:v>6.9</c:v>
                </c:pt>
                <c:pt idx="2430">
                  <c:v>6.211</c:v>
                </c:pt>
                <c:pt idx="2431">
                  <c:v>6.6</c:v>
                </c:pt>
                <c:pt idx="2432">
                  <c:v>7.9</c:v>
                </c:pt>
                <c:pt idx="2433">
                  <c:v>6.8</c:v>
                </c:pt>
                <c:pt idx="2434">
                  <c:v>7.851</c:v>
                </c:pt>
                <c:pt idx="2435">
                  <c:v>5.63</c:v>
                </c:pt>
                <c:pt idx="2436">
                  <c:v>7.2</c:v>
                </c:pt>
                <c:pt idx="2437">
                  <c:v>6.252</c:v>
                </c:pt>
                <c:pt idx="2438">
                  <c:v>6.7</c:v>
                </c:pt>
                <c:pt idx="2439">
                  <c:v>6.404</c:v>
                </c:pt>
                <c:pt idx="2440">
                  <c:v>6.481</c:v>
                </c:pt>
                <c:pt idx="2441">
                  <c:v>4.8</c:v>
                </c:pt>
                <c:pt idx="2442">
                  <c:v>6.1</c:v>
                </c:pt>
                <c:pt idx="2443">
                  <c:v>6.7</c:v>
                </c:pt>
                <c:pt idx="2444">
                  <c:v>6.6</c:v>
                </c:pt>
                <c:pt idx="2445">
                  <c:v>7.441</c:v>
                </c:pt>
                <c:pt idx="2446">
                  <c:v>5.9</c:v>
                </c:pt>
                <c:pt idx="2447">
                  <c:v>7.4</c:v>
                </c:pt>
                <c:pt idx="2448">
                  <c:v>6.8</c:v>
                </c:pt>
                <c:pt idx="2449">
                  <c:v>5.472</c:v>
                </c:pt>
                <c:pt idx="2450">
                  <c:v>7.2</c:v>
                </c:pt>
                <c:pt idx="2451">
                  <c:v>6.274</c:v>
                </c:pt>
                <c:pt idx="2452">
                  <c:v>6.468</c:v>
                </c:pt>
                <c:pt idx="2453">
                  <c:v>6.43</c:v>
                </c:pt>
                <c:pt idx="2454">
                  <c:v>6.3</c:v>
                </c:pt>
                <c:pt idx="2455">
                  <c:v>6.441</c:v>
                </c:pt>
                <c:pt idx="2456">
                  <c:v>6.651</c:v>
                </c:pt>
                <c:pt idx="2457">
                  <c:v>7.3</c:v>
                </c:pt>
                <c:pt idx="2458">
                  <c:v>6.2</c:v>
                </c:pt>
                <c:pt idx="2459">
                  <c:v>7.4</c:v>
                </c:pt>
                <c:pt idx="2460">
                  <c:v>7</c:v>
                </c:pt>
                <c:pt idx="2461">
                  <c:v>5.846</c:v>
                </c:pt>
                <c:pt idx="2462">
                  <c:v>7.3</c:v>
                </c:pt>
                <c:pt idx="2463">
                  <c:v>6.3</c:v>
                </c:pt>
                <c:pt idx="2464">
                  <c:v>6.7</c:v>
                </c:pt>
                <c:pt idx="2465">
                  <c:v>5.9</c:v>
                </c:pt>
                <c:pt idx="2466">
                  <c:v>7.8</c:v>
                </c:pt>
                <c:pt idx="2467">
                  <c:v>5.924</c:v>
                </c:pt>
                <c:pt idx="2468">
                  <c:v>5.7</c:v>
                </c:pt>
                <c:pt idx="2469">
                  <c:v>6.3</c:v>
                </c:pt>
                <c:pt idx="2470">
                  <c:v>6.6</c:v>
                </c:pt>
                <c:pt idx="2471">
                  <c:v>5.8</c:v>
                </c:pt>
                <c:pt idx="2472">
                  <c:v>7.936</c:v>
                </c:pt>
                <c:pt idx="2473">
                  <c:v>6.2</c:v>
                </c:pt>
                <c:pt idx="2474">
                  <c:v>6.5</c:v>
                </c:pt>
                <c:pt idx="2475">
                  <c:v>6</c:v>
                </c:pt>
                <c:pt idx="2476">
                  <c:v>7.542</c:v>
                </c:pt>
                <c:pt idx="2477">
                  <c:v>7.1</c:v>
                </c:pt>
                <c:pt idx="2478">
                  <c:v>6.668</c:v>
                </c:pt>
                <c:pt idx="2479">
                  <c:v>5.328</c:v>
                </c:pt>
                <c:pt idx="2480">
                  <c:v>4.606</c:v>
                </c:pt>
                <c:pt idx="2481">
                  <c:v>7.164</c:v>
                </c:pt>
                <c:pt idx="2482">
                  <c:v>6.013</c:v>
                </c:pt>
                <c:pt idx="2483">
                  <c:v>6.539</c:v>
                </c:pt>
                <c:pt idx="2484">
                  <c:v>6.3</c:v>
                </c:pt>
                <c:pt idx="2485">
                  <c:v>6.5</c:v>
                </c:pt>
                <c:pt idx="2486">
                  <c:v>6.1</c:v>
                </c:pt>
                <c:pt idx="2487">
                  <c:v>6.9</c:v>
                </c:pt>
                <c:pt idx="2488">
                  <c:v>6.9</c:v>
                </c:pt>
                <c:pt idx="2489">
                  <c:v>6.524</c:v>
                </c:pt>
                <c:pt idx="2490">
                  <c:v>8.1</c:v>
                </c:pt>
                <c:pt idx="2491">
                  <c:v>7.924</c:v>
                </c:pt>
                <c:pt idx="2492">
                  <c:v>6.442</c:v>
                </c:pt>
                <c:pt idx="2493">
                  <c:v>5.896</c:v>
                </c:pt>
                <c:pt idx="2494">
                  <c:v>6.2</c:v>
                </c:pt>
                <c:pt idx="2495">
                  <c:v>6.7</c:v>
                </c:pt>
                <c:pt idx="2496">
                  <c:v>5.7</c:v>
                </c:pt>
                <c:pt idx="2497">
                  <c:v>6.8</c:v>
                </c:pt>
                <c:pt idx="2498">
                  <c:v>5.7</c:v>
                </c:pt>
                <c:pt idx="2499">
                  <c:v>6.5</c:v>
                </c:pt>
                <c:pt idx="2500">
                  <c:v>5.8</c:v>
                </c:pt>
                <c:pt idx="2501">
                  <c:v>6.852</c:v>
                </c:pt>
                <c:pt idx="2502">
                  <c:v>6.9</c:v>
                </c:pt>
                <c:pt idx="2503">
                  <c:v>7.7</c:v>
                </c:pt>
                <c:pt idx="2504">
                  <c:v>7.5</c:v>
                </c:pt>
                <c:pt idx="2505">
                  <c:v>6.127</c:v>
                </c:pt>
                <c:pt idx="2506">
                  <c:v>6.152</c:v>
                </c:pt>
                <c:pt idx="2507">
                  <c:v>6.4</c:v>
                </c:pt>
                <c:pt idx="2508">
                  <c:v>5.445</c:v>
                </c:pt>
                <c:pt idx="2509">
                  <c:v>6.066</c:v>
                </c:pt>
                <c:pt idx="2510">
                  <c:v>6.6</c:v>
                </c:pt>
                <c:pt idx="2511">
                  <c:v>5.2</c:v>
                </c:pt>
                <c:pt idx="2512">
                  <c:v>6.033</c:v>
                </c:pt>
                <c:pt idx="2513">
                  <c:v>6.401</c:v>
                </c:pt>
                <c:pt idx="2514">
                  <c:v>6.464</c:v>
                </c:pt>
                <c:pt idx="2515">
                  <c:v>6.1</c:v>
                </c:pt>
                <c:pt idx="2516">
                  <c:v>7.4</c:v>
                </c:pt>
                <c:pt idx="2517">
                  <c:v>7.572</c:v>
                </c:pt>
                <c:pt idx="2518">
                  <c:v>6.188</c:v>
                </c:pt>
                <c:pt idx="2519">
                  <c:v>6.3</c:v>
                </c:pt>
                <c:pt idx="2520">
                  <c:v>6.1</c:v>
                </c:pt>
                <c:pt idx="2521">
                  <c:v>5.9</c:v>
                </c:pt>
                <c:pt idx="2522">
                  <c:v>4.799</c:v>
                </c:pt>
                <c:pt idx="2523">
                  <c:v>7.7</c:v>
                </c:pt>
                <c:pt idx="2524">
                  <c:v>7</c:v>
                </c:pt>
                <c:pt idx="2525">
                  <c:v>6.2</c:v>
                </c:pt>
                <c:pt idx="2526">
                  <c:v>7.2</c:v>
                </c:pt>
                <c:pt idx="2527">
                  <c:v>5.3</c:v>
                </c:pt>
                <c:pt idx="2528">
                  <c:v>7.2</c:v>
                </c:pt>
                <c:pt idx="2529">
                  <c:v>6.603</c:v>
                </c:pt>
                <c:pt idx="2530">
                  <c:v>6.4</c:v>
                </c:pt>
                <c:pt idx="2531">
                  <c:v>6.6</c:v>
                </c:pt>
                <c:pt idx="2532">
                  <c:v>7.531</c:v>
                </c:pt>
                <c:pt idx="2533">
                  <c:v>6.1</c:v>
                </c:pt>
                <c:pt idx="2534">
                  <c:v>6.1</c:v>
                </c:pt>
                <c:pt idx="2535">
                  <c:v>7.2</c:v>
                </c:pt>
                <c:pt idx="2536">
                  <c:v>7.6</c:v>
                </c:pt>
                <c:pt idx="2537">
                  <c:v>6.7</c:v>
                </c:pt>
                <c:pt idx="2538">
                  <c:v>5.876</c:v>
                </c:pt>
                <c:pt idx="2539">
                  <c:v>6.841</c:v>
                </c:pt>
                <c:pt idx="2540">
                  <c:v>6.9</c:v>
                </c:pt>
                <c:pt idx="2541">
                  <c:v>7.859</c:v>
                </c:pt>
                <c:pt idx="2542">
                  <c:v>7.1</c:v>
                </c:pt>
                <c:pt idx="2543">
                  <c:v>6.6</c:v>
                </c:pt>
                <c:pt idx="2544">
                  <c:v>6.3</c:v>
                </c:pt>
                <c:pt idx="2545">
                  <c:v>7.922</c:v>
                </c:pt>
                <c:pt idx="2546">
                  <c:v>6.6</c:v>
                </c:pt>
                <c:pt idx="2547">
                  <c:v>7.883</c:v>
                </c:pt>
                <c:pt idx="2548">
                  <c:v>6.6</c:v>
                </c:pt>
                <c:pt idx="2549">
                  <c:v>7.5</c:v>
                </c:pt>
                <c:pt idx="2550">
                  <c:v>7.055</c:v>
                </c:pt>
                <c:pt idx="2551">
                  <c:v>7.8</c:v>
                </c:pt>
                <c:pt idx="2552">
                  <c:v>7.508</c:v>
                </c:pt>
                <c:pt idx="2553">
                  <c:v>7.3</c:v>
                </c:pt>
                <c:pt idx="2554">
                  <c:v>6.6</c:v>
                </c:pt>
                <c:pt idx="2555">
                  <c:v>8.4</c:v>
                </c:pt>
                <c:pt idx="2556">
                  <c:v>5.2</c:v>
                </c:pt>
                <c:pt idx="2557">
                  <c:v>7.4</c:v>
                </c:pt>
                <c:pt idx="2558">
                  <c:v>7.884</c:v>
                </c:pt>
                <c:pt idx="2559">
                  <c:v>6.1</c:v>
                </c:pt>
                <c:pt idx="2560">
                  <c:v>6.3</c:v>
                </c:pt>
                <c:pt idx="2561">
                  <c:v>6.971</c:v>
                </c:pt>
                <c:pt idx="2562">
                  <c:v>5.7</c:v>
                </c:pt>
                <c:pt idx="2563">
                  <c:v>7.5</c:v>
                </c:pt>
                <c:pt idx="2564">
                  <c:v>6.3</c:v>
                </c:pt>
                <c:pt idx="2565">
                  <c:v>5.2</c:v>
                </c:pt>
                <c:pt idx="2566">
                  <c:v>7.4</c:v>
                </c:pt>
                <c:pt idx="2567">
                  <c:v>7</c:v>
                </c:pt>
                <c:pt idx="2568">
                  <c:v>6.8</c:v>
                </c:pt>
                <c:pt idx="2569">
                  <c:v>6</c:v>
                </c:pt>
                <c:pt idx="2570">
                  <c:v>6.1</c:v>
                </c:pt>
                <c:pt idx="2571">
                  <c:v>7.7</c:v>
                </c:pt>
                <c:pt idx="2572">
                  <c:v>6.027</c:v>
                </c:pt>
                <c:pt idx="2573">
                  <c:v>7.346</c:v>
                </c:pt>
                <c:pt idx="2574">
                  <c:v>5.5</c:v>
                </c:pt>
                <c:pt idx="2575">
                  <c:v>6.211</c:v>
                </c:pt>
                <c:pt idx="2576">
                  <c:v>7.7</c:v>
                </c:pt>
                <c:pt idx="2577">
                  <c:v>6.3</c:v>
                </c:pt>
                <c:pt idx="2578">
                  <c:v>6.565</c:v>
                </c:pt>
                <c:pt idx="2579">
                  <c:v>8.4</c:v>
                </c:pt>
                <c:pt idx="2580">
                  <c:v>7.347</c:v>
                </c:pt>
                <c:pt idx="2581">
                  <c:v>5.853</c:v>
                </c:pt>
                <c:pt idx="2582">
                  <c:v>5.6</c:v>
                </c:pt>
                <c:pt idx="2583">
                  <c:v>6.9</c:v>
                </c:pt>
                <c:pt idx="2584">
                  <c:v>6</c:v>
                </c:pt>
                <c:pt idx="2585">
                  <c:v>8</c:v>
                </c:pt>
                <c:pt idx="2586">
                  <c:v>6.3</c:v>
                </c:pt>
                <c:pt idx="2587">
                  <c:v>6.4</c:v>
                </c:pt>
                <c:pt idx="2588">
                  <c:v>6.6</c:v>
                </c:pt>
                <c:pt idx="2589">
                  <c:v>7.3</c:v>
                </c:pt>
                <c:pt idx="2590">
                  <c:v>7.3</c:v>
                </c:pt>
                <c:pt idx="2591">
                  <c:v>6.321</c:v>
                </c:pt>
                <c:pt idx="2592">
                  <c:v>7.2</c:v>
                </c:pt>
                <c:pt idx="2593">
                  <c:v>4.6</c:v>
                </c:pt>
                <c:pt idx="2594">
                  <c:v>6</c:v>
                </c:pt>
                <c:pt idx="2595">
                  <c:v>6.292</c:v>
                </c:pt>
                <c:pt idx="2596">
                  <c:v>7</c:v>
                </c:pt>
                <c:pt idx="2597">
                  <c:v>6.367</c:v>
                </c:pt>
                <c:pt idx="2598">
                  <c:v>4.95</c:v>
                </c:pt>
                <c:pt idx="2599">
                  <c:v>6.405</c:v>
                </c:pt>
                <c:pt idx="2600">
                  <c:v>6.639</c:v>
                </c:pt>
                <c:pt idx="2601">
                  <c:v>6.9</c:v>
                </c:pt>
                <c:pt idx="2602">
                  <c:v>7.9</c:v>
                </c:pt>
                <c:pt idx="2603">
                  <c:v>7.1</c:v>
                </c:pt>
                <c:pt idx="2604">
                  <c:v>5.7</c:v>
                </c:pt>
                <c:pt idx="2605">
                  <c:v>6</c:v>
                </c:pt>
                <c:pt idx="2606">
                  <c:v>5.8</c:v>
                </c:pt>
                <c:pt idx="2607">
                  <c:v>4.083</c:v>
                </c:pt>
                <c:pt idx="2608">
                  <c:v>6.272</c:v>
                </c:pt>
                <c:pt idx="2609">
                  <c:v>5.4</c:v>
                </c:pt>
                <c:pt idx="2610">
                  <c:v>7.653</c:v>
                </c:pt>
                <c:pt idx="2611">
                  <c:v>5.7</c:v>
                </c:pt>
                <c:pt idx="2612">
                  <c:v>7.2</c:v>
                </c:pt>
                <c:pt idx="2613">
                  <c:v>7.7</c:v>
                </c:pt>
                <c:pt idx="2614">
                  <c:v>5.7</c:v>
                </c:pt>
                <c:pt idx="2615">
                  <c:v>6.8</c:v>
                </c:pt>
                <c:pt idx="2616">
                  <c:v>6.4</c:v>
                </c:pt>
                <c:pt idx="2617">
                  <c:v>6.3</c:v>
                </c:pt>
                <c:pt idx="2618">
                  <c:v>5.781</c:v>
                </c:pt>
                <c:pt idx="2619">
                  <c:v>6.9</c:v>
                </c:pt>
                <c:pt idx="2620">
                  <c:v>6.9</c:v>
                </c:pt>
                <c:pt idx="2621">
                  <c:v>6.5</c:v>
                </c:pt>
                <c:pt idx="2622">
                  <c:v>7.597</c:v>
                </c:pt>
                <c:pt idx="2623">
                  <c:v>5.7</c:v>
                </c:pt>
                <c:pt idx="2624">
                  <c:v>5.93</c:v>
                </c:pt>
                <c:pt idx="2625">
                  <c:v>6.9</c:v>
                </c:pt>
                <c:pt idx="2626">
                  <c:v>6.6</c:v>
                </c:pt>
                <c:pt idx="2627">
                  <c:v>7.1</c:v>
                </c:pt>
                <c:pt idx="2628">
                  <c:v>7.4</c:v>
                </c:pt>
                <c:pt idx="2629">
                  <c:v>7.8</c:v>
                </c:pt>
                <c:pt idx="2630">
                  <c:v>5.634</c:v>
                </c:pt>
                <c:pt idx="2631">
                  <c:v>4.6</c:v>
                </c:pt>
                <c:pt idx="2632">
                  <c:v>4.4</c:v>
                </c:pt>
                <c:pt idx="2633">
                  <c:v>6.1</c:v>
                </c:pt>
                <c:pt idx="2634">
                  <c:v>6.3</c:v>
                </c:pt>
                <c:pt idx="2635">
                  <c:v>5.9</c:v>
                </c:pt>
                <c:pt idx="2636">
                  <c:v>6.5</c:v>
                </c:pt>
                <c:pt idx="2637">
                  <c:v>7.2</c:v>
                </c:pt>
                <c:pt idx="2638">
                  <c:v>6.7</c:v>
                </c:pt>
                <c:pt idx="2639">
                  <c:v>6.988</c:v>
                </c:pt>
                <c:pt idx="2640">
                  <c:v>6.114</c:v>
                </c:pt>
                <c:pt idx="2641">
                  <c:v>7.2</c:v>
                </c:pt>
                <c:pt idx="2642">
                  <c:v>7.442</c:v>
                </c:pt>
                <c:pt idx="2643">
                  <c:v>8</c:v>
                </c:pt>
                <c:pt idx="2644">
                  <c:v>6.2</c:v>
                </c:pt>
                <c:pt idx="2645">
                  <c:v>6.164</c:v>
                </c:pt>
                <c:pt idx="2646">
                  <c:v>5.018</c:v>
                </c:pt>
                <c:pt idx="2647">
                  <c:v>5.5</c:v>
                </c:pt>
                <c:pt idx="2648">
                  <c:v>5.8</c:v>
                </c:pt>
                <c:pt idx="2649">
                  <c:v>7.002</c:v>
                </c:pt>
                <c:pt idx="2650">
                  <c:v>8.3</c:v>
                </c:pt>
                <c:pt idx="2651">
                  <c:v>5.909</c:v>
                </c:pt>
                <c:pt idx="2652">
                  <c:v>7.3</c:v>
                </c:pt>
                <c:pt idx="2653">
                  <c:v>7.194</c:v>
                </c:pt>
                <c:pt idx="2654">
                  <c:v>7</c:v>
                </c:pt>
                <c:pt idx="2655">
                  <c:v>6.737</c:v>
                </c:pt>
                <c:pt idx="2656">
                  <c:v>6.1</c:v>
                </c:pt>
                <c:pt idx="2657">
                  <c:v>5.634</c:v>
                </c:pt>
                <c:pt idx="2658">
                  <c:v>6.5</c:v>
                </c:pt>
                <c:pt idx="2659">
                  <c:v>8</c:v>
                </c:pt>
                <c:pt idx="2660">
                  <c:v>7.1</c:v>
                </c:pt>
                <c:pt idx="2661">
                  <c:v>4.417</c:v>
                </c:pt>
                <c:pt idx="2662">
                  <c:v>6.625</c:v>
                </c:pt>
                <c:pt idx="2663">
                  <c:v>6.2</c:v>
                </c:pt>
                <c:pt idx="2664">
                  <c:v>5.859</c:v>
                </c:pt>
                <c:pt idx="2665">
                  <c:v>8.2</c:v>
                </c:pt>
                <c:pt idx="2666">
                  <c:v>7.7</c:v>
                </c:pt>
                <c:pt idx="2667">
                  <c:v>6.4</c:v>
                </c:pt>
                <c:pt idx="2668">
                  <c:v>5.6</c:v>
                </c:pt>
                <c:pt idx="2669">
                  <c:v>6.4</c:v>
                </c:pt>
                <c:pt idx="2670">
                  <c:v>5.737</c:v>
                </c:pt>
                <c:pt idx="2671">
                  <c:v>6.1</c:v>
                </c:pt>
                <c:pt idx="2672">
                  <c:v>6.474</c:v>
                </c:pt>
                <c:pt idx="2673">
                  <c:v>7.33</c:v>
                </c:pt>
                <c:pt idx="2674">
                  <c:v>6.1</c:v>
                </c:pt>
                <c:pt idx="2675">
                  <c:v>6</c:v>
                </c:pt>
                <c:pt idx="2676">
                  <c:v>5.9</c:v>
                </c:pt>
                <c:pt idx="2677">
                  <c:v>6.9</c:v>
                </c:pt>
                <c:pt idx="2678">
                  <c:v>5.747</c:v>
                </c:pt>
                <c:pt idx="2679">
                  <c:v>5.2</c:v>
                </c:pt>
                <c:pt idx="2680">
                  <c:v>6.2</c:v>
                </c:pt>
                <c:pt idx="2681">
                  <c:v>7.5</c:v>
                </c:pt>
                <c:pt idx="2682">
                  <c:v>6.8</c:v>
                </c:pt>
                <c:pt idx="2683">
                  <c:v>6</c:v>
                </c:pt>
                <c:pt idx="2684">
                  <c:v>6.591</c:v>
                </c:pt>
                <c:pt idx="2685">
                  <c:v>5.423</c:v>
                </c:pt>
                <c:pt idx="2686">
                  <c:v>6.925</c:v>
                </c:pt>
                <c:pt idx="2687">
                  <c:v>7.138</c:v>
                </c:pt>
                <c:pt idx="2688">
                  <c:v>7.4</c:v>
                </c:pt>
                <c:pt idx="2689">
                  <c:v>6.1</c:v>
                </c:pt>
                <c:pt idx="2690">
                  <c:v>6.617</c:v>
                </c:pt>
                <c:pt idx="2691">
                  <c:v>7</c:v>
                </c:pt>
                <c:pt idx="2692">
                  <c:v>6</c:v>
                </c:pt>
                <c:pt idx="2693">
                  <c:v>5.3</c:v>
                </c:pt>
                <c:pt idx="2694">
                  <c:v>5.919</c:v>
                </c:pt>
                <c:pt idx="2695">
                  <c:v>7.4</c:v>
                </c:pt>
                <c:pt idx="2696">
                  <c:v>6.688</c:v>
                </c:pt>
                <c:pt idx="2697">
                  <c:v>6.105</c:v>
                </c:pt>
                <c:pt idx="2698">
                  <c:v>7.009</c:v>
                </c:pt>
                <c:pt idx="2699">
                  <c:v>6.683</c:v>
                </c:pt>
                <c:pt idx="2700">
                  <c:v>7.2</c:v>
                </c:pt>
                <c:pt idx="2701">
                  <c:v>7.365</c:v>
                </c:pt>
                <c:pt idx="2702">
                  <c:v>5.962</c:v>
                </c:pt>
                <c:pt idx="2703">
                  <c:v>6.1</c:v>
                </c:pt>
                <c:pt idx="2704">
                  <c:v>5.9</c:v>
                </c:pt>
                <c:pt idx="2705">
                  <c:v>6</c:v>
                </c:pt>
                <c:pt idx="2706">
                  <c:v>5.4</c:v>
                </c:pt>
                <c:pt idx="2707">
                  <c:v>6.3</c:v>
                </c:pt>
                <c:pt idx="2708">
                  <c:v>7.4</c:v>
                </c:pt>
                <c:pt idx="2709">
                  <c:v>7.8</c:v>
                </c:pt>
                <c:pt idx="2710">
                  <c:v>6.2</c:v>
                </c:pt>
                <c:pt idx="2711">
                  <c:v>7.4</c:v>
                </c:pt>
                <c:pt idx="2712">
                  <c:v>5.6</c:v>
                </c:pt>
                <c:pt idx="2713">
                  <c:v>7.9</c:v>
                </c:pt>
                <c:pt idx="2714">
                  <c:v>5.71</c:v>
                </c:pt>
                <c:pt idx="2715">
                  <c:v>6</c:v>
                </c:pt>
                <c:pt idx="2716">
                  <c:v>6.609</c:v>
                </c:pt>
                <c:pt idx="2717">
                  <c:v>6.107</c:v>
                </c:pt>
                <c:pt idx="2718">
                  <c:v>5.6</c:v>
                </c:pt>
                <c:pt idx="2719">
                  <c:v>5.3</c:v>
                </c:pt>
                <c:pt idx="2720">
                  <c:v>5.4</c:v>
                </c:pt>
                <c:pt idx="2721">
                  <c:v>4.7</c:v>
                </c:pt>
                <c:pt idx="2722">
                  <c:v>6.9</c:v>
                </c:pt>
                <c:pt idx="2723">
                  <c:v>5.8</c:v>
                </c:pt>
                <c:pt idx="2724">
                  <c:v>5.845</c:v>
                </c:pt>
                <c:pt idx="2725">
                  <c:v>6.1</c:v>
                </c:pt>
                <c:pt idx="2726">
                  <c:v>8.262</c:v>
                </c:pt>
                <c:pt idx="2727">
                  <c:v>5.516</c:v>
                </c:pt>
                <c:pt idx="2728">
                  <c:v>6.8</c:v>
                </c:pt>
                <c:pt idx="2729">
                  <c:v>7.2</c:v>
                </c:pt>
                <c:pt idx="2730">
                  <c:v>6.7</c:v>
                </c:pt>
                <c:pt idx="2731">
                  <c:v>5.8</c:v>
                </c:pt>
                <c:pt idx="2732">
                  <c:v>5.164</c:v>
                </c:pt>
                <c:pt idx="2733">
                  <c:v>6.3</c:v>
                </c:pt>
                <c:pt idx="2734">
                  <c:v>5.818</c:v>
                </c:pt>
                <c:pt idx="2735">
                  <c:v>7.5</c:v>
                </c:pt>
                <c:pt idx="2736">
                  <c:v>6.8</c:v>
                </c:pt>
                <c:pt idx="2737">
                  <c:v>5.9</c:v>
                </c:pt>
                <c:pt idx="2738">
                  <c:v>6.7</c:v>
                </c:pt>
                <c:pt idx="2739">
                  <c:v>7.1</c:v>
                </c:pt>
                <c:pt idx="2740">
                  <c:v>6.8</c:v>
                </c:pt>
                <c:pt idx="2741">
                  <c:v>5.9</c:v>
                </c:pt>
                <c:pt idx="2742">
                  <c:v>6.6</c:v>
                </c:pt>
                <c:pt idx="2743">
                  <c:v>6.338</c:v>
                </c:pt>
                <c:pt idx="2744">
                  <c:v>6.6</c:v>
                </c:pt>
                <c:pt idx="2745">
                  <c:v>5.6</c:v>
                </c:pt>
                <c:pt idx="2746">
                  <c:v>6.1</c:v>
                </c:pt>
                <c:pt idx="2747">
                  <c:v>6.7</c:v>
                </c:pt>
                <c:pt idx="2748">
                  <c:v>5.1</c:v>
                </c:pt>
                <c:pt idx="2749">
                  <c:v>5.687</c:v>
                </c:pt>
                <c:pt idx="2750">
                  <c:v>5.9</c:v>
                </c:pt>
                <c:pt idx="2751">
                  <c:v>4.3</c:v>
                </c:pt>
                <c:pt idx="2752">
                  <c:v>7</c:v>
                </c:pt>
                <c:pt idx="2753">
                  <c:v>6.66</c:v>
                </c:pt>
                <c:pt idx="2754">
                  <c:v>6.1</c:v>
                </c:pt>
                <c:pt idx="2755">
                  <c:v>6.7</c:v>
                </c:pt>
                <c:pt idx="2756">
                  <c:v>5.8</c:v>
                </c:pt>
                <c:pt idx="2757">
                  <c:v>7.679</c:v>
                </c:pt>
                <c:pt idx="2758">
                  <c:v>5.8</c:v>
                </c:pt>
                <c:pt idx="2759">
                  <c:v>6.4</c:v>
                </c:pt>
                <c:pt idx="2760">
                  <c:v>6.5</c:v>
                </c:pt>
                <c:pt idx="2761">
                  <c:v>6.5</c:v>
                </c:pt>
                <c:pt idx="2762">
                  <c:v>8.1</c:v>
                </c:pt>
                <c:pt idx="2763">
                  <c:v>7.3</c:v>
                </c:pt>
                <c:pt idx="2764">
                  <c:v>6.093</c:v>
                </c:pt>
                <c:pt idx="2765">
                  <c:v>7.102</c:v>
                </c:pt>
                <c:pt idx="2766">
                  <c:v>5.5</c:v>
                </c:pt>
                <c:pt idx="2767">
                  <c:v>5.141</c:v>
                </c:pt>
                <c:pt idx="2768">
                  <c:v>6.5</c:v>
                </c:pt>
                <c:pt idx="2769">
                  <c:v>4.4</c:v>
                </c:pt>
                <c:pt idx="2770">
                  <c:v>6.7</c:v>
                </c:pt>
                <c:pt idx="2771">
                  <c:v>5.4</c:v>
                </c:pt>
                <c:pt idx="2772">
                  <c:v>7</c:v>
                </c:pt>
                <c:pt idx="2773">
                  <c:v>5.152</c:v>
                </c:pt>
                <c:pt idx="2774">
                  <c:v>6.865</c:v>
                </c:pt>
                <c:pt idx="2775">
                  <c:v>3.918</c:v>
                </c:pt>
                <c:pt idx="2776">
                  <c:v>5.458</c:v>
                </c:pt>
                <c:pt idx="2777">
                  <c:v>7.328</c:v>
                </c:pt>
                <c:pt idx="2778">
                  <c:v>5.516</c:v>
                </c:pt>
                <c:pt idx="2779">
                  <c:v>7.612</c:v>
                </c:pt>
                <c:pt idx="2780">
                  <c:v>7.61</c:v>
                </c:pt>
                <c:pt idx="2781">
                  <c:v>5.8</c:v>
                </c:pt>
                <c:pt idx="2782">
                  <c:v>5.8</c:v>
                </c:pt>
                <c:pt idx="2783">
                  <c:v>5.7</c:v>
                </c:pt>
                <c:pt idx="2784">
                  <c:v>6.2</c:v>
                </c:pt>
                <c:pt idx="2785">
                  <c:v>6.9</c:v>
                </c:pt>
                <c:pt idx="2786">
                  <c:v>6.1</c:v>
                </c:pt>
                <c:pt idx="2787">
                  <c:v>7.7</c:v>
                </c:pt>
                <c:pt idx="2788">
                  <c:v>5.7</c:v>
                </c:pt>
                <c:pt idx="2789">
                  <c:v>5.7</c:v>
                </c:pt>
                <c:pt idx="2790">
                  <c:v>6.5</c:v>
                </c:pt>
                <c:pt idx="2791">
                  <c:v>6.619</c:v>
                </c:pt>
                <c:pt idx="2792">
                  <c:v>5.4</c:v>
                </c:pt>
                <c:pt idx="2793">
                  <c:v>5.6</c:v>
                </c:pt>
                <c:pt idx="2794">
                  <c:v>4.9</c:v>
                </c:pt>
                <c:pt idx="2795">
                  <c:v>5.574</c:v>
                </c:pt>
                <c:pt idx="2796">
                  <c:v>7.112</c:v>
                </c:pt>
                <c:pt idx="2797">
                  <c:v>6.587</c:v>
                </c:pt>
                <c:pt idx="2798">
                  <c:v>7.8</c:v>
                </c:pt>
                <c:pt idx="2799">
                  <c:v>6.66</c:v>
                </c:pt>
                <c:pt idx="2800">
                  <c:v>5.328</c:v>
                </c:pt>
                <c:pt idx="2801">
                  <c:v>6.719</c:v>
                </c:pt>
                <c:pt idx="2802">
                  <c:v>5.8</c:v>
                </c:pt>
                <c:pt idx="2803">
                  <c:v>7.1</c:v>
                </c:pt>
                <c:pt idx="2804">
                  <c:v>4.1</c:v>
                </c:pt>
                <c:pt idx="2805">
                  <c:v>5.097</c:v>
                </c:pt>
                <c:pt idx="2806">
                  <c:v>6.3</c:v>
                </c:pt>
                <c:pt idx="2807">
                  <c:v>6.9</c:v>
                </c:pt>
                <c:pt idx="2808">
                  <c:v>5.6</c:v>
                </c:pt>
                <c:pt idx="2809">
                  <c:v>6.495</c:v>
                </c:pt>
                <c:pt idx="2810">
                  <c:v>7.3</c:v>
                </c:pt>
                <c:pt idx="2811">
                  <c:v>5.5</c:v>
                </c:pt>
                <c:pt idx="2812">
                  <c:v>5.373</c:v>
                </c:pt>
                <c:pt idx="2813">
                  <c:v>5.6</c:v>
                </c:pt>
                <c:pt idx="2814">
                  <c:v>5.9</c:v>
                </c:pt>
                <c:pt idx="2815">
                  <c:v>5.5</c:v>
                </c:pt>
                <c:pt idx="2816">
                  <c:v>5.9</c:v>
                </c:pt>
                <c:pt idx="2817">
                  <c:v>6.9</c:v>
                </c:pt>
                <c:pt idx="2818">
                  <c:v>5.7</c:v>
                </c:pt>
                <c:pt idx="2819">
                  <c:v>5</c:v>
                </c:pt>
                <c:pt idx="2820">
                  <c:v>5.5</c:v>
                </c:pt>
                <c:pt idx="2821">
                  <c:v>5.9</c:v>
                </c:pt>
                <c:pt idx="2822">
                  <c:v>6.8</c:v>
                </c:pt>
                <c:pt idx="2823">
                  <c:v>6.3</c:v>
                </c:pt>
                <c:pt idx="2824">
                  <c:v>6.7</c:v>
                </c:pt>
                <c:pt idx="2825">
                  <c:v>5.9</c:v>
                </c:pt>
                <c:pt idx="2826">
                  <c:v>5.1</c:v>
                </c:pt>
                <c:pt idx="2827">
                  <c:v>6.046</c:v>
                </c:pt>
                <c:pt idx="2828">
                  <c:v>5.197</c:v>
                </c:pt>
                <c:pt idx="2829">
                  <c:v>5.9</c:v>
                </c:pt>
                <c:pt idx="2830">
                  <c:v>7.253</c:v>
                </c:pt>
                <c:pt idx="2831">
                  <c:v>5.2</c:v>
                </c:pt>
                <c:pt idx="2832">
                  <c:v>6.385</c:v>
                </c:pt>
                <c:pt idx="2833">
                  <c:v>3.647</c:v>
                </c:pt>
                <c:pt idx="2834">
                  <c:v>3.9</c:v>
                </c:pt>
                <c:pt idx="2835">
                  <c:v>5.6</c:v>
                </c:pt>
                <c:pt idx="2836">
                  <c:v>6.403</c:v>
                </c:pt>
                <c:pt idx="2837">
                  <c:v>5.1</c:v>
                </c:pt>
                <c:pt idx="2838">
                  <c:v>6.9</c:v>
                </c:pt>
                <c:pt idx="2839">
                  <c:v>5.9</c:v>
                </c:pt>
                <c:pt idx="2840">
                  <c:v>6.6</c:v>
                </c:pt>
                <c:pt idx="2841">
                  <c:v>7.2</c:v>
                </c:pt>
                <c:pt idx="2842">
                  <c:v>6.7</c:v>
                </c:pt>
                <c:pt idx="2843">
                  <c:v>5.4</c:v>
                </c:pt>
                <c:pt idx="2844">
                  <c:v>5.304</c:v>
                </c:pt>
                <c:pt idx="2845">
                  <c:v>5.9</c:v>
                </c:pt>
                <c:pt idx="2846">
                  <c:v>5.779</c:v>
                </c:pt>
                <c:pt idx="2847">
                  <c:v>6.9</c:v>
                </c:pt>
                <c:pt idx="2848">
                  <c:v>6.3</c:v>
                </c:pt>
                <c:pt idx="2849">
                  <c:v>6.7</c:v>
                </c:pt>
                <c:pt idx="2850">
                  <c:v>6.307</c:v>
                </c:pt>
                <c:pt idx="2851">
                  <c:v>6.1</c:v>
                </c:pt>
                <c:pt idx="2852">
                  <c:v>6.2</c:v>
                </c:pt>
                <c:pt idx="2853">
                  <c:v>4.4</c:v>
                </c:pt>
                <c:pt idx="2854">
                  <c:v>6.4</c:v>
                </c:pt>
                <c:pt idx="2855">
                  <c:v>5.1</c:v>
                </c:pt>
                <c:pt idx="2856">
                  <c:v>6.8</c:v>
                </c:pt>
                <c:pt idx="2857">
                  <c:v>7.4</c:v>
                </c:pt>
                <c:pt idx="2858">
                  <c:v>7.1</c:v>
                </c:pt>
                <c:pt idx="2859">
                  <c:v>7.027</c:v>
                </c:pt>
                <c:pt idx="2860">
                  <c:v>6.72</c:v>
                </c:pt>
                <c:pt idx="2861">
                  <c:v>6.822</c:v>
                </c:pt>
                <c:pt idx="2862">
                  <c:v>5.519</c:v>
                </c:pt>
                <c:pt idx="2863">
                  <c:v>6.3</c:v>
                </c:pt>
                <c:pt idx="2864">
                  <c:v>6.387</c:v>
                </c:pt>
                <c:pt idx="2865">
                  <c:v>7.145</c:v>
                </c:pt>
                <c:pt idx="2866">
                  <c:v>5.6</c:v>
                </c:pt>
                <c:pt idx="2867">
                  <c:v>6.9</c:v>
                </c:pt>
                <c:pt idx="2868">
                  <c:v>7.5</c:v>
                </c:pt>
                <c:pt idx="2869">
                  <c:v>7.1</c:v>
                </c:pt>
                <c:pt idx="2870">
                  <c:v>7.8</c:v>
                </c:pt>
                <c:pt idx="2871">
                  <c:v>4.7</c:v>
                </c:pt>
                <c:pt idx="2872">
                  <c:v>6.348</c:v>
                </c:pt>
                <c:pt idx="2873">
                  <c:v>4.1</c:v>
                </c:pt>
                <c:pt idx="2874">
                  <c:v>5.7</c:v>
                </c:pt>
                <c:pt idx="2875">
                  <c:v>6.4</c:v>
                </c:pt>
                <c:pt idx="2876">
                  <c:v>6.391</c:v>
                </c:pt>
                <c:pt idx="2877">
                  <c:v>6.2</c:v>
                </c:pt>
                <c:pt idx="2878">
                  <c:v>7.472</c:v>
                </c:pt>
                <c:pt idx="2879">
                  <c:v>6.3</c:v>
                </c:pt>
                <c:pt idx="2880">
                  <c:v>7.882</c:v>
                </c:pt>
                <c:pt idx="2881">
                  <c:v>6</c:v>
                </c:pt>
                <c:pt idx="2882">
                  <c:v>7.233</c:v>
                </c:pt>
                <c:pt idx="2883">
                  <c:v>7.5</c:v>
                </c:pt>
                <c:pt idx="2884">
                  <c:v>6.1</c:v>
                </c:pt>
                <c:pt idx="2885">
                  <c:v>4.5</c:v>
                </c:pt>
                <c:pt idx="2886">
                  <c:v>7.5</c:v>
                </c:pt>
                <c:pt idx="2887">
                  <c:v>5.2</c:v>
                </c:pt>
                <c:pt idx="2888">
                  <c:v>5.4</c:v>
                </c:pt>
                <c:pt idx="2889">
                  <c:v>8.4</c:v>
                </c:pt>
                <c:pt idx="2890">
                  <c:v>6.143</c:v>
                </c:pt>
                <c:pt idx="2891">
                  <c:v>7.3</c:v>
                </c:pt>
                <c:pt idx="2892">
                  <c:v>7.3</c:v>
                </c:pt>
                <c:pt idx="2893">
                  <c:v>5.8</c:v>
                </c:pt>
                <c:pt idx="2894">
                  <c:v>3.7</c:v>
                </c:pt>
                <c:pt idx="2895">
                  <c:v>5.91</c:v>
                </c:pt>
                <c:pt idx="2896">
                  <c:v>4.8</c:v>
                </c:pt>
                <c:pt idx="2897">
                  <c:v>6.2</c:v>
                </c:pt>
                <c:pt idx="2898">
                  <c:v>7.1</c:v>
                </c:pt>
                <c:pt idx="2899">
                  <c:v>7</c:v>
                </c:pt>
                <c:pt idx="2900">
                  <c:v>5.389</c:v>
                </c:pt>
                <c:pt idx="2901">
                  <c:v>6.6</c:v>
                </c:pt>
                <c:pt idx="2902">
                  <c:v>5.53</c:v>
                </c:pt>
                <c:pt idx="2903">
                  <c:v>5.598</c:v>
                </c:pt>
                <c:pt idx="2904">
                  <c:v>4.957</c:v>
                </c:pt>
                <c:pt idx="2905">
                  <c:v>7.099</c:v>
                </c:pt>
                <c:pt idx="2906">
                  <c:v>7.2</c:v>
                </c:pt>
                <c:pt idx="2907">
                  <c:v>5.7</c:v>
                </c:pt>
                <c:pt idx="2908">
                  <c:v>7.5</c:v>
                </c:pt>
                <c:pt idx="2909">
                  <c:v>4</c:v>
                </c:pt>
                <c:pt idx="2910">
                  <c:v>5.186</c:v>
                </c:pt>
                <c:pt idx="2911">
                  <c:v>4.695</c:v>
                </c:pt>
                <c:pt idx="2912">
                  <c:v>5.92</c:v>
                </c:pt>
                <c:pt idx="2913">
                  <c:v>5.819</c:v>
                </c:pt>
                <c:pt idx="2914">
                  <c:v>5.3</c:v>
                </c:pt>
                <c:pt idx="2915">
                  <c:v>6.6</c:v>
                </c:pt>
                <c:pt idx="2916">
                  <c:v>7.061</c:v>
                </c:pt>
                <c:pt idx="2917">
                  <c:v>7.014</c:v>
                </c:pt>
                <c:pt idx="2918">
                  <c:v>6.2</c:v>
                </c:pt>
                <c:pt idx="2919">
                  <c:v>5.798</c:v>
                </c:pt>
                <c:pt idx="2920">
                  <c:v>4.6</c:v>
                </c:pt>
                <c:pt idx="2921">
                  <c:v>6.1</c:v>
                </c:pt>
                <c:pt idx="2922">
                  <c:v>5.949</c:v>
                </c:pt>
                <c:pt idx="2923">
                  <c:v>4.4</c:v>
                </c:pt>
                <c:pt idx="2924">
                  <c:v>5.636</c:v>
                </c:pt>
                <c:pt idx="2925">
                  <c:v>6</c:v>
                </c:pt>
                <c:pt idx="2926">
                  <c:v>7.8</c:v>
                </c:pt>
                <c:pt idx="2927">
                  <c:v>6.6</c:v>
                </c:pt>
                <c:pt idx="2928">
                  <c:v>5.6</c:v>
                </c:pt>
                <c:pt idx="2929">
                  <c:v>5.639</c:v>
                </c:pt>
                <c:pt idx="2930">
                  <c:v>5.6</c:v>
                </c:pt>
                <c:pt idx="2931">
                  <c:v>6.2</c:v>
                </c:pt>
                <c:pt idx="2932">
                  <c:v>6.8</c:v>
                </c:pt>
                <c:pt idx="2933">
                  <c:v>3.618</c:v>
                </c:pt>
                <c:pt idx="2934">
                  <c:v>6.5</c:v>
                </c:pt>
                <c:pt idx="2935">
                  <c:v>5.953</c:v>
                </c:pt>
                <c:pt idx="2936">
                  <c:v>7.221</c:v>
                </c:pt>
                <c:pt idx="2937">
                  <c:v>6.4</c:v>
                </c:pt>
                <c:pt idx="2938">
                  <c:v>7.305</c:v>
                </c:pt>
                <c:pt idx="2939">
                  <c:v>5.7</c:v>
                </c:pt>
                <c:pt idx="2940">
                  <c:v>6.4</c:v>
                </c:pt>
                <c:pt idx="2941">
                  <c:v>3.9</c:v>
                </c:pt>
                <c:pt idx="2942">
                  <c:v>6.262</c:v>
                </c:pt>
                <c:pt idx="2943">
                  <c:v>6.659</c:v>
                </c:pt>
                <c:pt idx="2944">
                  <c:v>5.2</c:v>
                </c:pt>
                <c:pt idx="2945">
                  <c:v>7.669</c:v>
                </c:pt>
                <c:pt idx="2946">
                  <c:v>6.5</c:v>
                </c:pt>
                <c:pt idx="2947">
                  <c:v>6.311</c:v>
                </c:pt>
                <c:pt idx="2948">
                  <c:v>6.2</c:v>
                </c:pt>
                <c:pt idx="2949">
                  <c:v>5.1</c:v>
                </c:pt>
                <c:pt idx="2950">
                  <c:v>7.183</c:v>
                </c:pt>
                <c:pt idx="2951">
                  <c:v>5.4</c:v>
                </c:pt>
                <c:pt idx="2952">
                  <c:v>6.3</c:v>
                </c:pt>
                <c:pt idx="2953">
                  <c:v>7.7</c:v>
                </c:pt>
                <c:pt idx="2954">
                  <c:v>7.2</c:v>
                </c:pt>
                <c:pt idx="2955">
                  <c:v>6</c:v>
                </c:pt>
                <c:pt idx="2956">
                  <c:v>6.7</c:v>
                </c:pt>
                <c:pt idx="2957">
                  <c:v>5.5</c:v>
                </c:pt>
                <c:pt idx="2958">
                  <c:v>5.2</c:v>
                </c:pt>
                <c:pt idx="2959">
                  <c:v>6</c:v>
                </c:pt>
                <c:pt idx="2960">
                  <c:v>6.7</c:v>
                </c:pt>
                <c:pt idx="2961">
                  <c:v>6.5</c:v>
                </c:pt>
                <c:pt idx="2962">
                  <c:v>4</c:v>
                </c:pt>
                <c:pt idx="2963">
                  <c:v>6</c:v>
                </c:pt>
                <c:pt idx="2964">
                  <c:v>5.565</c:v>
                </c:pt>
                <c:pt idx="2965">
                  <c:v>7.7</c:v>
                </c:pt>
                <c:pt idx="2966">
                  <c:v>5.3</c:v>
                </c:pt>
                <c:pt idx="2967">
                  <c:v>6.8</c:v>
                </c:pt>
                <c:pt idx="2968">
                  <c:v>5.548</c:v>
                </c:pt>
                <c:pt idx="2969">
                  <c:v>7.042</c:v>
                </c:pt>
                <c:pt idx="2970">
                  <c:v>7.2</c:v>
                </c:pt>
                <c:pt idx="2971">
                  <c:v>4.6</c:v>
                </c:pt>
                <c:pt idx="2972">
                  <c:v>6.2</c:v>
                </c:pt>
                <c:pt idx="2973">
                  <c:v>6.138</c:v>
                </c:pt>
                <c:pt idx="2974">
                  <c:v>5.594</c:v>
                </c:pt>
                <c:pt idx="2975">
                  <c:v>6.6</c:v>
                </c:pt>
                <c:pt idx="2976">
                  <c:v>5.3</c:v>
                </c:pt>
                <c:pt idx="2977">
                  <c:v>6.5</c:v>
                </c:pt>
                <c:pt idx="2978">
                  <c:v>6.106</c:v>
                </c:pt>
                <c:pt idx="2979">
                  <c:v>6.5</c:v>
                </c:pt>
                <c:pt idx="2980">
                  <c:v>5.6</c:v>
                </c:pt>
                <c:pt idx="2981">
                  <c:v>6.227</c:v>
                </c:pt>
                <c:pt idx="2982">
                  <c:v>6.7</c:v>
                </c:pt>
                <c:pt idx="2983">
                  <c:v>6.8</c:v>
                </c:pt>
                <c:pt idx="2984">
                  <c:v>5</c:v>
                </c:pt>
                <c:pt idx="2985">
                  <c:v>6.9</c:v>
                </c:pt>
                <c:pt idx="2986">
                  <c:v>5.7</c:v>
                </c:pt>
                <c:pt idx="2987">
                  <c:v>7</c:v>
                </c:pt>
                <c:pt idx="2988">
                  <c:v>5.7</c:v>
                </c:pt>
                <c:pt idx="2989">
                  <c:v>7.3</c:v>
                </c:pt>
                <c:pt idx="2990">
                  <c:v>6</c:v>
                </c:pt>
                <c:pt idx="2991">
                  <c:v>4.706</c:v>
                </c:pt>
                <c:pt idx="2992">
                  <c:v>6.2</c:v>
                </c:pt>
                <c:pt idx="2993">
                  <c:v>4.8</c:v>
                </c:pt>
                <c:pt idx="2994">
                  <c:v>5</c:v>
                </c:pt>
                <c:pt idx="2995">
                  <c:v>6.2</c:v>
                </c:pt>
                <c:pt idx="2996">
                  <c:v>4</c:v>
                </c:pt>
                <c:pt idx="2997">
                  <c:v>5.826</c:v>
                </c:pt>
                <c:pt idx="2998">
                  <c:v>5.7</c:v>
                </c:pt>
                <c:pt idx="2999">
                  <c:v>5.4</c:v>
                </c:pt>
                <c:pt idx="3000">
                  <c:v>7.093</c:v>
                </c:pt>
                <c:pt idx="3001">
                  <c:v>5.13</c:v>
                </c:pt>
                <c:pt idx="3002">
                  <c:v>5.1</c:v>
                </c:pt>
                <c:pt idx="3003">
                  <c:v>6.818</c:v>
                </c:pt>
                <c:pt idx="3004">
                  <c:v>5.364</c:v>
                </c:pt>
                <c:pt idx="3005">
                  <c:v>5.773</c:v>
                </c:pt>
                <c:pt idx="3006">
                  <c:v>6.996</c:v>
                </c:pt>
                <c:pt idx="3007">
                  <c:v>7.7</c:v>
                </c:pt>
                <c:pt idx="3008">
                  <c:v>5.3</c:v>
                </c:pt>
                <c:pt idx="3009">
                  <c:v>6.7</c:v>
                </c:pt>
                <c:pt idx="3010">
                  <c:v>6.494</c:v>
                </c:pt>
                <c:pt idx="3011">
                  <c:v>4.7</c:v>
                </c:pt>
                <c:pt idx="3012">
                  <c:v>7.207</c:v>
                </c:pt>
                <c:pt idx="3013">
                  <c:v>6.2</c:v>
                </c:pt>
                <c:pt idx="3014">
                  <c:v>5.3</c:v>
                </c:pt>
                <c:pt idx="3015">
                  <c:v>5</c:v>
                </c:pt>
                <c:pt idx="3016">
                  <c:v>5</c:v>
                </c:pt>
                <c:pt idx="3017">
                  <c:v>6.3</c:v>
                </c:pt>
                <c:pt idx="3018">
                  <c:v>6.4</c:v>
                </c:pt>
                <c:pt idx="3019">
                  <c:v>5.8</c:v>
                </c:pt>
                <c:pt idx="3020">
                  <c:v>6.07</c:v>
                </c:pt>
                <c:pt idx="3021">
                  <c:v>5.976</c:v>
                </c:pt>
                <c:pt idx="3022">
                  <c:v>6</c:v>
                </c:pt>
                <c:pt idx="3023">
                  <c:v>6.4</c:v>
                </c:pt>
                <c:pt idx="3024">
                  <c:v>6.3</c:v>
                </c:pt>
                <c:pt idx="3025">
                  <c:v>6.3</c:v>
                </c:pt>
                <c:pt idx="3026">
                  <c:v>7.3</c:v>
                </c:pt>
                <c:pt idx="3027">
                  <c:v>4.2</c:v>
                </c:pt>
                <c:pt idx="3028">
                  <c:v>6.7</c:v>
                </c:pt>
                <c:pt idx="3029">
                  <c:v>5.497</c:v>
                </c:pt>
                <c:pt idx="3030">
                  <c:v>6.3</c:v>
                </c:pt>
                <c:pt idx="3031">
                  <c:v>6.9</c:v>
                </c:pt>
                <c:pt idx="3032">
                  <c:v>4.1</c:v>
                </c:pt>
                <c:pt idx="3033">
                  <c:v>7.35</c:v>
                </c:pt>
                <c:pt idx="3034">
                  <c:v>5.7</c:v>
                </c:pt>
                <c:pt idx="3035">
                  <c:v>7.3</c:v>
                </c:pt>
                <c:pt idx="3036">
                  <c:v>7.211</c:v>
                </c:pt>
                <c:pt idx="3037">
                  <c:v>5.9</c:v>
                </c:pt>
                <c:pt idx="3038">
                  <c:v>6.984</c:v>
                </c:pt>
                <c:pt idx="3039">
                  <c:v>5.7</c:v>
                </c:pt>
                <c:pt idx="3040">
                  <c:v>7.6</c:v>
                </c:pt>
                <c:pt idx="3041">
                  <c:v>6.734</c:v>
                </c:pt>
                <c:pt idx="3042">
                  <c:v>5.3</c:v>
                </c:pt>
                <c:pt idx="3043">
                  <c:v>6.2</c:v>
                </c:pt>
                <c:pt idx="3044">
                  <c:v>7.1</c:v>
                </c:pt>
                <c:pt idx="3045">
                  <c:v>7.174</c:v>
                </c:pt>
                <c:pt idx="3046">
                  <c:v>5.9</c:v>
                </c:pt>
                <c:pt idx="3047">
                  <c:v>6.899</c:v>
                </c:pt>
                <c:pt idx="3048">
                  <c:v>6</c:v>
                </c:pt>
                <c:pt idx="3049">
                  <c:v>5.8</c:v>
                </c:pt>
                <c:pt idx="3050">
                  <c:v>7.272</c:v>
                </c:pt>
                <c:pt idx="3051">
                  <c:v>5.9</c:v>
                </c:pt>
                <c:pt idx="3052">
                  <c:v>6.046</c:v>
                </c:pt>
                <c:pt idx="3053">
                  <c:v>6.7</c:v>
                </c:pt>
                <c:pt idx="3054">
                  <c:v>8.6</c:v>
                </c:pt>
                <c:pt idx="3055">
                  <c:v>5.1</c:v>
                </c:pt>
                <c:pt idx="3056">
                  <c:v>7.1</c:v>
                </c:pt>
                <c:pt idx="3057">
                  <c:v>5.571</c:v>
                </c:pt>
                <c:pt idx="3058">
                  <c:v>3.2</c:v>
                </c:pt>
                <c:pt idx="3059">
                  <c:v>5.5</c:v>
                </c:pt>
                <c:pt idx="3060">
                  <c:v>6.9</c:v>
                </c:pt>
                <c:pt idx="3061">
                  <c:v>5.2</c:v>
                </c:pt>
                <c:pt idx="3062">
                  <c:v>7.1</c:v>
                </c:pt>
                <c:pt idx="3063">
                  <c:v>4.467</c:v>
                </c:pt>
                <c:pt idx="3064">
                  <c:v>4.864</c:v>
                </c:pt>
                <c:pt idx="3065">
                  <c:v>5.588</c:v>
                </c:pt>
                <c:pt idx="3066">
                  <c:v>6.4</c:v>
                </c:pt>
                <c:pt idx="3067">
                  <c:v>6.4</c:v>
                </c:pt>
                <c:pt idx="3068">
                  <c:v>5.9</c:v>
                </c:pt>
                <c:pt idx="3069">
                  <c:v>5.904</c:v>
                </c:pt>
                <c:pt idx="3070">
                  <c:v>6.4</c:v>
                </c:pt>
                <c:pt idx="3071">
                  <c:v>6.6</c:v>
                </c:pt>
                <c:pt idx="3072">
                  <c:v>6</c:v>
                </c:pt>
                <c:pt idx="3073">
                  <c:v>7.3</c:v>
                </c:pt>
                <c:pt idx="3074">
                  <c:v>4.8</c:v>
                </c:pt>
                <c:pt idx="3075">
                  <c:v>5.752</c:v>
                </c:pt>
                <c:pt idx="3076">
                  <c:v>6.2</c:v>
                </c:pt>
                <c:pt idx="3077">
                  <c:v>4.2</c:v>
                </c:pt>
                <c:pt idx="3078">
                  <c:v>6.4</c:v>
                </c:pt>
                <c:pt idx="3079">
                  <c:v>6.3</c:v>
                </c:pt>
                <c:pt idx="3080">
                  <c:v>6</c:v>
                </c:pt>
                <c:pt idx="3081">
                  <c:v>5.2</c:v>
                </c:pt>
                <c:pt idx="3082">
                  <c:v>8.5</c:v>
                </c:pt>
                <c:pt idx="3083">
                  <c:v>6.6</c:v>
                </c:pt>
                <c:pt idx="3084">
                  <c:v>6.017</c:v>
                </c:pt>
                <c:pt idx="3085">
                  <c:v>6.265</c:v>
                </c:pt>
                <c:pt idx="3086">
                  <c:v>5.4</c:v>
                </c:pt>
                <c:pt idx="3087">
                  <c:v>4.3</c:v>
                </c:pt>
                <c:pt idx="3088">
                  <c:v>7.34</c:v>
                </c:pt>
                <c:pt idx="3089">
                  <c:v>5.7</c:v>
                </c:pt>
                <c:pt idx="3090">
                  <c:v>7.3</c:v>
                </c:pt>
                <c:pt idx="3091">
                  <c:v>6.949</c:v>
                </c:pt>
                <c:pt idx="3092">
                  <c:v>7.5</c:v>
                </c:pt>
                <c:pt idx="3093">
                  <c:v>6.8</c:v>
                </c:pt>
                <c:pt idx="3094">
                  <c:v>6.9</c:v>
                </c:pt>
                <c:pt idx="3095">
                  <c:v>6.4</c:v>
                </c:pt>
                <c:pt idx="3096">
                  <c:v>6</c:v>
                </c:pt>
                <c:pt idx="3097">
                  <c:v>5.6</c:v>
                </c:pt>
                <c:pt idx="3098">
                  <c:v>7.1</c:v>
                </c:pt>
                <c:pt idx="3099">
                  <c:v>4.7</c:v>
                </c:pt>
                <c:pt idx="3100">
                  <c:v>6.9</c:v>
                </c:pt>
                <c:pt idx="3101">
                  <c:v>5.4</c:v>
                </c:pt>
                <c:pt idx="3102">
                  <c:v>7.011</c:v>
                </c:pt>
                <c:pt idx="3103">
                  <c:v>7.1</c:v>
                </c:pt>
                <c:pt idx="3104">
                  <c:v>6.16</c:v>
                </c:pt>
                <c:pt idx="3105">
                  <c:v>6.7</c:v>
                </c:pt>
                <c:pt idx="3106">
                  <c:v>6.9</c:v>
                </c:pt>
                <c:pt idx="3107">
                  <c:v>7.1</c:v>
                </c:pt>
                <c:pt idx="3108">
                  <c:v>5.4</c:v>
                </c:pt>
                <c:pt idx="3109">
                  <c:v>5</c:v>
                </c:pt>
                <c:pt idx="3110">
                  <c:v>6.6</c:v>
                </c:pt>
                <c:pt idx="3111">
                  <c:v>6.9</c:v>
                </c:pt>
                <c:pt idx="3112">
                  <c:v>4.9</c:v>
                </c:pt>
                <c:pt idx="3113">
                  <c:v>6.9</c:v>
                </c:pt>
                <c:pt idx="3114">
                  <c:v>6.7</c:v>
                </c:pt>
                <c:pt idx="3115">
                  <c:v>3.3</c:v>
                </c:pt>
                <c:pt idx="3116">
                  <c:v>5.746</c:v>
                </c:pt>
                <c:pt idx="3117">
                  <c:v>8</c:v>
                </c:pt>
                <c:pt idx="3118">
                  <c:v>6.661</c:v>
                </c:pt>
                <c:pt idx="3119">
                  <c:v>7.1</c:v>
                </c:pt>
                <c:pt idx="3120">
                  <c:v>6.126</c:v>
                </c:pt>
                <c:pt idx="3121">
                  <c:v>6.333</c:v>
                </c:pt>
                <c:pt idx="3122">
                  <c:v>2.1</c:v>
                </c:pt>
                <c:pt idx="3123">
                  <c:v>5.4</c:v>
                </c:pt>
                <c:pt idx="3124">
                  <c:v>7.3</c:v>
                </c:pt>
                <c:pt idx="3125">
                  <c:v>5.5</c:v>
                </c:pt>
                <c:pt idx="3126">
                  <c:v>7</c:v>
                </c:pt>
                <c:pt idx="3127">
                  <c:v>5.9</c:v>
                </c:pt>
                <c:pt idx="3128">
                  <c:v>5.099</c:v>
                </c:pt>
                <c:pt idx="3129">
                  <c:v>5.1</c:v>
                </c:pt>
                <c:pt idx="3130">
                  <c:v>7.1</c:v>
                </c:pt>
                <c:pt idx="3131">
                  <c:v>7.594</c:v>
                </c:pt>
                <c:pt idx="3132">
                  <c:v>6.9</c:v>
                </c:pt>
                <c:pt idx="3133">
                  <c:v>7.1</c:v>
                </c:pt>
                <c:pt idx="3134">
                  <c:v>7</c:v>
                </c:pt>
                <c:pt idx="3135">
                  <c:v>6.2</c:v>
                </c:pt>
                <c:pt idx="3136">
                  <c:v>6.515</c:v>
                </c:pt>
                <c:pt idx="3137">
                  <c:v>6.6</c:v>
                </c:pt>
                <c:pt idx="3138">
                  <c:v>6.9</c:v>
                </c:pt>
                <c:pt idx="3139">
                  <c:v>6.5</c:v>
                </c:pt>
                <c:pt idx="3140">
                  <c:v>7.1</c:v>
                </c:pt>
                <c:pt idx="3141">
                  <c:v>5.7</c:v>
                </c:pt>
                <c:pt idx="3142">
                  <c:v>7.2</c:v>
                </c:pt>
                <c:pt idx="3143">
                  <c:v>8.2</c:v>
                </c:pt>
                <c:pt idx="3144">
                  <c:v>5.41</c:v>
                </c:pt>
                <c:pt idx="3145">
                  <c:v>6.31</c:v>
                </c:pt>
                <c:pt idx="3146">
                  <c:v>5.807</c:v>
                </c:pt>
                <c:pt idx="3147">
                  <c:v>5.181</c:v>
                </c:pt>
                <c:pt idx="3148">
                  <c:v>4.3</c:v>
                </c:pt>
                <c:pt idx="3149">
                  <c:v>5.1</c:v>
                </c:pt>
                <c:pt idx="3150">
                  <c:v>5.7</c:v>
                </c:pt>
                <c:pt idx="3151">
                  <c:v>6.3</c:v>
                </c:pt>
                <c:pt idx="3152">
                  <c:v>5.4</c:v>
                </c:pt>
                <c:pt idx="3153">
                  <c:v>6.161</c:v>
                </c:pt>
                <c:pt idx="3154">
                  <c:v>6.419</c:v>
                </c:pt>
                <c:pt idx="3155">
                  <c:v>7.338</c:v>
                </c:pt>
                <c:pt idx="3156">
                  <c:v>6.2</c:v>
                </c:pt>
                <c:pt idx="3157">
                  <c:v>5.1</c:v>
                </c:pt>
                <c:pt idx="3158">
                  <c:v>6.3</c:v>
                </c:pt>
                <c:pt idx="3159">
                  <c:v>5.6</c:v>
                </c:pt>
                <c:pt idx="3160">
                  <c:v>6.8</c:v>
                </c:pt>
                <c:pt idx="3161">
                  <c:v>6</c:v>
                </c:pt>
                <c:pt idx="3162">
                  <c:v>6.1</c:v>
                </c:pt>
                <c:pt idx="3163">
                  <c:v>5.8</c:v>
                </c:pt>
                <c:pt idx="3164">
                  <c:v>5.9</c:v>
                </c:pt>
                <c:pt idx="3165">
                  <c:v>7.098</c:v>
                </c:pt>
                <c:pt idx="3166">
                  <c:v>3.9</c:v>
                </c:pt>
                <c:pt idx="3167">
                  <c:v>6.798</c:v>
                </c:pt>
                <c:pt idx="3168">
                  <c:v>5.9</c:v>
                </c:pt>
                <c:pt idx="3169">
                  <c:v>5.4</c:v>
                </c:pt>
                <c:pt idx="3170">
                  <c:v>7.242</c:v>
                </c:pt>
                <c:pt idx="3171">
                  <c:v>6</c:v>
                </c:pt>
                <c:pt idx="3172">
                  <c:v>6</c:v>
                </c:pt>
                <c:pt idx="3173">
                  <c:v>6.8</c:v>
                </c:pt>
                <c:pt idx="3174">
                  <c:v>6.8</c:v>
                </c:pt>
                <c:pt idx="3175">
                  <c:v>4.6</c:v>
                </c:pt>
                <c:pt idx="3176">
                  <c:v>7</c:v>
                </c:pt>
                <c:pt idx="3177">
                  <c:v>4.807</c:v>
                </c:pt>
                <c:pt idx="3178">
                  <c:v>5.5</c:v>
                </c:pt>
                <c:pt idx="3179">
                  <c:v>6.45</c:v>
                </c:pt>
                <c:pt idx="3180">
                  <c:v>4.7</c:v>
                </c:pt>
                <c:pt idx="3181">
                  <c:v>6.045</c:v>
                </c:pt>
                <c:pt idx="3182">
                  <c:v>7.4</c:v>
                </c:pt>
                <c:pt idx="3183">
                  <c:v>5.9</c:v>
                </c:pt>
                <c:pt idx="3184">
                  <c:v>5.8</c:v>
                </c:pt>
                <c:pt idx="3185">
                  <c:v>7.2</c:v>
                </c:pt>
                <c:pt idx="3186">
                  <c:v>6.3</c:v>
                </c:pt>
                <c:pt idx="3187">
                  <c:v>5.329</c:v>
                </c:pt>
                <c:pt idx="3188">
                  <c:v>5.8</c:v>
                </c:pt>
                <c:pt idx="3189">
                  <c:v>5.832</c:v>
                </c:pt>
                <c:pt idx="3190">
                  <c:v>4.7</c:v>
                </c:pt>
                <c:pt idx="3191">
                  <c:v>6.6</c:v>
                </c:pt>
                <c:pt idx="3192">
                  <c:v>6.7</c:v>
                </c:pt>
                <c:pt idx="3193">
                  <c:v>4.9</c:v>
                </c:pt>
                <c:pt idx="3194">
                  <c:v>6.024</c:v>
                </c:pt>
                <c:pt idx="3195">
                  <c:v>5.4</c:v>
                </c:pt>
                <c:pt idx="3196">
                  <c:v>5.9</c:v>
                </c:pt>
                <c:pt idx="3197">
                  <c:v>7.344</c:v>
                </c:pt>
                <c:pt idx="3198">
                  <c:v>7</c:v>
                </c:pt>
                <c:pt idx="3199">
                  <c:v>6.9</c:v>
                </c:pt>
                <c:pt idx="3200">
                  <c:v>4.9</c:v>
                </c:pt>
                <c:pt idx="3201">
                  <c:v>6.4</c:v>
                </c:pt>
                <c:pt idx="3202">
                  <c:v>5.7</c:v>
                </c:pt>
                <c:pt idx="3203">
                  <c:v>7.588</c:v>
                </c:pt>
                <c:pt idx="3204">
                  <c:v>6</c:v>
                </c:pt>
                <c:pt idx="3205">
                  <c:v>5.9</c:v>
                </c:pt>
                <c:pt idx="3206">
                  <c:v>7.101</c:v>
                </c:pt>
                <c:pt idx="3207">
                  <c:v>7.371</c:v>
                </c:pt>
                <c:pt idx="3208">
                  <c:v>6.1</c:v>
                </c:pt>
                <c:pt idx="3209">
                  <c:v>6.277</c:v>
                </c:pt>
                <c:pt idx="3210">
                  <c:v>4.7</c:v>
                </c:pt>
                <c:pt idx="3211">
                  <c:v>6.8</c:v>
                </c:pt>
                <c:pt idx="3212">
                  <c:v>5.205</c:v>
                </c:pt>
                <c:pt idx="3213">
                  <c:v>5.5</c:v>
                </c:pt>
                <c:pt idx="3214">
                  <c:v>6.048</c:v>
                </c:pt>
                <c:pt idx="3215">
                  <c:v>5.976</c:v>
                </c:pt>
                <c:pt idx="3216">
                  <c:v>4.4</c:v>
                </c:pt>
                <c:pt idx="3217">
                  <c:v>6.2</c:v>
                </c:pt>
                <c:pt idx="3218">
                  <c:v>6.9</c:v>
                </c:pt>
                <c:pt idx="3219">
                  <c:v>6.7</c:v>
                </c:pt>
                <c:pt idx="3220">
                  <c:v>6.8</c:v>
                </c:pt>
                <c:pt idx="3221">
                  <c:v>6.3</c:v>
                </c:pt>
                <c:pt idx="3222">
                  <c:v>7.163</c:v>
                </c:pt>
                <c:pt idx="3223">
                  <c:v>7</c:v>
                </c:pt>
                <c:pt idx="3224">
                  <c:v>7.2</c:v>
                </c:pt>
                <c:pt idx="3225">
                  <c:v>6.9</c:v>
                </c:pt>
                <c:pt idx="3226">
                  <c:v>7.4</c:v>
                </c:pt>
                <c:pt idx="3227">
                  <c:v>5.297</c:v>
                </c:pt>
                <c:pt idx="3228">
                  <c:v>6.8</c:v>
                </c:pt>
                <c:pt idx="3229">
                  <c:v>7.6</c:v>
                </c:pt>
                <c:pt idx="3230">
                  <c:v>5.3</c:v>
                </c:pt>
                <c:pt idx="3231">
                  <c:v>5.9</c:v>
                </c:pt>
                <c:pt idx="3232">
                  <c:v>5.4</c:v>
                </c:pt>
                <c:pt idx="3233">
                  <c:v>5.993</c:v>
                </c:pt>
                <c:pt idx="3234">
                  <c:v>6.8</c:v>
                </c:pt>
                <c:pt idx="3235">
                  <c:v>5</c:v>
                </c:pt>
                <c:pt idx="3236">
                  <c:v>6.6</c:v>
                </c:pt>
                <c:pt idx="3237">
                  <c:v>5.6</c:v>
                </c:pt>
                <c:pt idx="3238">
                  <c:v>6.2</c:v>
                </c:pt>
                <c:pt idx="3239">
                  <c:v>7.4</c:v>
                </c:pt>
                <c:pt idx="3240">
                  <c:v>5.2</c:v>
                </c:pt>
                <c:pt idx="3241">
                  <c:v>7.2</c:v>
                </c:pt>
                <c:pt idx="3242">
                  <c:v>5.254</c:v>
                </c:pt>
                <c:pt idx="3243">
                  <c:v>6.6</c:v>
                </c:pt>
                <c:pt idx="3244">
                  <c:v>5.9</c:v>
                </c:pt>
                <c:pt idx="3245">
                  <c:v>4.9</c:v>
                </c:pt>
                <c:pt idx="3246">
                  <c:v>5.5</c:v>
                </c:pt>
                <c:pt idx="3247">
                  <c:v>7.29</c:v>
                </c:pt>
                <c:pt idx="3248">
                  <c:v>5.3</c:v>
                </c:pt>
                <c:pt idx="3249">
                  <c:v>4.25</c:v>
                </c:pt>
                <c:pt idx="3250">
                  <c:v>6.6</c:v>
                </c:pt>
                <c:pt idx="3251">
                  <c:v>6.646</c:v>
                </c:pt>
                <c:pt idx="3252">
                  <c:v>5.6</c:v>
                </c:pt>
                <c:pt idx="3253">
                  <c:v>4.7</c:v>
                </c:pt>
                <c:pt idx="3254">
                  <c:v>4.731</c:v>
                </c:pt>
                <c:pt idx="3255">
                  <c:v>6.5</c:v>
                </c:pt>
                <c:pt idx="3256">
                  <c:v>6.531</c:v>
                </c:pt>
                <c:pt idx="3257">
                  <c:v>7.5</c:v>
                </c:pt>
                <c:pt idx="3258">
                  <c:v>6.9</c:v>
                </c:pt>
                <c:pt idx="3259">
                  <c:v>6.3</c:v>
                </c:pt>
                <c:pt idx="3260">
                  <c:v>6.397</c:v>
                </c:pt>
                <c:pt idx="3261">
                  <c:v>5.9</c:v>
                </c:pt>
                <c:pt idx="3262">
                  <c:v>5.2</c:v>
                </c:pt>
                <c:pt idx="3263">
                  <c:v>7.2</c:v>
                </c:pt>
                <c:pt idx="3264">
                  <c:v>6.9</c:v>
                </c:pt>
                <c:pt idx="3265">
                  <c:v>4.692</c:v>
                </c:pt>
                <c:pt idx="3266">
                  <c:v>6</c:v>
                </c:pt>
                <c:pt idx="3267">
                  <c:v>3.6</c:v>
                </c:pt>
                <c:pt idx="3268">
                  <c:v>5.869</c:v>
                </c:pt>
                <c:pt idx="3269">
                  <c:v>6</c:v>
                </c:pt>
                <c:pt idx="3270">
                  <c:v>3.683</c:v>
                </c:pt>
                <c:pt idx="3271">
                  <c:v>4</c:v>
                </c:pt>
                <c:pt idx="3272">
                  <c:v>8.5</c:v>
                </c:pt>
                <c:pt idx="3273">
                  <c:v>7.188</c:v>
                </c:pt>
                <c:pt idx="3274">
                  <c:v>7.325</c:v>
                </c:pt>
                <c:pt idx="3275">
                  <c:v>7.28</c:v>
                </c:pt>
                <c:pt idx="3276">
                  <c:v>7.7</c:v>
                </c:pt>
                <c:pt idx="3277">
                  <c:v>7.5</c:v>
                </c:pt>
                <c:pt idx="3278">
                  <c:v>6.813</c:v>
                </c:pt>
                <c:pt idx="3279">
                  <c:v>8.4</c:v>
                </c:pt>
                <c:pt idx="3280">
                  <c:v>7.7</c:v>
                </c:pt>
                <c:pt idx="3281">
                  <c:v>7.89</c:v>
                </c:pt>
                <c:pt idx="3282">
                  <c:v>6.2</c:v>
                </c:pt>
                <c:pt idx="3283">
                  <c:v>7.627</c:v>
                </c:pt>
                <c:pt idx="3284">
                  <c:v>6.5</c:v>
                </c:pt>
                <c:pt idx="3285">
                  <c:v>5.9</c:v>
                </c:pt>
                <c:pt idx="3286">
                  <c:v>7.1</c:v>
                </c:pt>
                <c:pt idx="3287">
                  <c:v>5.9</c:v>
                </c:pt>
                <c:pt idx="3288">
                  <c:v>7.7</c:v>
                </c:pt>
                <c:pt idx="3289">
                  <c:v>6.3</c:v>
                </c:pt>
                <c:pt idx="3290">
                  <c:v>6.5</c:v>
                </c:pt>
                <c:pt idx="3291">
                  <c:v>6.914</c:v>
                </c:pt>
                <c:pt idx="3292">
                  <c:v>7.1</c:v>
                </c:pt>
                <c:pt idx="3293">
                  <c:v>7.996</c:v>
                </c:pt>
                <c:pt idx="3294">
                  <c:v>6.457</c:v>
                </c:pt>
                <c:pt idx="3295">
                  <c:v>7.423</c:v>
                </c:pt>
                <c:pt idx="3296">
                  <c:v>7.529</c:v>
                </c:pt>
                <c:pt idx="3297">
                  <c:v>7.33</c:v>
                </c:pt>
                <c:pt idx="3298">
                  <c:v>7.442</c:v>
                </c:pt>
                <c:pt idx="3299">
                  <c:v>7.4</c:v>
                </c:pt>
                <c:pt idx="3300">
                  <c:v>6.5</c:v>
                </c:pt>
                <c:pt idx="3301">
                  <c:v>7.5</c:v>
                </c:pt>
                <c:pt idx="3302">
                  <c:v>5.8</c:v>
                </c:pt>
                <c:pt idx="3303">
                  <c:v>6.9</c:v>
                </c:pt>
                <c:pt idx="3304">
                  <c:v>5.9</c:v>
                </c:pt>
                <c:pt idx="3305">
                  <c:v>6.342</c:v>
                </c:pt>
                <c:pt idx="3306">
                  <c:v>7.7</c:v>
                </c:pt>
                <c:pt idx="3307">
                  <c:v>8.042</c:v>
                </c:pt>
                <c:pt idx="3308">
                  <c:v>6.928</c:v>
                </c:pt>
                <c:pt idx="3309">
                  <c:v>5.8</c:v>
                </c:pt>
                <c:pt idx="3310">
                  <c:v>6.21</c:v>
                </c:pt>
                <c:pt idx="3311">
                  <c:v>7.598</c:v>
                </c:pt>
                <c:pt idx="3312">
                  <c:v>6.217</c:v>
                </c:pt>
                <c:pt idx="3313">
                  <c:v>7.4</c:v>
                </c:pt>
                <c:pt idx="3314">
                  <c:v>6.8</c:v>
                </c:pt>
                <c:pt idx="3315">
                  <c:v>7.5</c:v>
                </c:pt>
                <c:pt idx="3316">
                  <c:v>7.9</c:v>
                </c:pt>
                <c:pt idx="3317">
                  <c:v>6.113</c:v>
                </c:pt>
                <c:pt idx="3318">
                  <c:v>7.4</c:v>
                </c:pt>
                <c:pt idx="3319">
                  <c:v>7.3</c:v>
                </c:pt>
                <c:pt idx="3320">
                  <c:v>6.634</c:v>
                </c:pt>
                <c:pt idx="3321">
                  <c:v>6.39</c:v>
                </c:pt>
                <c:pt idx="3322">
                  <c:v>6.185</c:v>
                </c:pt>
                <c:pt idx="3323">
                  <c:v>6.1</c:v>
                </c:pt>
                <c:pt idx="3324">
                  <c:v>6.5</c:v>
                </c:pt>
                <c:pt idx="3325">
                  <c:v>6.418</c:v>
                </c:pt>
                <c:pt idx="3326">
                  <c:v>6.463</c:v>
                </c:pt>
                <c:pt idx="3327">
                  <c:v>6.712</c:v>
                </c:pt>
                <c:pt idx="3328">
                  <c:v>6.2</c:v>
                </c:pt>
                <c:pt idx="3329">
                  <c:v>5.4</c:v>
                </c:pt>
                <c:pt idx="3330">
                  <c:v>7.3</c:v>
                </c:pt>
                <c:pt idx="3331">
                  <c:v>5</c:v>
                </c:pt>
                <c:pt idx="3332">
                  <c:v>4.3</c:v>
                </c:pt>
                <c:pt idx="3333">
                  <c:v>7.602</c:v>
                </c:pt>
                <c:pt idx="3334">
                  <c:v>5.6</c:v>
                </c:pt>
                <c:pt idx="3335">
                  <c:v>6.047</c:v>
                </c:pt>
                <c:pt idx="3336">
                  <c:v>6.1</c:v>
                </c:pt>
                <c:pt idx="3337">
                  <c:v>6.178</c:v>
                </c:pt>
                <c:pt idx="3338">
                  <c:v>6.111</c:v>
                </c:pt>
                <c:pt idx="3339">
                  <c:v>7.8</c:v>
                </c:pt>
                <c:pt idx="3340">
                  <c:v>7.3</c:v>
                </c:pt>
                <c:pt idx="3341">
                  <c:v>6.262</c:v>
                </c:pt>
                <c:pt idx="3342">
                  <c:v>6.106</c:v>
                </c:pt>
                <c:pt idx="3343">
                  <c:v>6.181</c:v>
                </c:pt>
                <c:pt idx="3344">
                  <c:v>5.1</c:v>
                </c:pt>
                <c:pt idx="3345">
                  <c:v>5.7</c:v>
                </c:pt>
                <c:pt idx="3346">
                  <c:v>5.5</c:v>
                </c:pt>
                <c:pt idx="3347">
                  <c:v>6.787</c:v>
                </c:pt>
                <c:pt idx="3348">
                  <c:v>6.9</c:v>
                </c:pt>
                <c:pt idx="3349">
                  <c:v>7.846</c:v>
                </c:pt>
                <c:pt idx="3350">
                  <c:v>6.4</c:v>
                </c:pt>
                <c:pt idx="3351">
                  <c:v>7.137</c:v>
                </c:pt>
                <c:pt idx="3352">
                  <c:v>6.71</c:v>
                </c:pt>
                <c:pt idx="3353">
                  <c:v>6.327</c:v>
                </c:pt>
                <c:pt idx="3354">
                  <c:v>6.7</c:v>
                </c:pt>
                <c:pt idx="3355">
                  <c:v>7.096</c:v>
                </c:pt>
                <c:pt idx="3356">
                  <c:v>7.1</c:v>
                </c:pt>
                <c:pt idx="3357">
                  <c:v>5.6</c:v>
                </c:pt>
                <c:pt idx="3358">
                  <c:v>6.863</c:v>
                </c:pt>
                <c:pt idx="3359">
                  <c:v>6.6</c:v>
                </c:pt>
                <c:pt idx="3360">
                  <c:v>6.7</c:v>
                </c:pt>
                <c:pt idx="3361">
                  <c:v>6.8</c:v>
                </c:pt>
                <c:pt idx="3362">
                  <c:v>5.105</c:v>
                </c:pt>
                <c:pt idx="3363">
                  <c:v>6.799</c:v>
                </c:pt>
                <c:pt idx="3364">
                  <c:v>6.7</c:v>
                </c:pt>
                <c:pt idx="3365">
                  <c:v>7.4</c:v>
                </c:pt>
                <c:pt idx="3366">
                  <c:v>4.9</c:v>
                </c:pt>
                <c:pt idx="3367">
                  <c:v>5.297</c:v>
                </c:pt>
                <c:pt idx="3368">
                  <c:v>7.9</c:v>
                </c:pt>
                <c:pt idx="3369">
                  <c:v>5.874</c:v>
                </c:pt>
                <c:pt idx="3370">
                  <c:v>6.4</c:v>
                </c:pt>
                <c:pt idx="3371">
                  <c:v>6.5</c:v>
                </c:pt>
                <c:pt idx="3372">
                  <c:v>6.041</c:v>
                </c:pt>
                <c:pt idx="3373">
                  <c:v>6.554</c:v>
                </c:pt>
                <c:pt idx="3374">
                  <c:v>6.985</c:v>
                </c:pt>
                <c:pt idx="3375">
                  <c:v>5.8</c:v>
                </c:pt>
                <c:pt idx="3376">
                  <c:v>6.6</c:v>
                </c:pt>
                <c:pt idx="3377">
                  <c:v>6.186</c:v>
                </c:pt>
                <c:pt idx="3378">
                  <c:v>6.6</c:v>
                </c:pt>
                <c:pt idx="3379">
                  <c:v>6.809</c:v>
                </c:pt>
                <c:pt idx="3380">
                  <c:v>7.117</c:v>
                </c:pt>
                <c:pt idx="3381">
                  <c:v>7.5</c:v>
                </c:pt>
                <c:pt idx="3382">
                  <c:v>6.2</c:v>
                </c:pt>
                <c:pt idx="3383">
                  <c:v>5.54</c:v>
                </c:pt>
                <c:pt idx="3384">
                  <c:v>6.2</c:v>
                </c:pt>
                <c:pt idx="3385">
                  <c:v>5.8</c:v>
                </c:pt>
                <c:pt idx="3386">
                  <c:v>6.5</c:v>
                </c:pt>
                <c:pt idx="3387">
                  <c:v>8</c:v>
                </c:pt>
                <c:pt idx="3388">
                  <c:v>6.4</c:v>
                </c:pt>
                <c:pt idx="3389">
                  <c:v>6.2</c:v>
                </c:pt>
                <c:pt idx="3390">
                  <c:v>5.505</c:v>
                </c:pt>
                <c:pt idx="3391">
                  <c:v>7.7</c:v>
                </c:pt>
                <c:pt idx="3392">
                  <c:v>5.4</c:v>
                </c:pt>
                <c:pt idx="3393">
                  <c:v>6.376</c:v>
                </c:pt>
                <c:pt idx="3394">
                  <c:v>6.8</c:v>
                </c:pt>
                <c:pt idx="3395">
                  <c:v>6.3</c:v>
                </c:pt>
                <c:pt idx="3396">
                  <c:v>5.9</c:v>
                </c:pt>
                <c:pt idx="3397">
                  <c:v>6.61</c:v>
                </c:pt>
                <c:pt idx="3398">
                  <c:v>5.5</c:v>
                </c:pt>
                <c:pt idx="3399">
                  <c:v>5.4</c:v>
                </c:pt>
                <c:pt idx="3400">
                  <c:v>5.8</c:v>
                </c:pt>
                <c:pt idx="3401">
                  <c:v>5.9</c:v>
                </c:pt>
                <c:pt idx="3402">
                  <c:v>5.9</c:v>
                </c:pt>
                <c:pt idx="3403">
                  <c:v>7.37</c:v>
                </c:pt>
                <c:pt idx="3404">
                  <c:v>4.9</c:v>
                </c:pt>
                <c:pt idx="3405">
                  <c:v>6.9</c:v>
                </c:pt>
                <c:pt idx="3406">
                  <c:v>6.091</c:v>
                </c:pt>
                <c:pt idx="3407">
                  <c:v>6.274</c:v>
                </c:pt>
                <c:pt idx="3408">
                  <c:v>5.8</c:v>
                </c:pt>
                <c:pt idx="3409">
                  <c:v>7.114</c:v>
                </c:pt>
                <c:pt idx="3410">
                  <c:v>6.3</c:v>
                </c:pt>
                <c:pt idx="3411">
                  <c:v>6.3</c:v>
                </c:pt>
                <c:pt idx="3412">
                  <c:v>6.3</c:v>
                </c:pt>
                <c:pt idx="3413">
                  <c:v>6.053</c:v>
                </c:pt>
                <c:pt idx="3414">
                  <c:v>6.6</c:v>
                </c:pt>
                <c:pt idx="3415">
                  <c:v>6.007</c:v>
                </c:pt>
                <c:pt idx="3416">
                  <c:v>7.1</c:v>
                </c:pt>
                <c:pt idx="3417">
                  <c:v>7.485</c:v>
                </c:pt>
                <c:pt idx="3418">
                  <c:v>7.606</c:v>
                </c:pt>
                <c:pt idx="3419">
                  <c:v>7.9</c:v>
                </c:pt>
                <c:pt idx="3420">
                  <c:v>6.013</c:v>
                </c:pt>
                <c:pt idx="3421">
                  <c:v>6.797</c:v>
                </c:pt>
                <c:pt idx="3422">
                  <c:v>7.6</c:v>
                </c:pt>
                <c:pt idx="3423">
                  <c:v>7.5</c:v>
                </c:pt>
                <c:pt idx="3424">
                  <c:v>6.9</c:v>
                </c:pt>
                <c:pt idx="3425">
                  <c:v>5.9</c:v>
                </c:pt>
                <c:pt idx="3426">
                  <c:v>6.966</c:v>
                </c:pt>
                <c:pt idx="3427">
                  <c:v>7.5</c:v>
                </c:pt>
                <c:pt idx="3428">
                  <c:v>7.394</c:v>
                </c:pt>
                <c:pt idx="3429">
                  <c:v>7.6</c:v>
                </c:pt>
                <c:pt idx="3430">
                  <c:v>7.2</c:v>
                </c:pt>
                <c:pt idx="3431">
                  <c:v>5.9</c:v>
                </c:pt>
                <c:pt idx="3432">
                  <c:v>7.3</c:v>
                </c:pt>
                <c:pt idx="3433">
                  <c:v>6.3</c:v>
                </c:pt>
                <c:pt idx="3434">
                  <c:v>6.73</c:v>
                </c:pt>
                <c:pt idx="3435">
                  <c:v>5.8</c:v>
                </c:pt>
                <c:pt idx="3436">
                  <c:v>6.1</c:v>
                </c:pt>
                <c:pt idx="3437">
                  <c:v>4.8</c:v>
                </c:pt>
                <c:pt idx="3438">
                  <c:v>5.6</c:v>
                </c:pt>
                <c:pt idx="3439">
                  <c:v>5.9</c:v>
                </c:pt>
                <c:pt idx="3440">
                  <c:v>5.356</c:v>
                </c:pt>
                <c:pt idx="3441">
                  <c:v>6.191</c:v>
                </c:pt>
                <c:pt idx="3442">
                  <c:v>6.374</c:v>
                </c:pt>
                <c:pt idx="3443">
                  <c:v>6.7</c:v>
                </c:pt>
                <c:pt idx="3444">
                  <c:v>6</c:v>
                </c:pt>
                <c:pt idx="3445">
                  <c:v>6.3</c:v>
                </c:pt>
                <c:pt idx="3446">
                  <c:v>6.8</c:v>
                </c:pt>
                <c:pt idx="3447">
                  <c:v>6</c:v>
                </c:pt>
                <c:pt idx="3448">
                  <c:v>7</c:v>
                </c:pt>
                <c:pt idx="3449">
                  <c:v>5.792</c:v>
                </c:pt>
                <c:pt idx="3450">
                  <c:v>7.722</c:v>
                </c:pt>
                <c:pt idx="3451">
                  <c:v>5.7</c:v>
                </c:pt>
                <c:pt idx="3452">
                  <c:v>7.7</c:v>
                </c:pt>
                <c:pt idx="3453">
                  <c:v>7.4</c:v>
                </c:pt>
                <c:pt idx="3454">
                  <c:v>7.3</c:v>
                </c:pt>
                <c:pt idx="3455">
                  <c:v>6.3</c:v>
                </c:pt>
                <c:pt idx="3456">
                  <c:v>6.993</c:v>
                </c:pt>
                <c:pt idx="3457">
                  <c:v>4.3</c:v>
                </c:pt>
                <c:pt idx="3458">
                  <c:v>5.511</c:v>
                </c:pt>
                <c:pt idx="3459">
                  <c:v>7.3</c:v>
                </c:pt>
                <c:pt idx="3460">
                  <c:v>6.6</c:v>
                </c:pt>
                <c:pt idx="3461">
                  <c:v>6.6</c:v>
                </c:pt>
                <c:pt idx="3462">
                  <c:v>6.292</c:v>
                </c:pt>
                <c:pt idx="3463">
                  <c:v>7.3</c:v>
                </c:pt>
                <c:pt idx="3464">
                  <c:v>7.736</c:v>
                </c:pt>
                <c:pt idx="3465">
                  <c:v>7.2</c:v>
                </c:pt>
                <c:pt idx="3466">
                  <c:v>6.1</c:v>
                </c:pt>
                <c:pt idx="3467">
                  <c:v>6.258</c:v>
                </c:pt>
                <c:pt idx="3468">
                  <c:v>5.3</c:v>
                </c:pt>
                <c:pt idx="3469">
                  <c:v>7</c:v>
                </c:pt>
                <c:pt idx="3470">
                  <c:v>5.6</c:v>
                </c:pt>
                <c:pt idx="3471">
                  <c:v>7.406</c:v>
                </c:pt>
                <c:pt idx="3472">
                  <c:v>7.4</c:v>
                </c:pt>
                <c:pt idx="3473">
                  <c:v>6.8</c:v>
                </c:pt>
                <c:pt idx="3474">
                  <c:v>6.683</c:v>
                </c:pt>
                <c:pt idx="3475">
                  <c:v>7.6</c:v>
                </c:pt>
                <c:pt idx="3476">
                  <c:v>7.2</c:v>
                </c:pt>
                <c:pt idx="3477">
                  <c:v>6.7</c:v>
                </c:pt>
                <c:pt idx="3478">
                  <c:v>6.475</c:v>
                </c:pt>
                <c:pt idx="3479">
                  <c:v>7</c:v>
                </c:pt>
                <c:pt idx="3480">
                  <c:v>6.3</c:v>
                </c:pt>
                <c:pt idx="3481">
                  <c:v>8.1</c:v>
                </c:pt>
                <c:pt idx="3482">
                  <c:v>6.516</c:v>
                </c:pt>
                <c:pt idx="3483">
                  <c:v>5.254</c:v>
                </c:pt>
                <c:pt idx="3484">
                  <c:v>4.942</c:v>
                </c:pt>
                <c:pt idx="3485">
                  <c:v>4.5</c:v>
                </c:pt>
                <c:pt idx="3486">
                  <c:v>6.803</c:v>
                </c:pt>
                <c:pt idx="3487">
                  <c:v>5.8</c:v>
                </c:pt>
                <c:pt idx="3488">
                  <c:v>4.9</c:v>
                </c:pt>
                <c:pt idx="3489">
                  <c:v>6.707</c:v>
                </c:pt>
                <c:pt idx="3490">
                  <c:v>5.4</c:v>
                </c:pt>
                <c:pt idx="3491">
                  <c:v>6.4</c:v>
                </c:pt>
                <c:pt idx="3492">
                  <c:v>8.2</c:v>
                </c:pt>
                <c:pt idx="3493">
                  <c:v>6.3</c:v>
                </c:pt>
                <c:pt idx="3494">
                  <c:v>5.599</c:v>
                </c:pt>
                <c:pt idx="3495">
                  <c:v>6.3</c:v>
                </c:pt>
                <c:pt idx="3496">
                  <c:v>5.5</c:v>
                </c:pt>
                <c:pt idx="3497">
                  <c:v>7.1</c:v>
                </c:pt>
                <c:pt idx="3498">
                  <c:v>6.7</c:v>
                </c:pt>
                <c:pt idx="3499">
                  <c:v>5.1</c:v>
                </c:pt>
                <c:pt idx="3500">
                  <c:v>7.213</c:v>
                </c:pt>
                <c:pt idx="3501">
                  <c:v>6.4</c:v>
                </c:pt>
                <c:pt idx="3502">
                  <c:v>5.2</c:v>
                </c:pt>
                <c:pt idx="3503">
                  <c:v>3.9</c:v>
                </c:pt>
                <c:pt idx="3504">
                  <c:v>6.5</c:v>
                </c:pt>
                <c:pt idx="3505">
                  <c:v>6.486</c:v>
                </c:pt>
                <c:pt idx="3506">
                  <c:v>6.1</c:v>
                </c:pt>
                <c:pt idx="3507">
                  <c:v>6</c:v>
                </c:pt>
                <c:pt idx="3508">
                  <c:v>7</c:v>
                </c:pt>
                <c:pt idx="3509">
                  <c:v>6.3</c:v>
                </c:pt>
                <c:pt idx="3510">
                  <c:v>7.581</c:v>
                </c:pt>
                <c:pt idx="3511">
                  <c:v>6.9</c:v>
                </c:pt>
                <c:pt idx="3512">
                  <c:v>6.1</c:v>
                </c:pt>
                <c:pt idx="3513">
                  <c:v>5.3</c:v>
                </c:pt>
                <c:pt idx="3514">
                  <c:v>6</c:v>
                </c:pt>
                <c:pt idx="3515">
                  <c:v>6.8</c:v>
                </c:pt>
                <c:pt idx="3516">
                  <c:v>7.052</c:v>
                </c:pt>
                <c:pt idx="3517">
                  <c:v>6</c:v>
                </c:pt>
                <c:pt idx="3518">
                  <c:v>6.5</c:v>
                </c:pt>
                <c:pt idx="3519">
                  <c:v>6.2</c:v>
                </c:pt>
                <c:pt idx="3520">
                  <c:v>6.2</c:v>
                </c:pt>
                <c:pt idx="3521">
                  <c:v>6</c:v>
                </c:pt>
                <c:pt idx="3522">
                  <c:v>5.1</c:v>
                </c:pt>
                <c:pt idx="3523">
                  <c:v>6.623</c:v>
                </c:pt>
                <c:pt idx="3524">
                  <c:v>5.5</c:v>
                </c:pt>
                <c:pt idx="3525">
                  <c:v>8</c:v>
                </c:pt>
                <c:pt idx="3526">
                  <c:v>6.556</c:v>
                </c:pt>
                <c:pt idx="3527">
                  <c:v>6.653</c:v>
                </c:pt>
                <c:pt idx="3528">
                  <c:v>7.117</c:v>
                </c:pt>
                <c:pt idx="3529">
                  <c:v>6.4</c:v>
                </c:pt>
                <c:pt idx="3530">
                  <c:v>6.9</c:v>
                </c:pt>
                <c:pt idx="3531">
                  <c:v>6.9</c:v>
                </c:pt>
                <c:pt idx="3532">
                  <c:v>4.8</c:v>
                </c:pt>
                <c:pt idx="3533">
                  <c:v>5.306</c:v>
                </c:pt>
                <c:pt idx="3534">
                  <c:v>6.2</c:v>
                </c:pt>
                <c:pt idx="3535">
                  <c:v>7.993</c:v>
                </c:pt>
                <c:pt idx="3536">
                  <c:v>5.9</c:v>
                </c:pt>
                <c:pt idx="3537">
                  <c:v>6.1</c:v>
                </c:pt>
                <c:pt idx="3538">
                  <c:v>6.8</c:v>
                </c:pt>
                <c:pt idx="3539">
                  <c:v>5.1</c:v>
                </c:pt>
                <c:pt idx="3540">
                  <c:v>6.763</c:v>
                </c:pt>
                <c:pt idx="3541">
                  <c:v>6.933</c:v>
                </c:pt>
                <c:pt idx="3542">
                  <c:v>4.762</c:v>
                </c:pt>
                <c:pt idx="3543">
                  <c:v>4.8</c:v>
                </c:pt>
                <c:pt idx="3544">
                  <c:v>5.733</c:v>
                </c:pt>
                <c:pt idx="3545">
                  <c:v>4.9</c:v>
                </c:pt>
                <c:pt idx="3546">
                  <c:v>5.952</c:v>
                </c:pt>
                <c:pt idx="3547">
                  <c:v>7.2</c:v>
                </c:pt>
                <c:pt idx="3548">
                  <c:v>4.7</c:v>
                </c:pt>
                <c:pt idx="3549">
                  <c:v>6.1</c:v>
                </c:pt>
                <c:pt idx="3550">
                  <c:v>3.9</c:v>
                </c:pt>
                <c:pt idx="3551">
                  <c:v>7.1</c:v>
                </c:pt>
                <c:pt idx="3552">
                  <c:v>5.902</c:v>
                </c:pt>
                <c:pt idx="3553">
                  <c:v>7.7</c:v>
                </c:pt>
                <c:pt idx="3554">
                  <c:v>5.968</c:v>
                </c:pt>
                <c:pt idx="3555">
                  <c:v>6.6</c:v>
                </c:pt>
                <c:pt idx="3556">
                  <c:v>7.143</c:v>
                </c:pt>
                <c:pt idx="3557">
                  <c:v>4.932</c:v>
                </c:pt>
                <c:pt idx="3558">
                  <c:v>6.859</c:v>
                </c:pt>
                <c:pt idx="3559">
                  <c:v>6.5</c:v>
                </c:pt>
                <c:pt idx="3560">
                  <c:v>6.6</c:v>
                </c:pt>
                <c:pt idx="3561">
                  <c:v>6.982</c:v>
                </c:pt>
                <c:pt idx="3562">
                  <c:v>6.666</c:v>
                </c:pt>
                <c:pt idx="3563">
                  <c:v>6.6</c:v>
                </c:pt>
                <c:pt idx="3564">
                  <c:v>4.555</c:v>
                </c:pt>
                <c:pt idx="3565">
                  <c:v>6.2</c:v>
                </c:pt>
                <c:pt idx="3566">
                  <c:v>4.9</c:v>
                </c:pt>
                <c:pt idx="3567">
                  <c:v>6.612</c:v>
                </c:pt>
                <c:pt idx="3568">
                  <c:v>6.2</c:v>
                </c:pt>
                <c:pt idx="3569">
                  <c:v>5.7</c:v>
                </c:pt>
                <c:pt idx="3570">
                  <c:v>6.9</c:v>
                </c:pt>
                <c:pt idx="3571">
                  <c:v>6.6</c:v>
                </c:pt>
                <c:pt idx="3572">
                  <c:v>5.5</c:v>
                </c:pt>
                <c:pt idx="3573">
                  <c:v>6.31</c:v>
                </c:pt>
                <c:pt idx="3574">
                  <c:v>6.5</c:v>
                </c:pt>
                <c:pt idx="3575">
                  <c:v>6.5</c:v>
                </c:pt>
                <c:pt idx="3576">
                  <c:v>7</c:v>
                </c:pt>
                <c:pt idx="3577">
                  <c:v>7.041</c:v>
                </c:pt>
                <c:pt idx="3578">
                  <c:v>4.8</c:v>
                </c:pt>
                <c:pt idx="3579">
                  <c:v>5.521</c:v>
                </c:pt>
                <c:pt idx="3580">
                  <c:v>6.3</c:v>
                </c:pt>
                <c:pt idx="3581">
                  <c:v>5.6</c:v>
                </c:pt>
                <c:pt idx="3582">
                  <c:v>5.461</c:v>
                </c:pt>
                <c:pt idx="3583">
                  <c:v>6.185</c:v>
                </c:pt>
                <c:pt idx="3584">
                  <c:v>6.2</c:v>
                </c:pt>
                <c:pt idx="3585">
                  <c:v>5.308</c:v>
                </c:pt>
                <c:pt idx="3586">
                  <c:v>6.018</c:v>
                </c:pt>
                <c:pt idx="3587">
                  <c:v>6.4</c:v>
                </c:pt>
                <c:pt idx="3588">
                  <c:v>7.322</c:v>
                </c:pt>
                <c:pt idx="3589">
                  <c:v>5.8</c:v>
                </c:pt>
                <c:pt idx="3590">
                  <c:v>5.7</c:v>
                </c:pt>
                <c:pt idx="3591">
                  <c:v>8</c:v>
                </c:pt>
                <c:pt idx="3592">
                  <c:v>6.426</c:v>
                </c:pt>
                <c:pt idx="3593">
                  <c:v>7.2</c:v>
                </c:pt>
                <c:pt idx="3594">
                  <c:v>6.5</c:v>
                </c:pt>
                <c:pt idx="3595">
                  <c:v>6.6</c:v>
                </c:pt>
                <c:pt idx="3596">
                  <c:v>4.8</c:v>
                </c:pt>
                <c:pt idx="3597">
                  <c:v>5.4</c:v>
                </c:pt>
                <c:pt idx="3598">
                  <c:v>6.751</c:v>
                </c:pt>
                <c:pt idx="3599">
                  <c:v>6.2</c:v>
                </c:pt>
                <c:pt idx="3600">
                  <c:v>6.867</c:v>
                </c:pt>
                <c:pt idx="3601">
                  <c:v>5.7</c:v>
                </c:pt>
                <c:pt idx="3602">
                  <c:v>6.8</c:v>
                </c:pt>
                <c:pt idx="3603">
                  <c:v>7.1</c:v>
                </c:pt>
                <c:pt idx="3604">
                  <c:v>7.6</c:v>
                </c:pt>
                <c:pt idx="3605">
                  <c:v>7.2</c:v>
                </c:pt>
                <c:pt idx="3606">
                  <c:v>5.8</c:v>
                </c:pt>
                <c:pt idx="3607">
                  <c:v>5.9</c:v>
                </c:pt>
                <c:pt idx="3608">
                  <c:v>7.1</c:v>
                </c:pt>
                <c:pt idx="3609">
                  <c:v>6.122</c:v>
                </c:pt>
                <c:pt idx="3610">
                  <c:v>6.8</c:v>
                </c:pt>
                <c:pt idx="3611">
                  <c:v>6.1</c:v>
                </c:pt>
                <c:pt idx="3612">
                  <c:v>7.7</c:v>
                </c:pt>
                <c:pt idx="3613">
                  <c:v>6.3</c:v>
                </c:pt>
                <c:pt idx="3614">
                  <c:v>5.5</c:v>
                </c:pt>
                <c:pt idx="3615">
                  <c:v>7.7</c:v>
                </c:pt>
                <c:pt idx="3616">
                  <c:v>7.1</c:v>
                </c:pt>
                <c:pt idx="3617">
                  <c:v>5.8</c:v>
                </c:pt>
                <c:pt idx="3618">
                  <c:v>5.9</c:v>
                </c:pt>
                <c:pt idx="3619">
                  <c:v>6</c:v>
                </c:pt>
                <c:pt idx="3620">
                  <c:v>6.5</c:v>
                </c:pt>
                <c:pt idx="3621">
                  <c:v>6.48</c:v>
                </c:pt>
                <c:pt idx="3622">
                  <c:v>5.9</c:v>
                </c:pt>
                <c:pt idx="3623">
                  <c:v>6.5</c:v>
                </c:pt>
                <c:pt idx="3624">
                  <c:v>7.681</c:v>
                </c:pt>
                <c:pt idx="3625">
                  <c:v>7.4</c:v>
                </c:pt>
                <c:pt idx="3626">
                  <c:v>6.1</c:v>
                </c:pt>
                <c:pt idx="3627">
                  <c:v>5.593</c:v>
                </c:pt>
                <c:pt idx="3628">
                  <c:v>7.041</c:v>
                </c:pt>
                <c:pt idx="3629">
                  <c:v>7</c:v>
                </c:pt>
                <c:pt idx="3630">
                  <c:v>7.5</c:v>
                </c:pt>
                <c:pt idx="3631">
                  <c:v>7.2</c:v>
                </c:pt>
                <c:pt idx="3632">
                  <c:v>6.5</c:v>
                </c:pt>
                <c:pt idx="3633">
                  <c:v>6.1</c:v>
                </c:pt>
                <c:pt idx="3634">
                  <c:v>7.272</c:v>
                </c:pt>
                <c:pt idx="3635">
                  <c:v>5.5</c:v>
                </c:pt>
                <c:pt idx="3636">
                  <c:v>5.9</c:v>
                </c:pt>
                <c:pt idx="3637">
                  <c:v>5.5</c:v>
                </c:pt>
                <c:pt idx="3638">
                  <c:v>4.783</c:v>
                </c:pt>
                <c:pt idx="3639">
                  <c:v>6.638</c:v>
                </c:pt>
                <c:pt idx="3640">
                  <c:v>6.4</c:v>
                </c:pt>
                <c:pt idx="3641">
                  <c:v>6.4</c:v>
                </c:pt>
                <c:pt idx="3642">
                  <c:v>5.6</c:v>
                </c:pt>
                <c:pt idx="3643">
                  <c:v>6.043</c:v>
                </c:pt>
                <c:pt idx="3644">
                  <c:v>7.5</c:v>
                </c:pt>
                <c:pt idx="3645">
                  <c:v>5.6</c:v>
                </c:pt>
                <c:pt idx="3646">
                  <c:v>6.7</c:v>
                </c:pt>
                <c:pt idx="3647">
                  <c:v>5</c:v>
                </c:pt>
                <c:pt idx="3648">
                  <c:v>6.1</c:v>
                </c:pt>
                <c:pt idx="3649">
                  <c:v>8</c:v>
                </c:pt>
                <c:pt idx="3650">
                  <c:v>6.9</c:v>
                </c:pt>
                <c:pt idx="3651">
                  <c:v>7.4</c:v>
                </c:pt>
                <c:pt idx="3652">
                  <c:v>6.7</c:v>
                </c:pt>
                <c:pt idx="3653">
                  <c:v>6.6</c:v>
                </c:pt>
                <c:pt idx="3654">
                  <c:v>6.9</c:v>
                </c:pt>
                <c:pt idx="3655">
                  <c:v>5.501</c:v>
                </c:pt>
                <c:pt idx="3656">
                  <c:v>6.173</c:v>
                </c:pt>
                <c:pt idx="3657">
                  <c:v>6.8</c:v>
                </c:pt>
                <c:pt idx="3658">
                  <c:v>6.4</c:v>
                </c:pt>
                <c:pt idx="3659">
                  <c:v>6.4</c:v>
                </c:pt>
                <c:pt idx="3660">
                  <c:v>6.909</c:v>
                </c:pt>
                <c:pt idx="3661">
                  <c:v>6.9</c:v>
                </c:pt>
                <c:pt idx="3662">
                  <c:v>6.9</c:v>
                </c:pt>
                <c:pt idx="3663">
                  <c:v>6.4</c:v>
                </c:pt>
                <c:pt idx="3664">
                  <c:v>6.5</c:v>
                </c:pt>
                <c:pt idx="3665">
                  <c:v>6.9</c:v>
                </c:pt>
                <c:pt idx="3666">
                  <c:v>3.6</c:v>
                </c:pt>
                <c:pt idx="3667">
                  <c:v>7.2</c:v>
                </c:pt>
                <c:pt idx="3668">
                  <c:v>5.8</c:v>
                </c:pt>
                <c:pt idx="3669">
                  <c:v>7.2</c:v>
                </c:pt>
                <c:pt idx="3670">
                  <c:v>5.869</c:v>
                </c:pt>
                <c:pt idx="3671">
                  <c:v>6.996</c:v>
                </c:pt>
                <c:pt idx="3672">
                  <c:v>6.061</c:v>
                </c:pt>
                <c:pt idx="3673">
                  <c:v>6.902</c:v>
                </c:pt>
                <c:pt idx="3674">
                  <c:v>5.9</c:v>
                </c:pt>
                <c:pt idx="3675">
                  <c:v>6</c:v>
                </c:pt>
                <c:pt idx="3676">
                  <c:v>5.843</c:v>
                </c:pt>
                <c:pt idx="3677">
                  <c:v>7.4</c:v>
                </c:pt>
                <c:pt idx="3678">
                  <c:v>5.84</c:v>
                </c:pt>
                <c:pt idx="3679">
                  <c:v>5.668</c:v>
                </c:pt>
                <c:pt idx="3680">
                  <c:v>5.395</c:v>
                </c:pt>
                <c:pt idx="3681">
                  <c:v>5.5</c:v>
                </c:pt>
                <c:pt idx="3682">
                  <c:v>7.8</c:v>
                </c:pt>
                <c:pt idx="3683">
                  <c:v>7.5</c:v>
                </c:pt>
                <c:pt idx="3684">
                  <c:v>6.2</c:v>
                </c:pt>
                <c:pt idx="3685">
                  <c:v>6</c:v>
                </c:pt>
                <c:pt idx="3686">
                  <c:v>7.263</c:v>
                </c:pt>
                <c:pt idx="3687">
                  <c:v>6.028</c:v>
                </c:pt>
                <c:pt idx="3688">
                  <c:v>6</c:v>
                </c:pt>
                <c:pt idx="3689">
                  <c:v>5.9</c:v>
                </c:pt>
                <c:pt idx="3690">
                  <c:v>6.9</c:v>
                </c:pt>
                <c:pt idx="3691">
                  <c:v>5.8</c:v>
                </c:pt>
                <c:pt idx="3692">
                  <c:v>5.8</c:v>
                </c:pt>
                <c:pt idx="3693">
                  <c:v>5.063</c:v>
                </c:pt>
                <c:pt idx="3694">
                  <c:v>6.6</c:v>
                </c:pt>
                <c:pt idx="3695">
                  <c:v>5.1</c:v>
                </c:pt>
                <c:pt idx="3696">
                  <c:v>5.3</c:v>
                </c:pt>
                <c:pt idx="3697">
                  <c:v>5.11</c:v>
                </c:pt>
                <c:pt idx="3698">
                  <c:v>6.012</c:v>
                </c:pt>
                <c:pt idx="3699">
                  <c:v>6.013</c:v>
                </c:pt>
                <c:pt idx="3700">
                  <c:v>4.9</c:v>
                </c:pt>
                <c:pt idx="3701">
                  <c:v>6</c:v>
                </c:pt>
                <c:pt idx="3702">
                  <c:v>6.1</c:v>
                </c:pt>
                <c:pt idx="3703">
                  <c:v>6.6</c:v>
                </c:pt>
                <c:pt idx="3704">
                  <c:v>7</c:v>
                </c:pt>
                <c:pt idx="3705">
                  <c:v>6.6</c:v>
                </c:pt>
                <c:pt idx="3706">
                  <c:v>4.9</c:v>
                </c:pt>
                <c:pt idx="3707">
                  <c:v>6.7</c:v>
                </c:pt>
                <c:pt idx="3708">
                  <c:v>5.5</c:v>
                </c:pt>
                <c:pt idx="3709">
                  <c:v>6.1</c:v>
                </c:pt>
                <c:pt idx="3710">
                  <c:v>6.7</c:v>
                </c:pt>
                <c:pt idx="3711">
                  <c:v>6.4</c:v>
                </c:pt>
                <c:pt idx="3712">
                  <c:v>6.5</c:v>
                </c:pt>
                <c:pt idx="3713">
                  <c:v>7.5</c:v>
                </c:pt>
                <c:pt idx="3714">
                  <c:v>6.621</c:v>
                </c:pt>
                <c:pt idx="3715">
                  <c:v>6.7</c:v>
                </c:pt>
                <c:pt idx="3716">
                  <c:v>6.121</c:v>
                </c:pt>
                <c:pt idx="3717">
                  <c:v>7.3</c:v>
                </c:pt>
                <c:pt idx="3718">
                  <c:v>5.2</c:v>
                </c:pt>
                <c:pt idx="3719">
                  <c:v>6.9</c:v>
                </c:pt>
                <c:pt idx="3720">
                  <c:v>6</c:v>
                </c:pt>
                <c:pt idx="3721">
                  <c:v>6.582</c:v>
                </c:pt>
                <c:pt idx="3722">
                  <c:v>7.1</c:v>
                </c:pt>
                <c:pt idx="3723">
                  <c:v>5.9</c:v>
                </c:pt>
                <c:pt idx="3724">
                  <c:v>6.4</c:v>
                </c:pt>
                <c:pt idx="3725">
                  <c:v>6.5</c:v>
                </c:pt>
                <c:pt idx="3726">
                  <c:v>4.799</c:v>
                </c:pt>
                <c:pt idx="3727">
                  <c:v>7.3</c:v>
                </c:pt>
                <c:pt idx="3728">
                  <c:v>5.836</c:v>
                </c:pt>
                <c:pt idx="3729">
                  <c:v>5.2</c:v>
                </c:pt>
                <c:pt idx="3730">
                  <c:v>5.843</c:v>
                </c:pt>
                <c:pt idx="3731">
                  <c:v>6.365</c:v>
                </c:pt>
                <c:pt idx="3732">
                  <c:v>6.5</c:v>
                </c:pt>
                <c:pt idx="3733">
                  <c:v>7.1</c:v>
                </c:pt>
                <c:pt idx="3734">
                  <c:v>5.9</c:v>
                </c:pt>
                <c:pt idx="3735">
                  <c:v>7.4</c:v>
                </c:pt>
                <c:pt idx="3736">
                  <c:v>4.2</c:v>
                </c:pt>
                <c:pt idx="3737">
                  <c:v>6.36</c:v>
                </c:pt>
                <c:pt idx="3738">
                  <c:v>6.341</c:v>
                </c:pt>
                <c:pt idx="3739">
                  <c:v>5.9</c:v>
                </c:pt>
                <c:pt idx="3740">
                  <c:v>6.5</c:v>
                </c:pt>
                <c:pt idx="3741">
                  <c:v>5.9</c:v>
                </c:pt>
                <c:pt idx="3742">
                  <c:v>6.3</c:v>
                </c:pt>
                <c:pt idx="3743">
                  <c:v>7.4</c:v>
                </c:pt>
                <c:pt idx="3744">
                  <c:v>6.4</c:v>
                </c:pt>
                <c:pt idx="3745">
                  <c:v>5.234</c:v>
                </c:pt>
                <c:pt idx="3746">
                  <c:v>6.9</c:v>
                </c:pt>
                <c:pt idx="3747">
                  <c:v>5.2</c:v>
                </c:pt>
                <c:pt idx="3748">
                  <c:v>5.4</c:v>
                </c:pt>
                <c:pt idx="3749">
                  <c:v>5.2</c:v>
                </c:pt>
                <c:pt idx="3750">
                  <c:v>6.7</c:v>
                </c:pt>
                <c:pt idx="3751">
                  <c:v>6.483</c:v>
                </c:pt>
                <c:pt idx="3752">
                  <c:v>6.1</c:v>
                </c:pt>
                <c:pt idx="3753">
                  <c:v>7.354</c:v>
                </c:pt>
                <c:pt idx="3754">
                  <c:v>5.322</c:v>
                </c:pt>
                <c:pt idx="3755">
                  <c:v>6.196</c:v>
                </c:pt>
                <c:pt idx="3756">
                  <c:v>6.8</c:v>
                </c:pt>
                <c:pt idx="3757">
                  <c:v>5.4</c:v>
                </c:pt>
                <c:pt idx="3758">
                  <c:v>5.9</c:v>
                </c:pt>
                <c:pt idx="3759">
                  <c:v>5.917</c:v>
                </c:pt>
                <c:pt idx="3760">
                  <c:v>7.4</c:v>
                </c:pt>
                <c:pt idx="3761">
                  <c:v>5.5</c:v>
                </c:pt>
                <c:pt idx="3762">
                  <c:v>5.3</c:v>
                </c:pt>
                <c:pt idx="3763">
                  <c:v>6.091</c:v>
                </c:pt>
                <c:pt idx="3764">
                  <c:v>5</c:v>
                </c:pt>
                <c:pt idx="3765">
                  <c:v>7.005</c:v>
                </c:pt>
                <c:pt idx="3766">
                  <c:v>6.633</c:v>
                </c:pt>
                <c:pt idx="3767">
                  <c:v>6.763</c:v>
                </c:pt>
                <c:pt idx="3768">
                  <c:v>6.8</c:v>
                </c:pt>
                <c:pt idx="3769">
                  <c:v>7</c:v>
                </c:pt>
                <c:pt idx="3770">
                  <c:v>6.5</c:v>
                </c:pt>
                <c:pt idx="3771">
                  <c:v>7.562</c:v>
                </c:pt>
                <c:pt idx="3772">
                  <c:v>4.8</c:v>
                </c:pt>
                <c:pt idx="3773">
                  <c:v>5.6</c:v>
                </c:pt>
                <c:pt idx="3774">
                  <c:v>5.757</c:v>
                </c:pt>
                <c:pt idx="3775">
                  <c:v>5.459</c:v>
                </c:pt>
                <c:pt idx="3776">
                  <c:v>5.1</c:v>
                </c:pt>
                <c:pt idx="3777">
                  <c:v>6.7</c:v>
                </c:pt>
                <c:pt idx="3778">
                  <c:v>7.421</c:v>
                </c:pt>
                <c:pt idx="3779">
                  <c:v>4.9</c:v>
                </c:pt>
                <c:pt idx="3780">
                  <c:v>7.3</c:v>
                </c:pt>
                <c:pt idx="3781">
                  <c:v>5.7</c:v>
                </c:pt>
                <c:pt idx="3782">
                  <c:v>6.7</c:v>
                </c:pt>
                <c:pt idx="3783">
                  <c:v>6.252</c:v>
                </c:pt>
                <c:pt idx="3784">
                  <c:v>6.1</c:v>
                </c:pt>
                <c:pt idx="3785">
                  <c:v>6</c:v>
                </c:pt>
                <c:pt idx="3786">
                  <c:v>5.8</c:v>
                </c:pt>
                <c:pt idx="3787">
                  <c:v>6.9</c:v>
                </c:pt>
                <c:pt idx="3788">
                  <c:v>5.303</c:v>
                </c:pt>
                <c:pt idx="3789">
                  <c:v>5.7</c:v>
                </c:pt>
                <c:pt idx="3790">
                  <c:v>7</c:v>
                </c:pt>
                <c:pt idx="3791">
                  <c:v>6.018</c:v>
                </c:pt>
                <c:pt idx="3792">
                  <c:v>6.8</c:v>
                </c:pt>
                <c:pt idx="3793">
                  <c:v>4.8</c:v>
                </c:pt>
                <c:pt idx="3794">
                  <c:v>6.5</c:v>
                </c:pt>
                <c:pt idx="3795">
                  <c:v>5.8</c:v>
                </c:pt>
                <c:pt idx="3796">
                  <c:v>4.65</c:v>
                </c:pt>
                <c:pt idx="3797">
                  <c:v>7.837</c:v>
                </c:pt>
                <c:pt idx="3798">
                  <c:v>6.8</c:v>
                </c:pt>
                <c:pt idx="3799">
                  <c:v>6.689</c:v>
                </c:pt>
                <c:pt idx="3800">
                  <c:v>7.4</c:v>
                </c:pt>
                <c:pt idx="3801">
                  <c:v>6.5</c:v>
                </c:pt>
                <c:pt idx="3802">
                  <c:v>6.5</c:v>
                </c:pt>
                <c:pt idx="3803">
                  <c:v>6.8</c:v>
                </c:pt>
                <c:pt idx="3804">
                  <c:v>8.106</c:v>
                </c:pt>
                <c:pt idx="3805">
                  <c:v>6.568</c:v>
                </c:pt>
                <c:pt idx="3806">
                  <c:v>6.3</c:v>
                </c:pt>
                <c:pt idx="3807">
                  <c:v>8.4</c:v>
                </c:pt>
                <c:pt idx="3808">
                  <c:v>7.1</c:v>
                </c:pt>
                <c:pt idx="3809">
                  <c:v>7.3</c:v>
                </c:pt>
                <c:pt idx="3810">
                  <c:v>6.7</c:v>
                </c:pt>
                <c:pt idx="3811">
                  <c:v>7.694</c:v>
                </c:pt>
                <c:pt idx="3812">
                  <c:v>6.3</c:v>
                </c:pt>
                <c:pt idx="3813">
                  <c:v>6.5</c:v>
                </c:pt>
                <c:pt idx="3814">
                  <c:v>4.3</c:v>
                </c:pt>
                <c:pt idx="3815">
                  <c:v>5.5</c:v>
                </c:pt>
                <c:pt idx="3816">
                  <c:v>7.6</c:v>
                </c:pt>
                <c:pt idx="3817">
                  <c:v>7.1</c:v>
                </c:pt>
                <c:pt idx="3818">
                  <c:v>6.1</c:v>
                </c:pt>
                <c:pt idx="3819">
                  <c:v>4.528</c:v>
                </c:pt>
                <c:pt idx="3820">
                  <c:v>7.5</c:v>
                </c:pt>
                <c:pt idx="3821">
                  <c:v>6.4</c:v>
                </c:pt>
                <c:pt idx="3822">
                  <c:v>5.9</c:v>
                </c:pt>
                <c:pt idx="3823">
                  <c:v>7</c:v>
                </c:pt>
                <c:pt idx="3824">
                  <c:v>6.669</c:v>
                </c:pt>
                <c:pt idx="3825">
                  <c:v>6.978</c:v>
                </c:pt>
                <c:pt idx="3826">
                  <c:v>6.9</c:v>
                </c:pt>
                <c:pt idx="3827">
                  <c:v>5</c:v>
                </c:pt>
                <c:pt idx="3828">
                  <c:v>5.8</c:v>
                </c:pt>
                <c:pt idx="3829">
                  <c:v>6.9</c:v>
                </c:pt>
                <c:pt idx="3830">
                  <c:v>7.106</c:v>
                </c:pt>
                <c:pt idx="3831">
                  <c:v>4.975</c:v>
                </c:pt>
                <c:pt idx="3832">
                  <c:v>6.9</c:v>
                </c:pt>
                <c:pt idx="3833">
                  <c:v>5.8</c:v>
                </c:pt>
                <c:pt idx="3834">
                  <c:v>6.1</c:v>
                </c:pt>
                <c:pt idx="3835">
                  <c:v>3.9</c:v>
                </c:pt>
                <c:pt idx="3836">
                  <c:v>6.2</c:v>
                </c:pt>
                <c:pt idx="3837">
                  <c:v>6.8</c:v>
                </c:pt>
                <c:pt idx="3838">
                  <c:v>7.9</c:v>
                </c:pt>
                <c:pt idx="3839">
                  <c:v>5.1</c:v>
                </c:pt>
                <c:pt idx="3840">
                  <c:v>5.8</c:v>
                </c:pt>
                <c:pt idx="3841">
                  <c:v>6.8</c:v>
                </c:pt>
                <c:pt idx="3842">
                  <c:v>6</c:v>
                </c:pt>
                <c:pt idx="3843">
                  <c:v>6.1</c:v>
                </c:pt>
                <c:pt idx="3844">
                  <c:v>4.6</c:v>
                </c:pt>
                <c:pt idx="3845">
                  <c:v>6.21</c:v>
                </c:pt>
                <c:pt idx="3846">
                  <c:v>5</c:v>
                </c:pt>
                <c:pt idx="3847">
                  <c:v>6.5</c:v>
                </c:pt>
                <c:pt idx="3848">
                  <c:v>4.4</c:v>
                </c:pt>
                <c:pt idx="3849">
                  <c:v>5.8</c:v>
                </c:pt>
                <c:pt idx="3850">
                  <c:v>5.9</c:v>
                </c:pt>
                <c:pt idx="3851">
                  <c:v>6.657</c:v>
                </c:pt>
                <c:pt idx="3852">
                  <c:v>5</c:v>
                </c:pt>
                <c:pt idx="3853">
                  <c:v>7.2</c:v>
                </c:pt>
                <c:pt idx="3854">
                  <c:v>7</c:v>
                </c:pt>
                <c:pt idx="3855">
                  <c:v>6.103</c:v>
                </c:pt>
                <c:pt idx="3856">
                  <c:v>5.731</c:v>
                </c:pt>
                <c:pt idx="3857">
                  <c:v>6.799</c:v>
                </c:pt>
                <c:pt idx="3858">
                  <c:v>5.6</c:v>
                </c:pt>
                <c:pt idx="3859">
                  <c:v>7.4</c:v>
                </c:pt>
                <c:pt idx="3860">
                  <c:v>6.3</c:v>
                </c:pt>
                <c:pt idx="3861">
                  <c:v>5.4</c:v>
                </c:pt>
                <c:pt idx="3862">
                  <c:v>5.1</c:v>
                </c:pt>
                <c:pt idx="3863">
                  <c:v>6.6</c:v>
                </c:pt>
                <c:pt idx="3864">
                  <c:v>5.5</c:v>
                </c:pt>
                <c:pt idx="3865">
                  <c:v>6.563</c:v>
                </c:pt>
                <c:pt idx="3866">
                  <c:v>5.6</c:v>
                </c:pt>
                <c:pt idx="3867">
                  <c:v>6.7</c:v>
                </c:pt>
                <c:pt idx="3868">
                  <c:v>6.2</c:v>
                </c:pt>
                <c:pt idx="3869">
                  <c:v>6.5</c:v>
                </c:pt>
                <c:pt idx="3870">
                  <c:v>5.8</c:v>
                </c:pt>
                <c:pt idx="3871">
                  <c:v>7.6</c:v>
                </c:pt>
                <c:pt idx="3872">
                  <c:v>5.7</c:v>
                </c:pt>
                <c:pt idx="3873">
                  <c:v>4</c:v>
                </c:pt>
                <c:pt idx="3874">
                  <c:v>6.7</c:v>
                </c:pt>
                <c:pt idx="3875">
                  <c:v>6.977</c:v>
                </c:pt>
                <c:pt idx="3876">
                  <c:v>5.8</c:v>
                </c:pt>
                <c:pt idx="3877">
                  <c:v>5.3</c:v>
                </c:pt>
                <c:pt idx="3878">
                  <c:v>6.7</c:v>
                </c:pt>
                <c:pt idx="3879">
                  <c:v>5.9</c:v>
                </c:pt>
                <c:pt idx="3880">
                  <c:v>6.178</c:v>
                </c:pt>
                <c:pt idx="3881">
                  <c:v>6.079</c:v>
                </c:pt>
                <c:pt idx="3882">
                  <c:v>5.385</c:v>
                </c:pt>
                <c:pt idx="3883">
                  <c:v>6.4</c:v>
                </c:pt>
                <c:pt idx="3884">
                  <c:v>3</c:v>
                </c:pt>
                <c:pt idx="3885">
                  <c:v>6.971</c:v>
                </c:pt>
                <c:pt idx="3886">
                  <c:v>5.923</c:v>
                </c:pt>
                <c:pt idx="3887">
                  <c:v>6.7</c:v>
                </c:pt>
                <c:pt idx="3888">
                  <c:v>6.2</c:v>
                </c:pt>
                <c:pt idx="3889">
                  <c:v>5.699</c:v>
                </c:pt>
                <c:pt idx="3890">
                  <c:v>3.4</c:v>
                </c:pt>
                <c:pt idx="3891">
                  <c:v>7.4</c:v>
                </c:pt>
                <c:pt idx="3892">
                  <c:v>4.7</c:v>
                </c:pt>
                <c:pt idx="3893">
                  <c:v>7.116</c:v>
                </c:pt>
                <c:pt idx="3894">
                  <c:v>6.562</c:v>
                </c:pt>
                <c:pt idx="3895">
                  <c:v>4.781</c:v>
                </c:pt>
                <c:pt idx="3896">
                  <c:v>5.33</c:v>
                </c:pt>
                <c:pt idx="3897">
                  <c:v>5.1</c:v>
                </c:pt>
                <c:pt idx="3898">
                  <c:v>6.8</c:v>
                </c:pt>
                <c:pt idx="3899">
                  <c:v>6.4</c:v>
                </c:pt>
                <c:pt idx="3900">
                  <c:v>6.6</c:v>
                </c:pt>
                <c:pt idx="3901">
                  <c:v>7.328</c:v>
                </c:pt>
                <c:pt idx="3902">
                  <c:v>5.3</c:v>
                </c:pt>
                <c:pt idx="3903">
                  <c:v>6.6</c:v>
                </c:pt>
                <c:pt idx="3904">
                  <c:v>6.9</c:v>
                </c:pt>
                <c:pt idx="3905">
                  <c:v>6.3</c:v>
                </c:pt>
                <c:pt idx="3906">
                  <c:v>3.925</c:v>
                </c:pt>
                <c:pt idx="3907">
                  <c:v>5.017</c:v>
                </c:pt>
                <c:pt idx="3908">
                  <c:v>7.8</c:v>
                </c:pt>
                <c:pt idx="3909">
                  <c:v>5.4</c:v>
                </c:pt>
                <c:pt idx="3910">
                  <c:v>7.1</c:v>
                </c:pt>
                <c:pt idx="3911">
                  <c:v>5.8</c:v>
                </c:pt>
                <c:pt idx="3912">
                  <c:v>7.5</c:v>
                </c:pt>
                <c:pt idx="3913">
                  <c:v>4.7</c:v>
                </c:pt>
                <c:pt idx="3914">
                  <c:v>4.7</c:v>
                </c:pt>
                <c:pt idx="3915">
                  <c:v>5.735</c:v>
                </c:pt>
                <c:pt idx="3916">
                  <c:v>5.529</c:v>
                </c:pt>
                <c:pt idx="3917">
                  <c:v>6.2</c:v>
                </c:pt>
                <c:pt idx="3918">
                  <c:v>4</c:v>
                </c:pt>
                <c:pt idx="3919">
                  <c:v>6.3</c:v>
                </c:pt>
                <c:pt idx="3920">
                  <c:v>5.1</c:v>
                </c:pt>
                <c:pt idx="3921">
                  <c:v>7.3</c:v>
                </c:pt>
                <c:pt idx="3922">
                  <c:v>5</c:v>
                </c:pt>
                <c:pt idx="3923">
                  <c:v>7.5</c:v>
                </c:pt>
                <c:pt idx="3924">
                  <c:v>6.7</c:v>
                </c:pt>
                <c:pt idx="3925">
                  <c:v>7.5</c:v>
                </c:pt>
                <c:pt idx="3926">
                  <c:v>6.848</c:v>
                </c:pt>
                <c:pt idx="3927">
                  <c:v>6.8</c:v>
                </c:pt>
                <c:pt idx="3928">
                  <c:v>5.6</c:v>
                </c:pt>
                <c:pt idx="3929">
                  <c:v>5.2</c:v>
                </c:pt>
                <c:pt idx="3930">
                  <c:v>5.189</c:v>
                </c:pt>
                <c:pt idx="3931">
                  <c:v>7.3</c:v>
                </c:pt>
                <c:pt idx="3932">
                  <c:v>6.8</c:v>
                </c:pt>
                <c:pt idx="3933">
                  <c:v>5.5</c:v>
                </c:pt>
                <c:pt idx="3934">
                  <c:v>6.087</c:v>
                </c:pt>
                <c:pt idx="3935">
                  <c:v>6.5</c:v>
                </c:pt>
                <c:pt idx="3936">
                  <c:v>6.5</c:v>
                </c:pt>
                <c:pt idx="3937">
                  <c:v>6.4</c:v>
                </c:pt>
                <c:pt idx="3938">
                  <c:v>6.64</c:v>
                </c:pt>
                <c:pt idx="3939">
                  <c:v>4.9</c:v>
                </c:pt>
                <c:pt idx="3940">
                  <c:v>4.2</c:v>
                </c:pt>
                <c:pt idx="3941">
                  <c:v>5.7</c:v>
                </c:pt>
                <c:pt idx="3942">
                  <c:v>5</c:v>
                </c:pt>
                <c:pt idx="3943">
                  <c:v>6.8</c:v>
                </c:pt>
                <c:pt idx="3944">
                  <c:v>5.742</c:v>
                </c:pt>
                <c:pt idx="3945">
                  <c:v>6.8</c:v>
                </c:pt>
                <c:pt idx="3946">
                  <c:v>6.315</c:v>
                </c:pt>
                <c:pt idx="3947">
                  <c:v>6</c:v>
                </c:pt>
                <c:pt idx="3948">
                  <c:v>4.7</c:v>
                </c:pt>
                <c:pt idx="3949">
                  <c:v>5.9</c:v>
                </c:pt>
                <c:pt idx="3950">
                  <c:v>5.2</c:v>
                </c:pt>
                <c:pt idx="3951">
                  <c:v>5.8</c:v>
                </c:pt>
                <c:pt idx="3952">
                  <c:v>5.7</c:v>
                </c:pt>
                <c:pt idx="3953">
                  <c:v>6.7</c:v>
                </c:pt>
                <c:pt idx="3954">
                  <c:v>7.2</c:v>
                </c:pt>
                <c:pt idx="3955">
                  <c:v>4.3</c:v>
                </c:pt>
                <c:pt idx="3956">
                  <c:v>6.191</c:v>
                </c:pt>
                <c:pt idx="3957">
                  <c:v>6.581</c:v>
                </c:pt>
                <c:pt idx="3958">
                  <c:v>6.8</c:v>
                </c:pt>
                <c:pt idx="3959">
                  <c:v>7.4</c:v>
                </c:pt>
                <c:pt idx="3960">
                  <c:v>4.9</c:v>
                </c:pt>
                <c:pt idx="3961">
                  <c:v>5.993</c:v>
                </c:pt>
                <c:pt idx="3962">
                  <c:v>5.2</c:v>
                </c:pt>
                <c:pt idx="3963">
                  <c:v>6.5</c:v>
                </c:pt>
                <c:pt idx="3964">
                  <c:v>6.8</c:v>
                </c:pt>
                <c:pt idx="3965">
                  <c:v>5.2</c:v>
                </c:pt>
                <c:pt idx="3966">
                  <c:v>4.559</c:v>
                </c:pt>
                <c:pt idx="3967">
                  <c:v>6.033</c:v>
                </c:pt>
                <c:pt idx="3968">
                  <c:v>5.1</c:v>
                </c:pt>
                <c:pt idx="3969">
                  <c:v>6.4</c:v>
                </c:pt>
                <c:pt idx="3970">
                  <c:v>5.139</c:v>
                </c:pt>
                <c:pt idx="3971">
                  <c:v>4.5</c:v>
                </c:pt>
                <c:pt idx="3972">
                  <c:v>4.5</c:v>
                </c:pt>
                <c:pt idx="3973">
                  <c:v>7</c:v>
                </c:pt>
                <c:pt idx="3974">
                  <c:v>4.8</c:v>
                </c:pt>
                <c:pt idx="3975">
                  <c:v>4.06</c:v>
                </c:pt>
                <c:pt idx="3976">
                  <c:v>6.4</c:v>
                </c:pt>
                <c:pt idx="3977">
                  <c:v>4.307</c:v>
                </c:pt>
                <c:pt idx="3978">
                  <c:v>6.4</c:v>
                </c:pt>
                <c:pt idx="3979">
                  <c:v>6.4</c:v>
                </c:pt>
                <c:pt idx="3980">
                  <c:v>6.8</c:v>
                </c:pt>
                <c:pt idx="3981">
                  <c:v>5.636</c:v>
                </c:pt>
                <c:pt idx="3982">
                  <c:v>5.382</c:v>
                </c:pt>
                <c:pt idx="3983">
                  <c:v>7.1</c:v>
                </c:pt>
                <c:pt idx="3984">
                  <c:v>6.6</c:v>
                </c:pt>
                <c:pt idx="3985">
                  <c:v>6.1</c:v>
                </c:pt>
                <c:pt idx="3986">
                  <c:v>7.552</c:v>
                </c:pt>
                <c:pt idx="3987">
                  <c:v>4.4</c:v>
                </c:pt>
                <c:pt idx="3988">
                  <c:v>3.4</c:v>
                </c:pt>
                <c:pt idx="3989">
                  <c:v>7.2</c:v>
                </c:pt>
                <c:pt idx="3990">
                  <c:v>7.1</c:v>
                </c:pt>
                <c:pt idx="3991">
                  <c:v>5.9</c:v>
                </c:pt>
                <c:pt idx="3992">
                  <c:v>8.5</c:v>
                </c:pt>
                <c:pt idx="3993">
                  <c:v>4.7</c:v>
                </c:pt>
                <c:pt idx="3994">
                  <c:v>7.1</c:v>
                </c:pt>
                <c:pt idx="3995">
                  <c:v>6.8</c:v>
                </c:pt>
                <c:pt idx="3996">
                  <c:v>6.7</c:v>
                </c:pt>
                <c:pt idx="3997">
                  <c:v>6.7</c:v>
                </c:pt>
                <c:pt idx="3998">
                  <c:v>5.1</c:v>
                </c:pt>
                <c:pt idx="3999">
                  <c:v>5.6</c:v>
                </c:pt>
                <c:pt idx="4000">
                  <c:v>6.004</c:v>
                </c:pt>
                <c:pt idx="4001">
                  <c:v>5.261</c:v>
                </c:pt>
                <c:pt idx="4002">
                  <c:v>6.8</c:v>
                </c:pt>
                <c:pt idx="4003">
                  <c:v>6.493</c:v>
                </c:pt>
                <c:pt idx="4004">
                  <c:v>4.4</c:v>
                </c:pt>
                <c:pt idx="4005">
                  <c:v>5</c:v>
                </c:pt>
                <c:pt idx="4006">
                  <c:v>6.3</c:v>
                </c:pt>
                <c:pt idx="4007">
                  <c:v>5.6</c:v>
                </c:pt>
                <c:pt idx="4008">
                  <c:v>5.2</c:v>
                </c:pt>
                <c:pt idx="4009">
                  <c:v>4.4</c:v>
                </c:pt>
                <c:pt idx="4010">
                  <c:v>5.5</c:v>
                </c:pt>
                <c:pt idx="4011">
                  <c:v>5.8</c:v>
                </c:pt>
                <c:pt idx="4012">
                  <c:v>5.5</c:v>
                </c:pt>
                <c:pt idx="4013">
                  <c:v>6.005</c:v>
                </c:pt>
                <c:pt idx="4014">
                  <c:v>5.504</c:v>
                </c:pt>
                <c:pt idx="4015">
                  <c:v>6.517</c:v>
                </c:pt>
                <c:pt idx="4016">
                  <c:v>7.4</c:v>
                </c:pt>
                <c:pt idx="4017">
                  <c:v>6.546</c:v>
                </c:pt>
                <c:pt idx="4018">
                  <c:v>5.837</c:v>
                </c:pt>
                <c:pt idx="4019">
                  <c:v>5.8</c:v>
                </c:pt>
                <c:pt idx="4020">
                  <c:v>6.1</c:v>
                </c:pt>
                <c:pt idx="4021">
                  <c:v>6</c:v>
                </c:pt>
                <c:pt idx="4022">
                  <c:v>5.9</c:v>
                </c:pt>
                <c:pt idx="4023">
                  <c:v>4.1</c:v>
                </c:pt>
                <c:pt idx="4024">
                  <c:v>7.2</c:v>
                </c:pt>
                <c:pt idx="4025">
                  <c:v>5.8</c:v>
                </c:pt>
                <c:pt idx="4026">
                  <c:v>5</c:v>
                </c:pt>
                <c:pt idx="4027">
                  <c:v>5.057</c:v>
                </c:pt>
                <c:pt idx="4028">
                  <c:v>6.006</c:v>
                </c:pt>
                <c:pt idx="4029">
                  <c:v>6.6</c:v>
                </c:pt>
                <c:pt idx="4030">
                  <c:v>7.1</c:v>
                </c:pt>
                <c:pt idx="4031">
                  <c:v>5.733</c:v>
                </c:pt>
                <c:pt idx="4032">
                  <c:v>4</c:v>
                </c:pt>
                <c:pt idx="4033">
                  <c:v>6.5</c:v>
                </c:pt>
                <c:pt idx="4034">
                  <c:v>6.831</c:v>
                </c:pt>
                <c:pt idx="4035">
                  <c:v>7.2</c:v>
                </c:pt>
                <c:pt idx="4036">
                  <c:v>7.2</c:v>
                </c:pt>
                <c:pt idx="4037">
                  <c:v>6.6</c:v>
                </c:pt>
                <c:pt idx="4038">
                  <c:v>5.4</c:v>
                </c:pt>
                <c:pt idx="4039">
                  <c:v>6.1</c:v>
                </c:pt>
                <c:pt idx="4040">
                  <c:v>6.6</c:v>
                </c:pt>
                <c:pt idx="4041">
                  <c:v>6.5</c:v>
                </c:pt>
                <c:pt idx="4042">
                  <c:v>7.5</c:v>
                </c:pt>
                <c:pt idx="4043">
                  <c:v>7.8</c:v>
                </c:pt>
                <c:pt idx="4044">
                  <c:v>6.6</c:v>
                </c:pt>
                <c:pt idx="4045">
                  <c:v>5.391</c:v>
                </c:pt>
                <c:pt idx="4046">
                  <c:v>6.568</c:v>
                </c:pt>
                <c:pt idx="4047">
                  <c:v>5.9</c:v>
                </c:pt>
                <c:pt idx="4048">
                  <c:v>7.573</c:v>
                </c:pt>
                <c:pt idx="4049">
                  <c:v>6.1</c:v>
                </c:pt>
                <c:pt idx="4050">
                  <c:v>4.4</c:v>
                </c:pt>
                <c:pt idx="4051">
                  <c:v>6.8</c:v>
                </c:pt>
                <c:pt idx="4052">
                  <c:v>5.909</c:v>
                </c:pt>
                <c:pt idx="4053">
                  <c:v>5.7</c:v>
                </c:pt>
                <c:pt idx="4054">
                  <c:v>4.2</c:v>
                </c:pt>
                <c:pt idx="4055">
                  <c:v>6</c:v>
                </c:pt>
                <c:pt idx="4056">
                  <c:v>6.7</c:v>
                </c:pt>
                <c:pt idx="4057">
                  <c:v>6.1</c:v>
                </c:pt>
                <c:pt idx="4058">
                  <c:v>6.3</c:v>
                </c:pt>
                <c:pt idx="4059">
                  <c:v>5.4</c:v>
                </c:pt>
                <c:pt idx="4060">
                  <c:v>5.9</c:v>
                </c:pt>
                <c:pt idx="4061">
                  <c:v>3.3</c:v>
                </c:pt>
                <c:pt idx="4062">
                  <c:v>7.892</c:v>
                </c:pt>
                <c:pt idx="4063">
                  <c:v>6</c:v>
                </c:pt>
                <c:pt idx="4064">
                  <c:v>6.919</c:v>
                </c:pt>
                <c:pt idx="4065">
                  <c:v>7.007</c:v>
                </c:pt>
                <c:pt idx="4066">
                  <c:v>4.87</c:v>
                </c:pt>
                <c:pt idx="4067">
                  <c:v>7</c:v>
                </c:pt>
                <c:pt idx="4068">
                  <c:v>5.6</c:v>
                </c:pt>
                <c:pt idx="4069">
                  <c:v>6.7</c:v>
                </c:pt>
                <c:pt idx="4070">
                  <c:v>7.3</c:v>
                </c:pt>
                <c:pt idx="4071">
                  <c:v>7.906</c:v>
                </c:pt>
                <c:pt idx="4072">
                  <c:v>6.9</c:v>
                </c:pt>
                <c:pt idx="4073">
                  <c:v>6.9</c:v>
                </c:pt>
                <c:pt idx="4074">
                  <c:v>5.3</c:v>
                </c:pt>
                <c:pt idx="4075">
                  <c:v>6.5</c:v>
                </c:pt>
                <c:pt idx="4076">
                  <c:v>6.5</c:v>
                </c:pt>
                <c:pt idx="4077">
                  <c:v>6.7</c:v>
                </c:pt>
                <c:pt idx="4078">
                  <c:v>8</c:v>
                </c:pt>
                <c:pt idx="4079">
                  <c:v>5.7</c:v>
                </c:pt>
                <c:pt idx="4080">
                  <c:v>6.246</c:v>
                </c:pt>
                <c:pt idx="4081">
                  <c:v>6.9</c:v>
                </c:pt>
                <c:pt idx="4082">
                  <c:v>7.338</c:v>
                </c:pt>
                <c:pt idx="4083">
                  <c:v>7.3</c:v>
                </c:pt>
                <c:pt idx="4084">
                  <c:v>7.26</c:v>
                </c:pt>
                <c:pt idx="4085">
                  <c:v>4.367</c:v>
                </c:pt>
                <c:pt idx="4086">
                  <c:v>7</c:v>
                </c:pt>
                <c:pt idx="4087">
                  <c:v>5.199</c:v>
                </c:pt>
                <c:pt idx="4088">
                  <c:v>6</c:v>
                </c:pt>
                <c:pt idx="4089">
                  <c:v>5.7</c:v>
                </c:pt>
                <c:pt idx="4090">
                  <c:v>4.5</c:v>
                </c:pt>
                <c:pt idx="4091">
                  <c:v>7.423</c:v>
                </c:pt>
                <c:pt idx="4092">
                  <c:v>5.9</c:v>
                </c:pt>
                <c:pt idx="4093">
                  <c:v>4.6</c:v>
                </c:pt>
                <c:pt idx="4094">
                  <c:v>4.899</c:v>
                </c:pt>
                <c:pt idx="4095">
                  <c:v>7.4</c:v>
                </c:pt>
                <c:pt idx="4096">
                  <c:v>5.7</c:v>
                </c:pt>
                <c:pt idx="4097">
                  <c:v>5.766</c:v>
                </c:pt>
                <c:pt idx="4098">
                  <c:v>3.732</c:v>
                </c:pt>
                <c:pt idx="4099">
                  <c:v>6.3</c:v>
                </c:pt>
                <c:pt idx="4100">
                  <c:v>5.6</c:v>
                </c:pt>
                <c:pt idx="4101">
                  <c:v>7.645</c:v>
                </c:pt>
                <c:pt idx="4102">
                  <c:v>5.7</c:v>
                </c:pt>
                <c:pt idx="4103">
                  <c:v>6.955</c:v>
                </c:pt>
                <c:pt idx="4104">
                  <c:v>5.7</c:v>
                </c:pt>
                <c:pt idx="4105">
                  <c:v>3.9</c:v>
                </c:pt>
                <c:pt idx="4106">
                  <c:v>6.2</c:v>
                </c:pt>
                <c:pt idx="4107">
                  <c:v>7.3</c:v>
                </c:pt>
                <c:pt idx="4108">
                  <c:v>4</c:v>
                </c:pt>
                <c:pt idx="4109">
                  <c:v>7.4</c:v>
                </c:pt>
                <c:pt idx="4110">
                  <c:v>7.5</c:v>
                </c:pt>
                <c:pt idx="4111">
                  <c:v>7.352</c:v>
                </c:pt>
                <c:pt idx="4112">
                  <c:v>5.8</c:v>
                </c:pt>
                <c:pt idx="4113">
                  <c:v>6</c:v>
                </c:pt>
                <c:pt idx="4114">
                  <c:v>6</c:v>
                </c:pt>
                <c:pt idx="4115">
                  <c:v>6.1</c:v>
                </c:pt>
                <c:pt idx="4116">
                  <c:v>5.8</c:v>
                </c:pt>
                <c:pt idx="4117">
                  <c:v>5.989</c:v>
                </c:pt>
                <c:pt idx="4118">
                  <c:v>4.4</c:v>
                </c:pt>
                <c:pt idx="4119">
                  <c:v>4.644</c:v>
                </c:pt>
                <c:pt idx="4120">
                  <c:v>7.4</c:v>
                </c:pt>
                <c:pt idx="4121">
                  <c:v>6.1</c:v>
                </c:pt>
                <c:pt idx="4122">
                  <c:v>4.9</c:v>
                </c:pt>
                <c:pt idx="4123">
                  <c:v>7.479</c:v>
                </c:pt>
                <c:pt idx="4124">
                  <c:v>6.2</c:v>
                </c:pt>
                <c:pt idx="4125">
                  <c:v>6</c:v>
                </c:pt>
                <c:pt idx="4126">
                  <c:v>5.5</c:v>
                </c:pt>
                <c:pt idx="4127">
                  <c:v>7</c:v>
                </c:pt>
                <c:pt idx="4128">
                  <c:v>5.1</c:v>
                </c:pt>
                <c:pt idx="4129">
                  <c:v>6.4</c:v>
                </c:pt>
                <c:pt idx="4130">
                  <c:v>5.4</c:v>
                </c:pt>
                <c:pt idx="4131">
                  <c:v>7.7</c:v>
                </c:pt>
                <c:pt idx="4132">
                  <c:v>5</c:v>
                </c:pt>
                <c:pt idx="4133">
                  <c:v>4.7</c:v>
                </c:pt>
                <c:pt idx="4134">
                  <c:v>4.671</c:v>
                </c:pt>
                <c:pt idx="4135">
                  <c:v>6.4</c:v>
                </c:pt>
                <c:pt idx="4136">
                  <c:v>5.712</c:v>
                </c:pt>
                <c:pt idx="4137">
                  <c:v>5.7</c:v>
                </c:pt>
                <c:pt idx="4138">
                  <c:v>5.7</c:v>
                </c:pt>
                <c:pt idx="4139">
                  <c:v>6.7</c:v>
                </c:pt>
                <c:pt idx="4140">
                  <c:v>6.9</c:v>
                </c:pt>
                <c:pt idx="4141">
                  <c:v>6.3</c:v>
                </c:pt>
                <c:pt idx="4142">
                  <c:v>5.6</c:v>
                </c:pt>
                <c:pt idx="4143">
                  <c:v>6.9</c:v>
                </c:pt>
                <c:pt idx="4144">
                  <c:v>5.3</c:v>
                </c:pt>
                <c:pt idx="4145">
                  <c:v>7.5</c:v>
                </c:pt>
                <c:pt idx="4146">
                  <c:v>6.1</c:v>
                </c:pt>
                <c:pt idx="4147">
                  <c:v>5.8</c:v>
                </c:pt>
                <c:pt idx="4148">
                  <c:v>6.6</c:v>
                </c:pt>
                <c:pt idx="4149">
                  <c:v>4.7</c:v>
                </c:pt>
                <c:pt idx="4150">
                  <c:v>7.145</c:v>
                </c:pt>
                <c:pt idx="4151">
                  <c:v>6.106</c:v>
                </c:pt>
                <c:pt idx="4152">
                  <c:v>5.2</c:v>
                </c:pt>
                <c:pt idx="4153">
                  <c:v>5.879</c:v>
                </c:pt>
                <c:pt idx="4154">
                  <c:v>6.693</c:v>
                </c:pt>
                <c:pt idx="4155">
                  <c:v>7.911</c:v>
                </c:pt>
                <c:pt idx="4156">
                  <c:v>6.8</c:v>
                </c:pt>
                <c:pt idx="4157">
                  <c:v>7.6</c:v>
                </c:pt>
                <c:pt idx="4158">
                  <c:v>7.272</c:v>
                </c:pt>
                <c:pt idx="4159">
                  <c:v>6.3</c:v>
                </c:pt>
                <c:pt idx="4160">
                  <c:v>7.229</c:v>
                </c:pt>
                <c:pt idx="4161">
                  <c:v>5.9</c:v>
                </c:pt>
                <c:pt idx="4162">
                  <c:v>7.264</c:v>
                </c:pt>
                <c:pt idx="4163">
                  <c:v>7.412</c:v>
                </c:pt>
                <c:pt idx="4164">
                  <c:v>6.245</c:v>
                </c:pt>
                <c:pt idx="4165">
                  <c:v>6.8</c:v>
                </c:pt>
                <c:pt idx="4166">
                  <c:v>6.5</c:v>
                </c:pt>
                <c:pt idx="4167">
                  <c:v>7.532</c:v>
                </c:pt>
                <c:pt idx="4168">
                  <c:v>6.7</c:v>
                </c:pt>
                <c:pt idx="4169">
                  <c:v>7.6</c:v>
                </c:pt>
                <c:pt idx="4170">
                  <c:v>5.7</c:v>
                </c:pt>
                <c:pt idx="4171">
                  <c:v>7.207</c:v>
                </c:pt>
                <c:pt idx="4172">
                  <c:v>6.363</c:v>
                </c:pt>
                <c:pt idx="4173">
                  <c:v>6.786</c:v>
                </c:pt>
                <c:pt idx="4174">
                  <c:v>6.7</c:v>
                </c:pt>
                <c:pt idx="4175">
                  <c:v>7.481</c:v>
                </c:pt>
                <c:pt idx="4176">
                  <c:v>7.408</c:v>
                </c:pt>
                <c:pt idx="4177">
                  <c:v>6.1</c:v>
                </c:pt>
                <c:pt idx="4178">
                  <c:v>6.897</c:v>
                </c:pt>
                <c:pt idx="4179">
                  <c:v>6.1</c:v>
                </c:pt>
                <c:pt idx="4180">
                  <c:v>7.688</c:v>
                </c:pt>
                <c:pt idx="4181">
                  <c:v>6.278</c:v>
                </c:pt>
                <c:pt idx="4182">
                  <c:v>6.6</c:v>
                </c:pt>
                <c:pt idx="4183">
                  <c:v>6.555</c:v>
                </c:pt>
                <c:pt idx="4184">
                  <c:v>5.5</c:v>
                </c:pt>
                <c:pt idx="4185">
                  <c:v>7.1</c:v>
                </c:pt>
                <c:pt idx="4186">
                  <c:v>7.22</c:v>
                </c:pt>
                <c:pt idx="4187">
                  <c:v>6.8</c:v>
                </c:pt>
                <c:pt idx="4188">
                  <c:v>6.4</c:v>
                </c:pt>
                <c:pt idx="4189">
                  <c:v>4.339</c:v>
                </c:pt>
                <c:pt idx="4190">
                  <c:v>6.1</c:v>
                </c:pt>
                <c:pt idx="4191">
                  <c:v>5</c:v>
                </c:pt>
                <c:pt idx="4192">
                  <c:v>5.385</c:v>
                </c:pt>
                <c:pt idx="4193">
                  <c:v>7.6</c:v>
                </c:pt>
                <c:pt idx="4194">
                  <c:v>7.5</c:v>
                </c:pt>
                <c:pt idx="4195">
                  <c:v>6.1</c:v>
                </c:pt>
                <c:pt idx="4196">
                  <c:v>7.1</c:v>
                </c:pt>
                <c:pt idx="4197">
                  <c:v>6.8</c:v>
                </c:pt>
                <c:pt idx="4198">
                  <c:v>5.2</c:v>
                </c:pt>
                <c:pt idx="4199">
                  <c:v>6.315</c:v>
                </c:pt>
                <c:pt idx="4200">
                  <c:v>5.7</c:v>
                </c:pt>
                <c:pt idx="4201">
                  <c:v>6.8</c:v>
                </c:pt>
                <c:pt idx="4202">
                  <c:v>6.9</c:v>
                </c:pt>
                <c:pt idx="4203">
                  <c:v>7.8</c:v>
                </c:pt>
                <c:pt idx="4204">
                  <c:v>6.9</c:v>
                </c:pt>
                <c:pt idx="4205">
                  <c:v>5.977</c:v>
                </c:pt>
                <c:pt idx="4206">
                  <c:v>4.4</c:v>
                </c:pt>
                <c:pt idx="4207">
                  <c:v>7.4</c:v>
                </c:pt>
                <c:pt idx="4208">
                  <c:v>7.4</c:v>
                </c:pt>
                <c:pt idx="4209">
                  <c:v>6.3</c:v>
                </c:pt>
                <c:pt idx="4210">
                  <c:v>6.76</c:v>
                </c:pt>
                <c:pt idx="4211">
                  <c:v>6.4</c:v>
                </c:pt>
                <c:pt idx="4212">
                  <c:v>6.9</c:v>
                </c:pt>
                <c:pt idx="4213">
                  <c:v>5.8</c:v>
                </c:pt>
                <c:pt idx="4214">
                  <c:v>6</c:v>
                </c:pt>
                <c:pt idx="4215">
                  <c:v>5.9</c:v>
                </c:pt>
                <c:pt idx="4216">
                  <c:v>6.83</c:v>
                </c:pt>
                <c:pt idx="4217">
                  <c:v>6.9</c:v>
                </c:pt>
                <c:pt idx="4218">
                  <c:v>7.1</c:v>
                </c:pt>
                <c:pt idx="4219">
                  <c:v>7.8</c:v>
                </c:pt>
                <c:pt idx="4220">
                  <c:v>6.227</c:v>
                </c:pt>
                <c:pt idx="4221">
                  <c:v>7.044</c:v>
                </c:pt>
                <c:pt idx="4222">
                  <c:v>7.1</c:v>
                </c:pt>
                <c:pt idx="4223">
                  <c:v>6</c:v>
                </c:pt>
                <c:pt idx="4224">
                  <c:v>6.41</c:v>
                </c:pt>
                <c:pt idx="4225">
                  <c:v>6</c:v>
                </c:pt>
                <c:pt idx="4226">
                  <c:v>6.5</c:v>
                </c:pt>
                <c:pt idx="4227">
                  <c:v>7.6</c:v>
                </c:pt>
                <c:pt idx="4228">
                  <c:v>6.4</c:v>
                </c:pt>
                <c:pt idx="4229">
                  <c:v>7.61</c:v>
                </c:pt>
                <c:pt idx="4230">
                  <c:v>6.3</c:v>
                </c:pt>
                <c:pt idx="4231">
                  <c:v>5.5</c:v>
                </c:pt>
                <c:pt idx="4232">
                  <c:v>6.3</c:v>
                </c:pt>
                <c:pt idx="4233">
                  <c:v>6.8</c:v>
                </c:pt>
                <c:pt idx="4234">
                  <c:v>7.523</c:v>
                </c:pt>
                <c:pt idx="4235">
                  <c:v>7.5</c:v>
                </c:pt>
                <c:pt idx="4236">
                  <c:v>6.9</c:v>
                </c:pt>
                <c:pt idx="4237">
                  <c:v>6.7</c:v>
                </c:pt>
                <c:pt idx="4238">
                  <c:v>6.3</c:v>
                </c:pt>
                <c:pt idx="4239">
                  <c:v>6.417</c:v>
                </c:pt>
                <c:pt idx="4240">
                  <c:v>6.8</c:v>
                </c:pt>
                <c:pt idx="4241">
                  <c:v>4.893</c:v>
                </c:pt>
                <c:pt idx="4242">
                  <c:v>5.5</c:v>
                </c:pt>
                <c:pt idx="4243">
                  <c:v>6.5</c:v>
                </c:pt>
                <c:pt idx="4244">
                  <c:v>3.735</c:v>
                </c:pt>
                <c:pt idx="4245">
                  <c:v>6.3</c:v>
                </c:pt>
                <c:pt idx="4246">
                  <c:v>7.7</c:v>
                </c:pt>
                <c:pt idx="4247">
                  <c:v>6.907</c:v>
                </c:pt>
                <c:pt idx="4248">
                  <c:v>5.804</c:v>
                </c:pt>
                <c:pt idx="4249">
                  <c:v>7.815</c:v>
                </c:pt>
                <c:pt idx="4250">
                  <c:v>7.235</c:v>
                </c:pt>
                <c:pt idx="4251">
                  <c:v>4.3</c:v>
                </c:pt>
                <c:pt idx="4252">
                  <c:v>6.5</c:v>
                </c:pt>
                <c:pt idx="4253">
                  <c:v>6.865</c:v>
                </c:pt>
                <c:pt idx="4254">
                  <c:v>6.233</c:v>
                </c:pt>
                <c:pt idx="4255">
                  <c:v>5.946</c:v>
                </c:pt>
                <c:pt idx="4256">
                  <c:v>5.165</c:v>
                </c:pt>
                <c:pt idx="4257">
                  <c:v>6.992</c:v>
                </c:pt>
                <c:pt idx="4258">
                  <c:v>6.874</c:v>
                </c:pt>
                <c:pt idx="4259">
                  <c:v>6.6</c:v>
                </c:pt>
                <c:pt idx="4260">
                  <c:v>7.8</c:v>
                </c:pt>
                <c:pt idx="4261">
                  <c:v>6.4</c:v>
                </c:pt>
                <c:pt idx="4262">
                  <c:v>5.2</c:v>
                </c:pt>
                <c:pt idx="4263">
                  <c:v>6.9</c:v>
                </c:pt>
                <c:pt idx="4264">
                  <c:v>5.668</c:v>
                </c:pt>
                <c:pt idx="4265">
                  <c:v>5.7</c:v>
                </c:pt>
                <c:pt idx="4266">
                  <c:v>6</c:v>
                </c:pt>
                <c:pt idx="4267">
                  <c:v>6.197</c:v>
                </c:pt>
                <c:pt idx="4268">
                  <c:v>7.571</c:v>
                </c:pt>
                <c:pt idx="4269">
                  <c:v>6.5</c:v>
                </c:pt>
                <c:pt idx="4270">
                  <c:v>5.3</c:v>
                </c:pt>
                <c:pt idx="4271">
                  <c:v>7.078</c:v>
                </c:pt>
                <c:pt idx="4272">
                  <c:v>6.3</c:v>
                </c:pt>
                <c:pt idx="4273">
                  <c:v>7.7</c:v>
                </c:pt>
                <c:pt idx="4274">
                  <c:v>5.9</c:v>
                </c:pt>
                <c:pt idx="4275">
                  <c:v>6.9</c:v>
                </c:pt>
                <c:pt idx="4276">
                  <c:v>6.121</c:v>
                </c:pt>
                <c:pt idx="4277">
                  <c:v>7.3</c:v>
                </c:pt>
                <c:pt idx="4278">
                  <c:v>5.1</c:v>
                </c:pt>
                <c:pt idx="4279">
                  <c:v>5.512</c:v>
                </c:pt>
                <c:pt idx="4280">
                  <c:v>6.414</c:v>
                </c:pt>
                <c:pt idx="4281">
                  <c:v>5.2</c:v>
                </c:pt>
                <c:pt idx="4282">
                  <c:v>6.991</c:v>
                </c:pt>
                <c:pt idx="4283">
                  <c:v>5.591</c:v>
                </c:pt>
                <c:pt idx="4284">
                  <c:v>6</c:v>
                </c:pt>
                <c:pt idx="4285">
                  <c:v>6.775</c:v>
                </c:pt>
                <c:pt idx="4286">
                  <c:v>6.2</c:v>
                </c:pt>
                <c:pt idx="4287">
                  <c:v>5.3</c:v>
                </c:pt>
                <c:pt idx="4288">
                  <c:v>8</c:v>
                </c:pt>
                <c:pt idx="4289">
                  <c:v>6.8</c:v>
                </c:pt>
                <c:pt idx="4290">
                  <c:v>7.034</c:v>
                </c:pt>
                <c:pt idx="4291">
                  <c:v>6.7</c:v>
                </c:pt>
                <c:pt idx="4292">
                  <c:v>6.1</c:v>
                </c:pt>
                <c:pt idx="4293">
                  <c:v>7.2</c:v>
                </c:pt>
                <c:pt idx="4294">
                  <c:v>6.7</c:v>
                </c:pt>
                <c:pt idx="4295">
                  <c:v>6.9</c:v>
                </c:pt>
                <c:pt idx="4296">
                  <c:v>7.2</c:v>
                </c:pt>
                <c:pt idx="4297">
                  <c:v>5.7</c:v>
                </c:pt>
                <c:pt idx="4298">
                  <c:v>5</c:v>
                </c:pt>
                <c:pt idx="4299">
                  <c:v>7.2</c:v>
                </c:pt>
                <c:pt idx="4300">
                  <c:v>7</c:v>
                </c:pt>
                <c:pt idx="4301">
                  <c:v>6.544</c:v>
                </c:pt>
                <c:pt idx="4302">
                  <c:v>6.1</c:v>
                </c:pt>
                <c:pt idx="4303">
                  <c:v>5.6</c:v>
                </c:pt>
                <c:pt idx="4304">
                  <c:v>7.957</c:v>
                </c:pt>
                <c:pt idx="4305">
                  <c:v>5.8</c:v>
                </c:pt>
                <c:pt idx="4306">
                  <c:v>6.689</c:v>
                </c:pt>
                <c:pt idx="4307">
                  <c:v>7.8</c:v>
                </c:pt>
                <c:pt idx="4308">
                  <c:v>7.6</c:v>
                </c:pt>
                <c:pt idx="4309">
                  <c:v>6.1</c:v>
                </c:pt>
                <c:pt idx="4310">
                  <c:v>7.3</c:v>
                </c:pt>
                <c:pt idx="4311">
                  <c:v>6.392</c:v>
                </c:pt>
                <c:pt idx="4312">
                  <c:v>5.4</c:v>
                </c:pt>
                <c:pt idx="4313">
                  <c:v>7.3</c:v>
                </c:pt>
                <c:pt idx="4314">
                  <c:v>6.963</c:v>
                </c:pt>
                <c:pt idx="4315">
                  <c:v>7.2</c:v>
                </c:pt>
                <c:pt idx="4316">
                  <c:v>6.8</c:v>
                </c:pt>
                <c:pt idx="4317">
                  <c:v>6.1</c:v>
                </c:pt>
                <c:pt idx="4318">
                  <c:v>6</c:v>
                </c:pt>
                <c:pt idx="4319">
                  <c:v>5.939</c:v>
                </c:pt>
                <c:pt idx="4320">
                  <c:v>7.3</c:v>
                </c:pt>
                <c:pt idx="4321">
                  <c:v>5.4</c:v>
                </c:pt>
                <c:pt idx="4322">
                  <c:v>6.401</c:v>
                </c:pt>
                <c:pt idx="4323">
                  <c:v>6</c:v>
                </c:pt>
                <c:pt idx="4324">
                  <c:v>5.9</c:v>
                </c:pt>
                <c:pt idx="4325">
                  <c:v>7.091</c:v>
                </c:pt>
                <c:pt idx="4326">
                  <c:v>7</c:v>
                </c:pt>
                <c:pt idx="4327">
                  <c:v>4.724</c:v>
                </c:pt>
                <c:pt idx="4328">
                  <c:v>6.5</c:v>
                </c:pt>
                <c:pt idx="4329">
                  <c:v>6.8</c:v>
                </c:pt>
                <c:pt idx="4330">
                  <c:v>6.2</c:v>
                </c:pt>
                <c:pt idx="4331">
                  <c:v>7.7</c:v>
                </c:pt>
                <c:pt idx="4332">
                  <c:v>6</c:v>
                </c:pt>
                <c:pt idx="4333">
                  <c:v>6.4</c:v>
                </c:pt>
                <c:pt idx="4334">
                  <c:v>6.4</c:v>
                </c:pt>
                <c:pt idx="4335">
                  <c:v>6.4</c:v>
                </c:pt>
                <c:pt idx="4336">
                  <c:v>7.5</c:v>
                </c:pt>
                <c:pt idx="4337">
                  <c:v>6.5</c:v>
                </c:pt>
                <c:pt idx="4338">
                  <c:v>6</c:v>
                </c:pt>
                <c:pt idx="4339">
                  <c:v>7.2</c:v>
                </c:pt>
                <c:pt idx="4340">
                  <c:v>5.512</c:v>
                </c:pt>
                <c:pt idx="4341">
                  <c:v>5.4</c:v>
                </c:pt>
                <c:pt idx="4342">
                  <c:v>6</c:v>
                </c:pt>
                <c:pt idx="4343">
                  <c:v>7.2</c:v>
                </c:pt>
                <c:pt idx="4344">
                  <c:v>5.635</c:v>
                </c:pt>
                <c:pt idx="4345">
                  <c:v>7.1</c:v>
                </c:pt>
                <c:pt idx="4346">
                  <c:v>6.1</c:v>
                </c:pt>
                <c:pt idx="4347">
                  <c:v>5.4</c:v>
                </c:pt>
                <c:pt idx="4348">
                  <c:v>6.4</c:v>
                </c:pt>
                <c:pt idx="4349">
                  <c:v>6.8</c:v>
                </c:pt>
                <c:pt idx="4350">
                  <c:v>5.9</c:v>
                </c:pt>
                <c:pt idx="4351">
                  <c:v>6.289</c:v>
                </c:pt>
                <c:pt idx="4352">
                  <c:v>7.1</c:v>
                </c:pt>
                <c:pt idx="4353">
                  <c:v>5.4</c:v>
                </c:pt>
                <c:pt idx="4354">
                  <c:v>5.2</c:v>
                </c:pt>
                <c:pt idx="4355">
                  <c:v>7.4</c:v>
                </c:pt>
                <c:pt idx="4356">
                  <c:v>6.9</c:v>
                </c:pt>
                <c:pt idx="4357">
                  <c:v>5.9</c:v>
                </c:pt>
                <c:pt idx="4358">
                  <c:v>7.2</c:v>
                </c:pt>
                <c:pt idx="4359">
                  <c:v>6.2</c:v>
                </c:pt>
                <c:pt idx="4360">
                  <c:v>5.5</c:v>
                </c:pt>
                <c:pt idx="4361">
                  <c:v>7.02</c:v>
                </c:pt>
                <c:pt idx="4362">
                  <c:v>6.417</c:v>
                </c:pt>
                <c:pt idx="4363">
                  <c:v>5.5</c:v>
                </c:pt>
                <c:pt idx="4364">
                  <c:v>5.1</c:v>
                </c:pt>
                <c:pt idx="4365">
                  <c:v>7.164</c:v>
                </c:pt>
                <c:pt idx="4366">
                  <c:v>5.9</c:v>
                </c:pt>
                <c:pt idx="4367">
                  <c:v>7.613</c:v>
                </c:pt>
                <c:pt idx="4368">
                  <c:v>7.4</c:v>
                </c:pt>
                <c:pt idx="4369">
                  <c:v>7.5</c:v>
                </c:pt>
                <c:pt idx="4370">
                  <c:v>7.6</c:v>
                </c:pt>
                <c:pt idx="4371">
                  <c:v>6.8</c:v>
                </c:pt>
                <c:pt idx="4372">
                  <c:v>5.1</c:v>
                </c:pt>
                <c:pt idx="4373">
                  <c:v>6.5</c:v>
                </c:pt>
                <c:pt idx="4374">
                  <c:v>6.703</c:v>
                </c:pt>
                <c:pt idx="4375">
                  <c:v>5.4</c:v>
                </c:pt>
                <c:pt idx="4376">
                  <c:v>6.7</c:v>
                </c:pt>
                <c:pt idx="4377">
                  <c:v>5.8</c:v>
                </c:pt>
                <c:pt idx="4378">
                  <c:v>6</c:v>
                </c:pt>
                <c:pt idx="4379">
                  <c:v>6.4</c:v>
                </c:pt>
                <c:pt idx="4380">
                  <c:v>7.1</c:v>
                </c:pt>
                <c:pt idx="4381">
                  <c:v>6.6</c:v>
                </c:pt>
                <c:pt idx="4382">
                  <c:v>6.9</c:v>
                </c:pt>
                <c:pt idx="4383">
                  <c:v>6.8</c:v>
                </c:pt>
                <c:pt idx="4384">
                  <c:v>6.6</c:v>
                </c:pt>
                <c:pt idx="4385">
                  <c:v>6.4</c:v>
                </c:pt>
                <c:pt idx="4386">
                  <c:v>6.5</c:v>
                </c:pt>
                <c:pt idx="4387">
                  <c:v>4.616</c:v>
                </c:pt>
                <c:pt idx="4388">
                  <c:v>6.1</c:v>
                </c:pt>
                <c:pt idx="4389">
                  <c:v>7</c:v>
                </c:pt>
                <c:pt idx="4390">
                  <c:v>7.234</c:v>
                </c:pt>
                <c:pt idx="4391">
                  <c:v>7.9</c:v>
                </c:pt>
                <c:pt idx="4392">
                  <c:v>6.9</c:v>
                </c:pt>
                <c:pt idx="4393">
                  <c:v>8.017</c:v>
                </c:pt>
                <c:pt idx="4394">
                  <c:v>4.5</c:v>
                </c:pt>
                <c:pt idx="4395">
                  <c:v>5.5</c:v>
                </c:pt>
                <c:pt idx="4396">
                  <c:v>7.8</c:v>
                </c:pt>
                <c:pt idx="4397">
                  <c:v>7.2</c:v>
                </c:pt>
                <c:pt idx="4398">
                  <c:v>4.427</c:v>
                </c:pt>
                <c:pt idx="4399">
                  <c:v>5</c:v>
                </c:pt>
                <c:pt idx="4400">
                  <c:v>5.9</c:v>
                </c:pt>
                <c:pt idx="4401">
                  <c:v>7.6</c:v>
                </c:pt>
                <c:pt idx="4402">
                  <c:v>6.7</c:v>
                </c:pt>
                <c:pt idx="4403">
                  <c:v>6.9</c:v>
                </c:pt>
                <c:pt idx="4404">
                  <c:v>6.5</c:v>
                </c:pt>
                <c:pt idx="4405">
                  <c:v>7</c:v>
                </c:pt>
                <c:pt idx="4406">
                  <c:v>5.2</c:v>
                </c:pt>
                <c:pt idx="4407">
                  <c:v>6.8</c:v>
                </c:pt>
                <c:pt idx="4408">
                  <c:v>7.3</c:v>
                </c:pt>
                <c:pt idx="4409">
                  <c:v>5.3</c:v>
                </c:pt>
                <c:pt idx="4410">
                  <c:v>6.2</c:v>
                </c:pt>
                <c:pt idx="4411">
                  <c:v>6.8</c:v>
                </c:pt>
                <c:pt idx="4412">
                  <c:v>5</c:v>
                </c:pt>
                <c:pt idx="4413">
                  <c:v>7.144</c:v>
                </c:pt>
                <c:pt idx="4414">
                  <c:v>5.9</c:v>
                </c:pt>
                <c:pt idx="4415">
                  <c:v>7.3</c:v>
                </c:pt>
                <c:pt idx="4416">
                  <c:v>7.649</c:v>
                </c:pt>
                <c:pt idx="4417">
                  <c:v>4.9</c:v>
                </c:pt>
                <c:pt idx="4418">
                  <c:v>7.6</c:v>
                </c:pt>
                <c:pt idx="4419">
                  <c:v>6.094</c:v>
                </c:pt>
                <c:pt idx="4420">
                  <c:v>6.31</c:v>
                </c:pt>
                <c:pt idx="4421">
                  <c:v>7.3</c:v>
                </c:pt>
                <c:pt idx="4422">
                  <c:v>6.8</c:v>
                </c:pt>
                <c:pt idx="4423">
                  <c:v>7.1</c:v>
                </c:pt>
                <c:pt idx="4424">
                  <c:v>5.5</c:v>
                </c:pt>
                <c:pt idx="4425">
                  <c:v>7.7</c:v>
                </c:pt>
                <c:pt idx="4426">
                  <c:v>5.7</c:v>
                </c:pt>
                <c:pt idx="4427">
                  <c:v>6</c:v>
                </c:pt>
                <c:pt idx="4428">
                  <c:v>6.088</c:v>
                </c:pt>
                <c:pt idx="4429">
                  <c:v>7.3</c:v>
                </c:pt>
                <c:pt idx="4430">
                  <c:v>4.1</c:v>
                </c:pt>
                <c:pt idx="4431">
                  <c:v>6.6</c:v>
                </c:pt>
                <c:pt idx="4432">
                  <c:v>6.549</c:v>
                </c:pt>
                <c:pt idx="4433">
                  <c:v>5.8</c:v>
                </c:pt>
                <c:pt idx="4434">
                  <c:v>6.9</c:v>
                </c:pt>
                <c:pt idx="4435">
                  <c:v>5.5</c:v>
                </c:pt>
                <c:pt idx="4436">
                  <c:v>6.2</c:v>
                </c:pt>
                <c:pt idx="4437">
                  <c:v>6.7</c:v>
                </c:pt>
                <c:pt idx="4438">
                  <c:v>6.8</c:v>
                </c:pt>
                <c:pt idx="4439">
                  <c:v>6</c:v>
                </c:pt>
                <c:pt idx="4440">
                  <c:v>6.697</c:v>
                </c:pt>
                <c:pt idx="4441">
                  <c:v>6.662</c:v>
                </c:pt>
                <c:pt idx="4442">
                  <c:v>5.99</c:v>
                </c:pt>
                <c:pt idx="4443">
                  <c:v>5.7</c:v>
                </c:pt>
                <c:pt idx="4444">
                  <c:v>6.4</c:v>
                </c:pt>
                <c:pt idx="4445">
                  <c:v>7.385</c:v>
                </c:pt>
                <c:pt idx="4446">
                  <c:v>5.8</c:v>
                </c:pt>
                <c:pt idx="4447">
                  <c:v>5.5</c:v>
                </c:pt>
                <c:pt idx="4448">
                  <c:v>5.5</c:v>
                </c:pt>
                <c:pt idx="4449">
                  <c:v>7.7</c:v>
                </c:pt>
                <c:pt idx="4450">
                  <c:v>4.3</c:v>
                </c:pt>
                <c:pt idx="4451">
                  <c:v>5.745</c:v>
                </c:pt>
                <c:pt idx="4452">
                  <c:v>6.4</c:v>
                </c:pt>
                <c:pt idx="4453">
                  <c:v>6.2</c:v>
                </c:pt>
                <c:pt idx="4454">
                  <c:v>5.659</c:v>
                </c:pt>
                <c:pt idx="4455">
                  <c:v>4.9</c:v>
                </c:pt>
                <c:pt idx="4456">
                  <c:v>6.8</c:v>
                </c:pt>
                <c:pt idx="4457">
                  <c:v>7.3</c:v>
                </c:pt>
                <c:pt idx="4458">
                  <c:v>5.2</c:v>
                </c:pt>
                <c:pt idx="4459">
                  <c:v>6.2</c:v>
                </c:pt>
                <c:pt idx="4460">
                  <c:v>5.2</c:v>
                </c:pt>
                <c:pt idx="4461">
                  <c:v>5.798</c:v>
                </c:pt>
                <c:pt idx="4462">
                  <c:v>5.2</c:v>
                </c:pt>
                <c:pt idx="4463">
                  <c:v>7.302</c:v>
                </c:pt>
                <c:pt idx="4464">
                  <c:v>7.088</c:v>
                </c:pt>
                <c:pt idx="4465">
                  <c:v>7.112</c:v>
                </c:pt>
                <c:pt idx="4466">
                  <c:v>5.7</c:v>
                </c:pt>
                <c:pt idx="4467">
                  <c:v>6.1</c:v>
                </c:pt>
                <c:pt idx="4468">
                  <c:v>7.3</c:v>
                </c:pt>
                <c:pt idx="4469">
                  <c:v>6.646</c:v>
                </c:pt>
                <c:pt idx="4470">
                  <c:v>5.5</c:v>
                </c:pt>
                <c:pt idx="4471">
                  <c:v>6.8</c:v>
                </c:pt>
                <c:pt idx="4472">
                  <c:v>6.3</c:v>
                </c:pt>
                <c:pt idx="4473">
                  <c:v>6</c:v>
                </c:pt>
                <c:pt idx="4474">
                  <c:v>6.9</c:v>
                </c:pt>
                <c:pt idx="4475">
                  <c:v>5.2</c:v>
                </c:pt>
                <c:pt idx="4476">
                  <c:v>7</c:v>
                </c:pt>
                <c:pt idx="4477">
                  <c:v>6.8</c:v>
                </c:pt>
                <c:pt idx="4478">
                  <c:v>6.3</c:v>
                </c:pt>
                <c:pt idx="4479">
                  <c:v>6.5</c:v>
                </c:pt>
                <c:pt idx="4480">
                  <c:v>7.7</c:v>
                </c:pt>
                <c:pt idx="4481">
                  <c:v>7.2</c:v>
                </c:pt>
                <c:pt idx="4482">
                  <c:v>5.8</c:v>
                </c:pt>
                <c:pt idx="4483">
                  <c:v>5.7</c:v>
                </c:pt>
                <c:pt idx="4484">
                  <c:v>6.5</c:v>
                </c:pt>
                <c:pt idx="4485">
                  <c:v>7.3</c:v>
                </c:pt>
                <c:pt idx="4486">
                  <c:v>6.722</c:v>
                </c:pt>
                <c:pt idx="4487">
                  <c:v>5.709</c:v>
                </c:pt>
                <c:pt idx="4488">
                  <c:v>5.8</c:v>
                </c:pt>
                <c:pt idx="4489">
                  <c:v>5.74</c:v>
                </c:pt>
                <c:pt idx="4490">
                  <c:v>6.4</c:v>
                </c:pt>
                <c:pt idx="4491">
                  <c:v>6.4</c:v>
                </c:pt>
                <c:pt idx="4492">
                  <c:v>6.423</c:v>
                </c:pt>
                <c:pt idx="4493">
                  <c:v>6.8</c:v>
                </c:pt>
                <c:pt idx="4494">
                  <c:v>5.7</c:v>
                </c:pt>
                <c:pt idx="4495">
                  <c:v>5.9</c:v>
                </c:pt>
                <c:pt idx="4496">
                  <c:v>7.4</c:v>
                </c:pt>
                <c:pt idx="4497">
                  <c:v>4.922</c:v>
                </c:pt>
                <c:pt idx="4498">
                  <c:v>4.9</c:v>
                </c:pt>
                <c:pt idx="4499">
                  <c:v>6.308</c:v>
                </c:pt>
                <c:pt idx="4500">
                  <c:v>5.3</c:v>
                </c:pt>
                <c:pt idx="4501">
                  <c:v>6.506</c:v>
                </c:pt>
                <c:pt idx="4502">
                  <c:v>6.7</c:v>
                </c:pt>
                <c:pt idx="4503">
                  <c:v>7.6</c:v>
                </c:pt>
                <c:pt idx="4504">
                  <c:v>6.7</c:v>
                </c:pt>
                <c:pt idx="4505">
                  <c:v>5.9</c:v>
                </c:pt>
                <c:pt idx="4506">
                  <c:v>6.7</c:v>
                </c:pt>
                <c:pt idx="4507">
                  <c:v>5.656</c:v>
                </c:pt>
                <c:pt idx="4508">
                  <c:v>6.119</c:v>
                </c:pt>
                <c:pt idx="4509">
                  <c:v>3.7</c:v>
                </c:pt>
                <c:pt idx="4510">
                  <c:v>4.87</c:v>
                </c:pt>
                <c:pt idx="4511">
                  <c:v>7.3</c:v>
                </c:pt>
                <c:pt idx="4512">
                  <c:v>6.602</c:v>
                </c:pt>
                <c:pt idx="4513">
                  <c:v>6.252</c:v>
                </c:pt>
                <c:pt idx="4514">
                  <c:v>5.5</c:v>
                </c:pt>
                <c:pt idx="4515">
                  <c:v>4.9</c:v>
                </c:pt>
                <c:pt idx="4516">
                  <c:v>7.066</c:v>
                </c:pt>
                <c:pt idx="4517">
                  <c:v>6</c:v>
                </c:pt>
                <c:pt idx="4518">
                  <c:v>5.8</c:v>
                </c:pt>
                <c:pt idx="4519">
                  <c:v>5.973</c:v>
                </c:pt>
                <c:pt idx="4520">
                  <c:v>7.297</c:v>
                </c:pt>
                <c:pt idx="4521">
                  <c:v>4.3</c:v>
                </c:pt>
                <c:pt idx="4522">
                  <c:v>6.1</c:v>
                </c:pt>
                <c:pt idx="4523">
                  <c:v>5.3</c:v>
                </c:pt>
                <c:pt idx="4524">
                  <c:v>6.461</c:v>
                </c:pt>
                <c:pt idx="4525">
                  <c:v>7.226</c:v>
                </c:pt>
                <c:pt idx="4526">
                  <c:v>7.19</c:v>
                </c:pt>
                <c:pt idx="4527">
                  <c:v>6.8</c:v>
                </c:pt>
                <c:pt idx="4528">
                  <c:v>6.5</c:v>
                </c:pt>
                <c:pt idx="4529">
                  <c:v>6.4</c:v>
                </c:pt>
                <c:pt idx="4530">
                  <c:v>7.3</c:v>
                </c:pt>
                <c:pt idx="4531">
                  <c:v>7.7</c:v>
                </c:pt>
                <c:pt idx="4532">
                  <c:v>5.2</c:v>
                </c:pt>
                <c:pt idx="4533">
                  <c:v>7.5</c:v>
                </c:pt>
                <c:pt idx="4534">
                  <c:v>7.4</c:v>
                </c:pt>
                <c:pt idx="4535">
                  <c:v>5.619</c:v>
                </c:pt>
                <c:pt idx="4536">
                  <c:v>6.1</c:v>
                </c:pt>
                <c:pt idx="4537">
                  <c:v>5.786</c:v>
                </c:pt>
                <c:pt idx="4538">
                  <c:v>6.7</c:v>
                </c:pt>
                <c:pt idx="4539">
                  <c:v>5.521</c:v>
                </c:pt>
                <c:pt idx="4540">
                  <c:v>5.7</c:v>
                </c:pt>
                <c:pt idx="4541">
                  <c:v>5.2</c:v>
                </c:pt>
                <c:pt idx="4542">
                  <c:v>6.6</c:v>
                </c:pt>
                <c:pt idx="4543">
                  <c:v>6.498</c:v>
                </c:pt>
                <c:pt idx="4544">
                  <c:v>6.4</c:v>
                </c:pt>
                <c:pt idx="4545">
                  <c:v>5.261</c:v>
                </c:pt>
                <c:pt idx="4546">
                  <c:v>6.589</c:v>
                </c:pt>
                <c:pt idx="4547">
                  <c:v>6.5</c:v>
                </c:pt>
                <c:pt idx="4548">
                  <c:v>6.5</c:v>
                </c:pt>
                <c:pt idx="4549">
                  <c:v>6.408</c:v>
                </c:pt>
                <c:pt idx="4550">
                  <c:v>5.9</c:v>
                </c:pt>
                <c:pt idx="4551">
                  <c:v>7</c:v>
                </c:pt>
                <c:pt idx="4552">
                  <c:v>6.6</c:v>
                </c:pt>
                <c:pt idx="4553">
                  <c:v>6.9</c:v>
                </c:pt>
                <c:pt idx="4554">
                  <c:v>8</c:v>
                </c:pt>
                <c:pt idx="4555">
                  <c:v>5.5</c:v>
                </c:pt>
                <c:pt idx="4556">
                  <c:v>6.304</c:v>
                </c:pt>
                <c:pt idx="4557">
                  <c:v>5.778</c:v>
                </c:pt>
                <c:pt idx="4558">
                  <c:v>5</c:v>
                </c:pt>
                <c:pt idx="4559">
                  <c:v>5.938</c:v>
                </c:pt>
                <c:pt idx="4560">
                  <c:v>5.9</c:v>
                </c:pt>
                <c:pt idx="4561">
                  <c:v>5.374</c:v>
                </c:pt>
                <c:pt idx="4562">
                  <c:v>5.903</c:v>
                </c:pt>
                <c:pt idx="4563">
                  <c:v>5.7</c:v>
                </c:pt>
                <c:pt idx="4564">
                  <c:v>7.5</c:v>
                </c:pt>
                <c:pt idx="4565">
                  <c:v>6</c:v>
                </c:pt>
                <c:pt idx="4566">
                  <c:v>7</c:v>
                </c:pt>
                <c:pt idx="4567">
                  <c:v>7.428</c:v>
                </c:pt>
                <c:pt idx="4568">
                  <c:v>4.6</c:v>
                </c:pt>
                <c:pt idx="4569">
                  <c:v>7.7</c:v>
                </c:pt>
                <c:pt idx="4570">
                  <c:v>5.18</c:v>
                </c:pt>
                <c:pt idx="4571">
                  <c:v>6.2</c:v>
                </c:pt>
                <c:pt idx="4572">
                  <c:v>6.5</c:v>
                </c:pt>
                <c:pt idx="4573">
                  <c:v>7</c:v>
                </c:pt>
                <c:pt idx="4574">
                  <c:v>7</c:v>
                </c:pt>
                <c:pt idx="4575">
                  <c:v>5.9</c:v>
                </c:pt>
                <c:pt idx="4576">
                  <c:v>7.673</c:v>
                </c:pt>
                <c:pt idx="4577">
                  <c:v>4.6</c:v>
                </c:pt>
                <c:pt idx="4578">
                  <c:v>5</c:v>
                </c:pt>
                <c:pt idx="4579">
                  <c:v>7</c:v>
                </c:pt>
                <c:pt idx="4580">
                  <c:v>7.416</c:v>
                </c:pt>
                <c:pt idx="4581">
                  <c:v>7.1</c:v>
                </c:pt>
                <c:pt idx="4582">
                  <c:v>6.631</c:v>
                </c:pt>
                <c:pt idx="4583">
                  <c:v>5.7</c:v>
                </c:pt>
                <c:pt idx="4584">
                  <c:v>6.8</c:v>
                </c:pt>
                <c:pt idx="4585">
                  <c:v>6.8</c:v>
                </c:pt>
                <c:pt idx="4586">
                  <c:v>7.8</c:v>
                </c:pt>
                <c:pt idx="4587">
                  <c:v>5.6</c:v>
                </c:pt>
                <c:pt idx="4588">
                  <c:v>7.4</c:v>
                </c:pt>
                <c:pt idx="4589">
                  <c:v>6.5</c:v>
                </c:pt>
                <c:pt idx="4590">
                  <c:v>5.709</c:v>
                </c:pt>
                <c:pt idx="4591">
                  <c:v>6.44</c:v>
                </c:pt>
                <c:pt idx="4592">
                  <c:v>6.3</c:v>
                </c:pt>
                <c:pt idx="4593">
                  <c:v>4.283</c:v>
                </c:pt>
                <c:pt idx="4594">
                  <c:v>5.5</c:v>
                </c:pt>
                <c:pt idx="4595">
                  <c:v>7.1</c:v>
                </c:pt>
                <c:pt idx="4596">
                  <c:v>5.9</c:v>
                </c:pt>
                <c:pt idx="4597">
                  <c:v>6.5</c:v>
                </c:pt>
                <c:pt idx="4598">
                  <c:v>7.1</c:v>
                </c:pt>
                <c:pt idx="4599">
                  <c:v>5.971</c:v>
                </c:pt>
                <c:pt idx="4600">
                  <c:v>5.8</c:v>
                </c:pt>
                <c:pt idx="4601">
                  <c:v>5.9</c:v>
                </c:pt>
                <c:pt idx="4602">
                  <c:v>6.5</c:v>
                </c:pt>
                <c:pt idx="4603">
                  <c:v>5.62</c:v>
                </c:pt>
                <c:pt idx="4604">
                  <c:v>6.8</c:v>
                </c:pt>
                <c:pt idx="4605">
                  <c:v>5.3</c:v>
                </c:pt>
                <c:pt idx="4606">
                  <c:v>6.6</c:v>
                </c:pt>
                <c:pt idx="4607">
                  <c:v>6.267</c:v>
                </c:pt>
                <c:pt idx="4608">
                  <c:v>5.216</c:v>
                </c:pt>
                <c:pt idx="4609">
                  <c:v>6.557</c:v>
                </c:pt>
                <c:pt idx="4610">
                  <c:v>6.2</c:v>
                </c:pt>
                <c:pt idx="4611">
                  <c:v>4.801</c:v>
                </c:pt>
                <c:pt idx="4612">
                  <c:v>6.428</c:v>
                </c:pt>
                <c:pt idx="4613">
                  <c:v>3.793</c:v>
                </c:pt>
                <c:pt idx="4614">
                  <c:v>6.921</c:v>
                </c:pt>
                <c:pt idx="4615">
                  <c:v>7.1</c:v>
                </c:pt>
                <c:pt idx="4616">
                  <c:v>7</c:v>
                </c:pt>
                <c:pt idx="4617">
                  <c:v>6.5</c:v>
                </c:pt>
                <c:pt idx="4618">
                  <c:v>6.6</c:v>
                </c:pt>
                <c:pt idx="4619">
                  <c:v>7.861</c:v>
                </c:pt>
                <c:pt idx="4620">
                  <c:v>4.8</c:v>
                </c:pt>
                <c:pt idx="4621">
                  <c:v>6.3</c:v>
                </c:pt>
                <c:pt idx="4622">
                  <c:v>6.7</c:v>
                </c:pt>
                <c:pt idx="4623">
                  <c:v>6.6</c:v>
                </c:pt>
                <c:pt idx="4624">
                  <c:v>6.9</c:v>
                </c:pt>
                <c:pt idx="4625">
                  <c:v>5.4</c:v>
                </c:pt>
                <c:pt idx="4626">
                  <c:v>5.5</c:v>
                </c:pt>
                <c:pt idx="4627">
                  <c:v>5.4</c:v>
                </c:pt>
                <c:pt idx="4628">
                  <c:v>4.7</c:v>
                </c:pt>
                <c:pt idx="4629">
                  <c:v>6.6</c:v>
                </c:pt>
                <c:pt idx="4630">
                  <c:v>6.8</c:v>
                </c:pt>
                <c:pt idx="4631">
                  <c:v>6.9</c:v>
                </c:pt>
                <c:pt idx="4632">
                  <c:v>7.18</c:v>
                </c:pt>
                <c:pt idx="4633">
                  <c:v>6.261</c:v>
                </c:pt>
                <c:pt idx="4634">
                  <c:v>5.6</c:v>
                </c:pt>
                <c:pt idx="4635">
                  <c:v>4.1</c:v>
                </c:pt>
                <c:pt idx="4636">
                  <c:v>7.7</c:v>
                </c:pt>
                <c:pt idx="4637">
                  <c:v>6.414</c:v>
                </c:pt>
                <c:pt idx="4638">
                  <c:v>6.2</c:v>
                </c:pt>
                <c:pt idx="4639">
                  <c:v>7</c:v>
                </c:pt>
                <c:pt idx="4640">
                  <c:v>5.4</c:v>
                </c:pt>
                <c:pt idx="4641">
                  <c:v>6.2</c:v>
                </c:pt>
                <c:pt idx="4642">
                  <c:v>6.31</c:v>
                </c:pt>
                <c:pt idx="4643">
                  <c:v>5.135</c:v>
                </c:pt>
                <c:pt idx="4644">
                  <c:v>8.48</c:v>
                </c:pt>
                <c:pt idx="4645">
                  <c:v>5.7</c:v>
                </c:pt>
                <c:pt idx="4646">
                  <c:v>7.8</c:v>
                </c:pt>
                <c:pt idx="4647">
                  <c:v>6</c:v>
                </c:pt>
                <c:pt idx="4648">
                  <c:v>6.2</c:v>
                </c:pt>
                <c:pt idx="4649">
                  <c:v>6.779</c:v>
                </c:pt>
                <c:pt idx="4650">
                  <c:v>5.9</c:v>
                </c:pt>
                <c:pt idx="4651">
                  <c:v>6.2</c:v>
                </c:pt>
                <c:pt idx="4652">
                  <c:v>6</c:v>
                </c:pt>
                <c:pt idx="4653">
                  <c:v>6.1</c:v>
                </c:pt>
                <c:pt idx="4654">
                  <c:v>6.672</c:v>
                </c:pt>
                <c:pt idx="4655">
                  <c:v>6.9</c:v>
                </c:pt>
                <c:pt idx="4656">
                  <c:v>7.2</c:v>
                </c:pt>
                <c:pt idx="4657">
                  <c:v>6.6</c:v>
                </c:pt>
                <c:pt idx="4658">
                  <c:v>6.3</c:v>
                </c:pt>
                <c:pt idx="4659">
                  <c:v>6.177</c:v>
                </c:pt>
                <c:pt idx="4660">
                  <c:v>6.7</c:v>
                </c:pt>
                <c:pt idx="4661">
                  <c:v>6.1</c:v>
                </c:pt>
                <c:pt idx="4662">
                  <c:v>6.7</c:v>
                </c:pt>
                <c:pt idx="4663">
                  <c:v>7.556</c:v>
                </c:pt>
                <c:pt idx="4664">
                  <c:v>7.1</c:v>
                </c:pt>
                <c:pt idx="4665">
                  <c:v>3.5</c:v>
                </c:pt>
                <c:pt idx="4666">
                  <c:v>6.3</c:v>
                </c:pt>
                <c:pt idx="4667">
                  <c:v>6.5</c:v>
                </c:pt>
                <c:pt idx="4668">
                  <c:v>7.2</c:v>
                </c:pt>
                <c:pt idx="4669">
                  <c:v>5.2</c:v>
                </c:pt>
                <c:pt idx="4670">
                  <c:v>3.591</c:v>
                </c:pt>
                <c:pt idx="4671">
                  <c:v>5.411</c:v>
                </c:pt>
                <c:pt idx="4672">
                  <c:v>5.1</c:v>
                </c:pt>
                <c:pt idx="4673">
                  <c:v>5.5</c:v>
                </c:pt>
                <c:pt idx="4674">
                  <c:v>6.729</c:v>
                </c:pt>
                <c:pt idx="4675">
                  <c:v>7.4</c:v>
                </c:pt>
                <c:pt idx="4676">
                  <c:v>7.282</c:v>
                </c:pt>
                <c:pt idx="4677">
                  <c:v>5.8</c:v>
                </c:pt>
                <c:pt idx="4678">
                  <c:v>6.3</c:v>
                </c:pt>
                <c:pt idx="4679">
                  <c:v>7.054</c:v>
                </c:pt>
                <c:pt idx="4680">
                  <c:v>6.4</c:v>
                </c:pt>
                <c:pt idx="4681">
                  <c:v>5.2</c:v>
                </c:pt>
                <c:pt idx="4682">
                  <c:v>5.5</c:v>
                </c:pt>
                <c:pt idx="4683">
                  <c:v>5.751</c:v>
                </c:pt>
                <c:pt idx="4684">
                  <c:v>6.9</c:v>
                </c:pt>
                <c:pt idx="4685">
                  <c:v>5.9</c:v>
                </c:pt>
                <c:pt idx="4686">
                  <c:v>6.2</c:v>
                </c:pt>
                <c:pt idx="4687">
                  <c:v>7.3</c:v>
                </c:pt>
                <c:pt idx="4688">
                  <c:v>7.3</c:v>
                </c:pt>
                <c:pt idx="4689">
                  <c:v>7.4</c:v>
                </c:pt>
                <c:pt idx="4690">
                  <c:v>5.426</c:v>
                </c:pt>
                <c:pt idx="4691">
                  <c:v>3.9</c:v>
                </c:pt>
                <c:pt idx="4692">
                  <c:v>6.576</c:v>
                </c:pt>
                <c:pt idx="4693">
                  <c:v>6.2</c:v>
                </c:pt>
                <c:pt idx="4694">
                  <c:v>7.2</c:v>
                </c:pt>
                <c:pt idx="4695">
                  <c:v>5.3</c:v>
                </c:pt>
                <c:pt idx="4696">
                  <c:v>7.9</c:v>
                </c:pt>
                <c:pt idx="4697">
                  <c:v>5.671</c:v>
                </c:pt>
                <c:pt idx="4698">
                  <c:v>7.1</c:v>
                </c:pt>
                <c:pt idx="4699">
                  <c:v>6.367</c:v>
                </c:pt>
                <c:pt idx="4700">
                  <c:v>7</c:v>
                </c:pt>
                <c:pt idx="4701">
                  <c:v>4.4</c:v>
                </c:pt>
                <c:pt idx="4702">
                  <c:v>6.9</c:v>
                </c:pt>
                <c:pt idx="4703">
                  <c:v>7.8</c:v>
                </c:pt>
                <c:pt idx="4704">
                  <c:v>4.893</c:v>
                </c:pt>
                <c:pt idx="4705">
                  <c:v>5.3</c:v>
                </c:pt>
                <c:pt idx="4706">
                  <c:v>4.7</c:v>
                </c:pt>
                <c:pt idx="4707">
                  <c:v>6.1</c:v>
                </c:pt>
                <c:pt idx="4708">
                  <c:v>4.901</c:v>
                </c:pt>
                <c:pt idx="4709">
                  <c:v>5.985</c:v>
                </c:pt>
                <c:pt idx="4710">
                  <c:v>6.874</c:v>
                </c:pt>
                <c:pt idx="4711">
                  <c:v>6.2</c:v>
                </c:pt>
                <c:pt idx="4712">
                  <c:v>5.759</c:v>
                </c:pt>
                <c:pt idx="4713">
                  <c:v>6</c:v>
                </c:pt>
                <c:pt idx="4714">
                  <c:v>5.7</c:v>
                </c:pt>
                <c:pt idx="4715">
                  <c:v>5.9</c:v>
                </c:pt>
                <c:pt idx="4716">
                  <c:v>5</c:v>
                </c:pt>
                <c:pt idx="4717">
                  <c:v>6.8</c:v>
                </c:pt>
                <c:pt idx="4718">
                  <c:v>5.1</c:v>
                </c:pt>
                <c:pt idx="4719">
                  <c:v>4.6</c:v>
                </c:pt>
                <c:pt idx="4720">
                  <c:v>6.119</c:v>
                </c:pt>
                <c:pt idx="4721">
                  <c:v>5.274</c:v>
                </c:pt>
                <c:pt idx="4722">
                  <c:v>3</c:v>
                </c:pt>
                <c:pt idx="4723">
                  <c:v>5</c:v>
                </c:pt>
                <c:pt idx="4724">
                  <c:v>6.1</c:v>
                </c:pt>
                <c:pt idx="4725">
                  <c:v>6.2</c:v>
                </c:pt>
                <c:pt idx="4726">
                  <c:v>5.9</c:v>
                </c:pt>
                <c:pt idx="4727">
                  <c:v>6.636</c:v>
                </c:pt>
                <c:pt idx="4728">
                  <c:v>4.8</c:v>
                </c:pt>
                <c:pt idx="4729">
                  <c:v>5.9</c:v>
                </c:pt>
                <c:pt idx="4730">
                  <c:v>7.195</c:v>
                </c:pt>
                <c:pt idx="4731">
                  <c:v>6.1</c:v>
                </c:pt>
                <c:pt idx="4732">
                  <c:v>4.9</c:v>
                </c:pt>
                <c:pt idx="4733">
                  <c:v>6.9</c:v>
                </c:pt>
                <c:pt idx="4734">
                  <c:v>5.8</c:v>
                </c:pt>
                <c:pt idx="4735">
                  <c:v>5</c:v>
                </c:pt>
                <c:pt idx="4736">
                  <c:v>5.7</c:v>
                </c:pt>
                <c:pt idx="4737">
                  <c:v>5.7</c:v>
                </c:pt>
                <c:pt idx="4738">
                  <c:v>5.245</c:v>
                </c:pt>
                <c:pt idx="4739">
                  <c:v>6.6</c:v>
                </c:pt>
                <c:pt idx="4740">
                  <c:v>6.697</c:v>
                </c:pt>
                <c:pt idx="4741">
                  <c:v>5.8</c:v>
                </c:pt>
                <c:pt idx="4742">
                  <c:v>5.7</c:v>
                </c:pt>
                <c:pt idx="4743">
                  <c:v>6.1</c:v>
                </c:pt>
                <c:pt idx="4744">
                  <c:v>7.2</c:v>
                </c:pt>
                <c:pt idx="4745">
                  <c:v>5.8</c:v>
                </c:pt>
                <c:pt idx="4746">
                  <c:v>5.426</c:v>
                </c:pt>
                <c:pt idx="4747">
                  <c:v>6.178</c:v>
                </c:pt>
                <c:pt idx="4748">
                  <c:v>6.5</c:v>
                </c:pt>
                <c:pt idx="4749">
                  <c:v>7.6</c:v>
                </c:pt>
                <c:pt idx="4750">
                  <c:v>7.462</c:v>
                </c:pt>
                <c:pt idx="4751">
                  <c:v>6.1</c:v>
                </c:pt>
                <c:pt idx="4752">
                  <c:v>4.7</c:v>
                </c:pt>
                <c:pt idx="4753">
                  <c:v>6.1</c:v>
                </c:pt>
                <c:pt idx="4754">
                  <c:v>4.7</c:v>
                </c:pt>
                <c:pt idx="4755">
                  <c:v>6.722</c:v>
                </c:pt>
                <c:pt idx="4756">
                  <c:v>6.8</c:v>
                </c:pt>
                <c:pt idx="4757">
                  <c:v>7.2</c:v>
                </c:pt>
                <c:pt idx="4758">
                  <c:v>4.7</c:v>
                </c:pt>
                <c:pt idx="4759">
                  <c:v>6.757</c:v>
                </c:pt>
                <c:pt idx="4760">
                  <c:v>6.8</c:v>
                </c:pt>
                <c:pt idx="4761">
                  <c:v>5.5</c:v>
                </c:pt>
                <c:pt idx="4762">
                  <c:v>7.4</c:v>
                </c:pt>
                <c:pt idx="4763">
                  <c:v>6.6</c:v>
                </c:pt>
                <c:pt idx="4764">
                  <c:v>6.9</c:v>
                </c:pt>
                <c:pt idx="4765">
                  <c:v>7.3</c:v>
                </c:pt>
                <c:pt idx="4766">
                  <c:v>4.7</c:v>
                </c:pt>
                <c:pt idx="4767">
                  <c:v>5.4</c:v>
                </c:pt>
                <c:pt idx="4768">
                  <c:v>6.3</c:v>
                </c:pt>
                <c:pt idx="4769">
                  <c:v>4.971</c:v>
                </c:pt>
                <c:pt idx="4770">
                  <c:v>6</c:v>
                </c:pt>
                <c:pt idx="4771">
                  <c:v>4.9</c:v>
                </c:pt>
                <c:pt idx="4772">
                  <c:v>5.6</c:v>
                </c:pt>
                <c:pt idx="4773">
                  <c:v>7.076</c:v>
                </c:pt>
                <c:pt idx="4774">
                  <c:v>6.4</c:v>
                </c:pt>
                <c:pt idx="4775">
                  <c:v>5.1</c:v>
                </c:pt>
                <c:pt idx="4776">
                  <c:v>5.69</c:v>
                </c:pt>
                <c:pt idx="4777">
                  <c:v>7.016</c:v>
                </c:pt>
                <c:pt idx="4778">
                  <c:v>4.179</c:v>
                </c:pt>
                <c:pt idx="4779">
                  <c:v>6.8</c:v>
                </c:pt>
                <c:pt idx="4780">
                  <c:v>6.7</c:v>
                </c:pt>
                <c:pt idx="4781">
                  <c:v>6.437</c:v>
                </c:pt>
                <c:pt idx="4782">
                  <c:v>6.7</c:v>
                </c:pt>
                <c:pt idx="4783">
                  <c:v>6.5</c:v>
                </c:pt>
                <c:pt idx="4784">
                  <c:v>7.719</c:v>
                </c:pt>
                <c:pt idx="4785">
                  <c:v>7.7</c:v>
                </c:pt>
                <c:pt idx="4786">
                  <c:v>5.9</c:v>
                </c:pt>
                <c:pt idx="4787">
                  <c:v>7.38</c:v>
                </c:pt>
                <c:pt idx="4788">
                  <c:v>4.8</c:v>
                </c:pt>
                <c:pt idx="4789">
                  <c:v>6.1</c:v>
                </c:pt>
                <c:pt idx="4790">
                  <c:v>5.971</c:v>
                </c:pt>
                <c:pt idx="4791">
                  <c:v>5.1</c:v>
                </c:pt>
                <c:pt idx="4792">
                  <c:v>7.7</c:v>
                </c:pt>
                <c:pt idx="4793">
                  <c:v>5.8</c:v>
                </c:pt>
                <c:pt idx="4794">
                  <c:v>6.8</c:v>
                </c:pt>
                <c:pt idx="4795">
                  <c:v>6.4</c:v>
                </c:pt>
                <c:pt idx="4796">
                  <c:v>7</c:v>
                </c:pt>
                <c:pt idx="4797">
                  <c:v>6.8</c:v>
                </c:pt>
                <c:pt idx="4798">
                  <c:v>5.013</c:v>
                </c:pt>
                <c:pt idx="4799">
                  <c:v>5.5</c:v>
                </c:pt>
                <c:pt idx="4800">
                  <c:v>5.332</c:v>
                </c:pt>
                <c:pt idx="4801">
                  <c:v>6.163</c:v>
                </c:pt>
                <c:pt idx="4802">
                  <c:v>6.9</c:v>
                </c:pt>
                <c:pt idx="4803">
                  <c:v>6.2</c:v>
                </c:pt>
                <c:pt idx="4804">
                  <c:v>5.1</c:v>
                </c:pt>
                <c:pt idx="4805">
                  <c:v>6</c:v>
                </c:pt>
                <c:pt idx="4806">
                  <c:v>8</c:v>
                </c:pt>
                <c:pt idx="4807">
                  <c:v>6.6</c:v>
                </c:pt>
                <c:pt idx="4808">
                  <c:v>5.8</c:v>
                </c:pt>
                <c:pt idx="4809">
                  <c:v>5.3</c:v>
                </c:pt>
                <c:pt idx="4810">
                  <c:v>5.4</c:v>
                </c:pt>
                <c:pt idx="4811">
                  <c:v>6.571</c:v>
                </c:pt>
                <c:pt idx="4812">
                  <c:v>6.9</c:v>
                </c:pt>
                <c:pt idx="4813">
                  <c:v>6.1</c:v>
                </c:pt>
                <c:pt idx="4814">
                  <c:v>7.4</c:v>
                </c:pt>
                <c:pt idx="4815">
                  <c:v>7.494</c:v>
                </c:pt>
                <c:pt idx="4816">
                  <c:v>6.9</c:v>
                </c:pt>
                <c:pt idx="4817">
                  <c:v>4.942</c:v>
                </c:pt>
                <c:pt idx="4818">
                  <c:v>6.4</c:v>
                </c:pt>
                <c:pt idx="4819">
                  <c:v>4.9</c:v>
                </c:pt>
                <c:pt idx="4820">
                  <c:v>6.641</c:v>
                </c:pt>
                <c:pt idx="4821">
                  <c:v>5.8</c:v>
                </c:pt>
                <c:pt idx="4822">
                  <c:v>5</c:v>
                </c:pt>
                <c:pt idx="4823">
                  <c:v>6.3</c:v>
                </c:pt>
                <c:pt idx="4824">
                  <c:v>5.4</c:v>
                </c:pt>
                <c:pt idx="4825">
                  <c:v>8.449</c:v>
                </c:pt>
                <c:pt idx="4826">
                  <c:v>6.9</c:v>
                </c:pt>
                <c:pt idx="4827">
                  <c:v>5.9</c:v>
                </c:pt>
                <c:pt idx="4828">
                  <c:v>5.8</c:v>
                </c:pt>
                <c:pt idx="4829">
                  <c:v>5.665</c:v>
                </c:pt>
                <c:pt idx="4830">
                  <c:v>5.7</c:v>
                </c:pt>
                <c:pt idx="4831">
                  <c:v>7</c:v>
                </c:pt>
                <c:pt idx="4832">
                  <c:v>5.8</c:v>
                </c:pt>
                <c:pt idx="4833">
                  <c:v>4.8</c:v>
                </c:pt>
                <c:pt idx="4834">
                  <c:v>6.9</c:v>
                </c:pt>
                <c:pt idx="4835">
                  <c:v>6.8</c:v>
                </c:pt>
                <c:pt idx="4836">
                  <c:v>6.815</c:v>
                </c:pt>
                <c:pt idx="4837">
                  <c:v>6.9</c:v>
                </c:pt>
                <c:pt idx="4838">
                  <c:v>6.039</c:v>
                </c:pt>
                <c:pt idx="4839">
                  <c:v>7.4</c:v>
                </c:pt>
                <c:pt idx="4840">
                  <c:v>6.2</c:v>
                </c:pt>
                <c:pt idx="4841">
                  <c:v>6.8</c:v>
                </c:pt>
                <c:pt idx="4842">
                  <c:v>6.655</c:v>
                </c:pt>
                <c:pt idx="4843">
                  <c:v>7.2</c:v>
                </c:pt>
                <c:pt idx="4844">
                  <c:v>7.3</c:v>
                </c:pt>
                <c:pt idx="4845">
                  <c:v>6.3</c:v>
                </c:pt>
                <c:pt idx="4846">
                  <c:v>6.6</c:v>
                </c:pt>
                <c:pt idx="4847">
                  <c:v>4.7</c:v>
                </c:pt>
                <c:pt idx="4848">
                  <c:v>7.327</c:v>
                </c:pt>
                <c:pt idx="4849">
                  <c:v>7.792</c:v>
                </c:pt>
                <c:pt idx="4850">
                  <c:v>3.7</c:v>
                </c:pt>
                <c:pt idx="4851">
                  <c:v>6.1</c:v>
                </c:pt>
                <c:pt idx="4852">
                  <c:v>6.792</c:v>
                </c:pt>
                <c:pt idx="4853">
                  <c:v>5.2</c:v>
                </c:pt>
                <c:pt idx="4854">
                  <c:v>7.5</c:v>
                </c:pt>
                <c:pt idx="4855">
                  <c:v>6.1</c:v>
                </c:pt>
                <c:pt idx="4856">
                  <c:v>6.5</c:v>
                </c:pt>
                <c:pt idx="4857">
                  <c:v>5.9</c:v>
                </c:pt>
                <c:pt idx="4858">
                  <c:v>6.261</c:v>
                </c:pt>
                <c:pt idx="4859">
                  <c:v>5.74</c:v>
                </c:pt>
                <c:pt idx="4860">
                  <c:v>5.851</c:v>
                </c:pt>
                <c:pt idx="4861">
                  <c:v>6.931</c:v>
                </c:pt>
                <c:pt idx="4862">
                  <c:v>7.117</c:v>
                </c:pt>
                <c:pt idx="4863">
                  <c:v>6.422</c:v>
                </c:pt>
                <c:pt idx="4864">
                  <c:v>6</c:v>
                </c:pt>
                <c:pt idx="4865">
                  <c:v>6.833</c:v>
                </c:pt>
                <c:pt idx="4866">
                  <c:v>7.214</c:v>
                </c:pt>
                <c:pt idx="4867">
                  <c:v>7.7</c:v>
                </c:pt>
                <c:pt idx="4868">
                  <c:v>5.78</c:v>
                </c:pt>
                <c:pt idx="4869">
                  <c:v>5.8</c:v>
                </c:pt>
                <c:pt idx="4870">
                  <c:v>6.6</c:v>
                </c:pt>
                <c:pt idx="4871">
                  <c:v>4.897</c:v>
                </c:pt>
                <c:pt idx="4872">
                  <c:v>6.7</c:v>
                </c:pt>
                <c:pt idx="4873">
                  <c:v>5.3</c:v>
                </c:pt>
                <c:pt idx="4874">
                  <c:v>2.8</c:v>
                </c:pt>
                <c:pt idx="4875">
                  <c:v>6.7</c:v>
                </c:pt>
                <c:pt idx="4876">
                  <c:v>6.9</c:v>
                </c:pt>
                <c:pt idx="4877">
                  <c:v>5.82</c:v>
                </c:pt>
                <c:pt idx="4878">
                  <c:v>6.991</c:v>
                </c:pt>
                <c:pt idx="4879">
                  <c:v>7.3</c:v>
                </c:pt>
                <c:pt idx="4880">
                  <c:v>6.8</c:v>
                </c:pt>
                <c:pt idx="4881">
                  <c:v>4.5</c:v>
                </c:pt>
                <c:pt idx="4882">
                  <c:v>6.5</c:v>
                </c:pt>
                <c:pt idx="4883">
                  <c:v>5.3</c:v>
                </c:pt>
                <c:pt idx="4884">
                  <c:v>6.51</c:v>
                </c:pt>
                <c:pt idx="4885">
                  <c:v>5.5</c:v>
                </c:pt>
                <c:pt idx="4886">
                  <c:v>5.863</c:v>
                </c:pt>
                <c:pt idx="4887">
                  <c:v>6</c:v>
                </c:pt>
                <c:pt idx="4888">
                  <c:v>4.992</c:v>
                </c:pt>
                <c:pt idx="4889">
                  <c:v>5.7</c:v>
                </c:pt>
                <c:pt idx="4890">
                  <c:v>6.565</c:v>
                </c:pt>
                <c:pt idx="4891">
                  <c:v>7.7</c:v>
                </c:pt>
                <c:pt idx="4892">
                  <c:v>5.325</c:v>
                </c:pt>
                <c:pt idx="4893">
                  <c:v>6.063</c:v>
                </c:pt>
                <c:pt idx="4894">
                  <c:v>5.9</c:v>
                </c:pt>
                <c:pt idx="4895">
                  <c:v>4.583</c:v>
                </c:pt>
                <c:pt idx="4896">
                  <c:v>5.7</c:v>
                </c:pt>
                <c:pt idx="4897">
                  <c:v>6.6</c:v>
                </c:pt>
                <c:pt idx="4898">
                  <c:v>6.7</c:v>
                </c:pt>
                <c:pt idx="4899">
                  <c:v>6</c:v>
                </c:pt>
                <c:pt idx="4900">
                  <c:v>5.2</c:v>
                </c:pt>
                <c:pt idx="4901">
                  <c:v>7.417</c:v>
                </c:pt>
                <c:pt idx="4902">
                  <c:v>5.558</c:v>
                </c:pt>
                <c:pt idx="4903">
                  <c:v>6.1</c:v>
                </c:pt>
                <c:pt idx="4904">
                  <c:v>8.3</c:v>
                </c:pt>
                <c:pt idx="4905">
                  <c:v>7</c:v>
                </c:pt>
                <c:pt idx="4906">
                  <c:v>6.7</c:v>
                </c:pt>
                <c:pt idx="4907">
                  <c:v>6.7</c:v>
                </c:pt>
                <c:pt idx="4908">
                  <c:v>6.9</c:v>
                </c:pt>
                <c:pt idx="4909">
                  <c:v>6.5</c:v>
                </c:pt>
                <c:pt idx="4910">
                  <c:v>5.7</c:v>
                </c:pt>
                <c:pt idx="4911">
                  <c:v>5.4</c:v>
                </c:pt>
                <c:pt idx="4912">
                  <c:v>7.7</c:v>
                </c:pt>
                <c:pt idx="4913">
                  <c:v>7.3</c:v>
                </c:pt>
                <c:pt idx="4914">
                  <c:v>5.4</c:v>
                </c:pt>
                <c:pt idx="4915">
                  <c:v>4.9</c:v>
                </c:pt>
                <c:pt idx="4916">
                  <c:v>7</c:v>
                </c:pt>
                <c:pt idx="4917">
                  <c:v>6.685</c:v>
                </c:pt>
                <c:pt idx="4918">
                  <c:v>6.1</c:v>
                </c:pt>
                <c:pt idx="4919">
                  <c:v>5.5</c:v>
                </c:pt>
                <c:pt idx="4920">
                  <c:v>6.4</c:v>
                </c:pt>
                <c:pt idx="4921">
                  <c:v>6.108</c:v>
                </c:pt>
                <c:pt idx="4922">
                  <c:v>7.002</c:v>
                </c:pt>
                <c:pt idx="4923">
                  <c:v>7.1</c:v>
                </c:pt>
                <c:pt idx="4924">
                  <c:v>6</c:v>
                </c:pt>
                <c:pt idx="4925">
                  <c:v>4.4</c:v>
                </c:pt>
                <c:pt idx="4926">
                  <c:v>5.297</c:v>
                </c:pt>
                <c:pt idx="4927">
                  <c:v>4.6</c:v>
                </c:pt>
                <c:pt idx="4928">
                  <c:v>7.3</c:v>
                </c:pt>
                <c:pt idx="4929">
                  <c:v>5.746</c:v>
                </c:pt>
                <c:pt idx="4930">
                  <c:v>6.2</c:v>
                </c:pt>
                <c:pt idx="4931">
                  <c:v>5.5</c:v>
                </c:pt>
                <c:pt idx="4932">
                  <c:v>6.3</c:v>
                </c:pt>
                <c:pt idx="4933">
                  <c:v>5.219</c:v>
                </c:pt>
                <c:pt idx="4934">
                  <c:v>5.5</c:v>
                </c:pt>
                <c:pt idx="4935">
                  <c:v>7.4</c:v>
                </c:pt>
                <c:pt idx="4936">
                  <c:v>6.652</c:v>
                </c:pt>
                <c:pt idx="4937">
                  <c:v>5</c:v>
                </c:pt>
                <c:pt idx="4938">
                  <c:v>6.6</c:v>
                </c:pt>
                <c:pt idx="4939">
                  <c:v>6</c:v>
                </c:pt>
                <c:pt idx="4940">
                  <c:v>4.9</c:v>
                </c:pt>
                <c:pt idx="4941">
                  <c:v>5.9</c:v>
                </c:pt>
                <c:pt idx="4942">
                  <c:v>5.6</c:v>
                </c:pt>
                <c:pt idx="4943">
                  <c:v>5.9</c:v>
                </c:pt>
                <c:pt idx="4944">
                  <c:v>5.811</c:v>
                </c:pt>
                <c:pt idx="4945">
                  <c:v>5.5</c:v>
                </c:pt>
                <c:pt idx="4946">
                  <c:v>7.1</c:v>
                </c:pt>
                <c:pt idx="4947">
                  <c:v>7.2</c:v>
                </c:pt>
                <c:pt idx="4948">
                  <c:v>7.8</c:v>
                </c:pt>
                <c:pt idx="4949">
                  <c:v>5.78</c:v>
                </c:pt>
                <c:pt idx="4950">
                  <c:v>5.9</c:v>
                </c:pt>
                <c:pt idx="4951">
                  <c:v>7.1</c:v>
                </c:pt>
                <c:pt idx="4952">
                  <c:v>4.4</c:v>
                </c:pt>
                <c:pt idx="4953">
                  <c:v>5.1</c:v>
                </c:pt>
                <c:pt idx="4954">
                  <c:v>6.2</c:v>
                </c:pt>
                <c:pt idx="4955">
                  <c:v>6.4</c:v>
                </c:pt>
                <c:pt idx="4956">
                  <c:v>7.35</c:v>
                </c:pt>
                <c:pt idx="4957">
                  <c:v>4.3</c:v>
                </c:pt>
                <c:pt idx="4958">
                  <c:v>5.7</c:v>
                </c:pt>
                <c:pt idx="4959">
                  <c:v>7.382</c:v>
                </c:pt>
                <c:pt idx="4960">
                  <c:v>7.789</c:v>
                </c:pt>
                <c:pt idx="4961">
                  <c:v>7.1</c:v>
                </c:pt>
                <c:pt idx="4962">
                  <c:v>3.7</c:v>
                </c:pt>
                <c:pt idx="4963">
                  <c:v>6.1</c:v>
                </c:pt>
                <c:pt idx="4964">
                  <c:v>5.19</c:v>
                </c:pt>
                <c:pt idx="4965">
                  <c:v>6.3</c:v>
                </c:pt>
                <c:pt idx="4966">
                  <c:v>5.048</c:v>
                </c:pt>
                <c:pt idx="4967">
                  <c:v>6.9</c:v>
                </c:pt>
                <c:pt idx="4968">
                  <c:v>4.3</c:v>
                </c:pt>
                <c:pt idx="4969">
                  <c:v>8.478</c:v>
                </c:pt>
                <c:pt idx="4970">
                  <c:v>5.5</c:v>
                </c:pt>
                <c:pt idx="4971">
                  <c:v>5.5</c:v>
                </c:pt>
                <c:pt idx="4972">
                  <c:v>5.3</c:v>
                </c:pt>
                <c:pt idx="4973">
                  <c:v>5.946</c:v>
                </c:pt>
                <c:pt idx="4974">
                  <c:v>5.3</c:v>
                </c:pt>
                <c:pt idx="4975">
                  <c:v>6.2</c:v>
                </c:pt>
                <c:pt idx="4976">
                  <c:v>5.1</c:v>
                </c:pt>
                <c:pt idx="4977">
                  <c:v>6.9</c:v>
                </c:pt>
                <c:pt idx="4978">
                  <c:v>4.2</c:v>
                </c:pt>
                <c:pt idx="4979">
                  <c:v>4.881</c:v>
                </c:pt>
                <c:pt idx="4980">
                  <c:v>5.3</c:v>
                </c:pt>
                <c:pt idx="4981">
                  <c:v>6.08</c:v>
                </c:pt>
                <c:pt idx="4982">
                  <c:v>5.275</c:v>
                </c:pt>
                <c:pt idx="4983">
                  <c:v>5.9</c:v>
                </c:pt>
                <c:pt idx="4984">
                  <c:v>6</c:v>
                </c:pt>
                <c:pt idx="4985">
                  <c:v>7</c:v>
                </c:pt>
                <c:pt idx="4986">
                  <c:v>6.4</c:v>
                </c:pt>
                <c:pt idx="4987">
                  <c:v>5.4</c:v>
                </c:pt>
                <c:pt idx="4988">
                  <c:v>5.9</c:v>
                </c:pt>
                <c:pt idx="4989">
                  <c:v>7.3</c:v>
                </c:pt>
                <c:pt idx="4990">
                  <c:v>7.4</c:v>
                </c:pt>
                <c:pt idx="4991">
                  <c:v>5.215</c:v>
                </c:pt>
                <c:pt idx="4992">
                  <c:v>6</c:v>
                </c:pt>
                <c:pt idx="4993">
                  <c:v>7.7</c:v>
                </c:pt>
                <c:pt idx="4994">
                  <c:v>6.2</c:v>
                </c:pt>
                <c:pt idx="4995">
                  <c:v>5.887</c:v>
                </c:pt>
                <c:pt idx="4996">
                  <c:v>5.3</c:v>
                </c:pt>
                <c:pt idx="4997">
                  <c:v>5.6</c:v>
                </c:pt>
                <c:pt idx="4998">
                  <c:v>6.6</c:v>
                </c:pt>
                <c:pt idx="4999">
                  <c:v>6.232</c:v>
                </c:pt>
                <c:pt idx="5000">
                  <c:v>5.8</c:v>
                </c:pt>
                <c:pt idx="5001">
                  <c:v>6.4</c:v>
                </c:pt>
                <c:pt idx="5002">
                  <c:v>7.9</c:v>
                </c:pt>
                <c:pt idx="5003">
                  <c:v>5.5</c:v>
                </c:pt>
                <c:pt idx="5004">
                  <c:v>6.4</c:v>
                </c:pt>
                <c:pt idx="5005">
                  <c:v>6.1</c:v>
                </c:pt>
                <c:pt idx="5006">
                  <c:v>6.8</c:v>
                </c:pt>
                <c:pt idx="5007">
                  <c:v>3.8</c:v>
                </c:pt>
                <c:pt idx="5008">
                  <c:v>5</c:v>
                </c:pt>
                <c:pt idx="5009">
                  <c:v>4.9</c:v>
                </c:pt>
                <c:pt idx="5010">
                  <c:v>6.5</c:v>
                </c:pt>
                <c:pt idx="5011">
                  <c:v>5.7</c:v>
                </c:pt>
                <c:pt idx="5012">
                  <c:v>6.25</c:v>
                </c:pt>
                <c:pt idx="5013">
                  <c:v>4.9</c:v>
                </c:pt>
                <c:pt idx="5014">
                  <c:v>5.3</c:v>
                </c:pt>
                <c:pt idx="5015">
                  <c:v>7.5</c:v>
                </c:pt>
                <c:pt idx="5016">
                  <c:v>7.7</c:v>
                </c:pt>
                <c:pt idx="5017">
                  <c:v>5.1</c:v>
                </c:pt>
                <c:pt idx="5018">
                  <c:v>6.2</c:v>
                </c:pt>
                <c:pt idx="5019">
                  <c:v>5</c:v>
                </c:pt>
                <c:pt idx="5020">
                  <c:v>6.3</c:v>
                </c:pt>
                <c:pt idx="5021">
                  <c:v>4.6</c:v>
                </c:pt>
                <c:pt idx="5022">
                  <c:v>7.4</c:v>
                </c:pt>
                <c:pt idx="5023">
                  <c:v>4.6</c:v>
                </c:pt>
                <c:pt idx="5024">
                  <c:v>6</c:v>
                </c:pt>
                <c:pt idx="5025">
                  <c:v>6.6</c:v>
                </c:pt>
                <c:pt idx="5026">
                  <c:v>4.9</c:v>
                </c:pt>
                <c:pt idx="5027">
                  <c:v>6.1</c:v>
                </c:pt>
                <c:pt idx="5028">
                  <c:v>5.5</c:v>
                </c:pt>
                <c:pt idx="5029">
                  <c:v>5.3</c:v>
                </c:pt>
                <c:pt idx="5030">
                  <c:v>5.8</c:v>
                </c:pt>
                <c:pt idx="5031">
                  <c:v>5.6</c:v>
                </c:pt>
                <c:pt idx="5032">
                  <c:v>6.2</c:v>
                </c:pt>
                <c:pt idx="5033">
                  <c:v>4.4</c:v>
                </c:pt>
                <c:pt idx="5034">
                  <c:v>5.4</c:v>
                </c:pt>
                <c:pt idx="5035">
                  <c:v>7.2</c:v>
                </c:pt>
                <c:pt idx="5036">
                  <c:v>5.964</c:v>
                </c:pt>
                <c:pt idx="5037">
                  <c:v>7.1</c:v>
                </c:pt>
                <c:pt idx="5038">
                  <c:v>7.444</c:v>
                </c:pt>
                <c:pt idx="5039">
                  <c:v>7.2</c:v>
                </c:pt>
                <c:pt idx="5040">
                  <c:v>7.751</c:v>
                </c:pt>
                <c:pt idx="5041">
                  <c:v>7.622</c:v>
                </c:pt>
                <c:pt idx="5042">
                  <c:v>7.7</c:v>
                </c:pt>
                <c:pt idx="5043">
                  <c:v>7.9</c:v>
                </c:pt>
                <c:pt idx="5044">
                  <c:v>8.5</c:v>
                </c:pt>
                <c:pt idx="5045">
                  <c:v>8.195</c:v>
                </c:pt>
                <c:pt idx="5046">
                  <c:v>7.289</c:v>
                </c:pt>
                <c:pt idx="5047">
                  <c:v>6</c:v>
                </c:pt>
                <c:pt idx="5048">
                  <c:v>5.994</c:v>
                </c:pt>
                <c:pt idx="5049">
                  <c:v>8.2</c:v>
                </c:pt>
                <c:pt idx="5050">
                  <c:v>7.9</c:v>
                </c:pt>
                <c:pt idx="5051">
                  <c:v>7.112</c:v>
                </c:pt>
                <c:pt idx="5052">
                  <c:v>5.332</c:v>
                </c:pt>
                <c:pt idx="5053">
                  <c:v>7.273</c:v>
                </c:pt>
                <c:pt idx="5054">
                  <c:v>7.1</c:v>
                </c:pt>
                <c:pt idx="5055">
                  <c:v>6.512</c:v>
                </c:pt>
                <c:pt idx="5056">
                  <c:v>7.609</c:v>
                </c:pt>
                <c:pt idx="5057">
                  <c:v>6.9</c:v>
                </c:pt>
                <c:pt idx="5058">
                  <c:v>7.4</c:v>
                </c:pt>
                <c:pt idx="5059">
                  <c:v>6</c:v>
                </c:pt>
                <c:pt idx="5060">
                  <c:v>6.38</c:v>
                </c:pt>
                <c:pt idx="5061">
                  <c:v>8.056</c:v>
                </c:pt>
                <c:pt idx="5062">
                  <c:v>7.3</c:v>
                </c:pt>
                <c:pt idx="5063">
                  <c:v>6.808</c:v>
                </c:pt>
                <c:pt idx="5064">
                  <c:v>6.865</c:v>
                </c:pt>
                <c:pt idx="5065">
                  <c:v>7.317</c:v>
                </c:pt>
                <c:pt idx="5066">
                  <c:v>6.978</c:v>
                </c:pt>
                <c:pt idx="5067">
                  <c:v>6</c:v>
                </c:pt>
                <c:pt idx="5068">
                  <c:v>7.1</c:v>
                </c:pt>
                <c:pt idx="5069">
                  <c:v>8.4</c:v>
                </c:pt>
                <c:pt idx="5070">
                  <c:v>7.493</c:v>
                </c:pt>
                <c:pt idx="5071">
                  <c:v>6.416</c:v>
                </c:pt>
                <c:pt idx="5072">
                  <c:v>6.6</c:v>
                </c:pt>
                <c:pt idx="5073">
                  <c:v>5.7</c:v>
                </c:pt>
                <c:pt idx="5074">
                  <c:v>7.1</c:v>
                </c:pt>
                <c:pt idx="5075">
                  <c:v>5.347</c:v>
                </c:pt>
                <c:pt idx="5076">
                  <c:v>6.1</c:v>
                </c:pt>
                <c:pt idx="5077">
                  <c:v>6.46</c:v>
                </c:pt>
                <c:pt idx="5078">
                  <c:v>6.4</c:v>
                </c:pt>
                <c:pt idx="5079">
                  <c:v>6</c:v>
                </c:pt>
                <c:pt idx="5080">
                  <c:v>6.276</c:v>
                </c:pt>
                <c:pt idx="5081">
                  <c:v>6.8</c:v>
                </c:pt>
                <c:pt idx="5082">
                  <c:v>6.825</c:v>
                </c:pt>
                <c:pt idx="5083">
                  <c:v>5.9</c:v>
                </c:pt>
                <c:pt idx="5084">
                  <c:v>7.038</c:v>
                </c:pt>
                <c:pt idx="5085">
                  <c:v>7</c:v>
                </c:pt>
                <c:pt idx="5086">
                  <c:v>6.361</c:v>
                </c:pt>
                <c:pt idx="5087">
                  <c:v>6.8</c:v>
                </c:pt>
                <c:pt idx="5088">
                  <c:v>6.4</c:v>
                </c:pt>
                <c:pt idx="5089">
                  <c:v>7.4</c:v>
                </c:pt>
                <c:pt idx="5090">
                  <c:v>7.4</c:v>
                </c:pt>
                <c:pt idx="5091">
                  <c:v>6.559</c:v>
                </c:pt>
                <c:pt idx="5092">
                  <c:v>6.2</c:v>
                </c:pt>
                <c:pt idx="5093">
                  <c:v>5.9</c:v>
                </c:pt>
                <c:pt idx="5094">
                  <c:v>5.6</c:v>
                </c:pt>
                <c:pt idx="5095">
                  <c:v>7.196</c:v>
                </c:pt>
                <c:pt idx="5096">
                  <c:v>5.918</c:v>
                </c:pt>
                <c:pt idx="5097">
                  <c:v>7.67</c:v>
                </c:pt>
                <c:pt idx="5098">
                  <c:v>6.4</c:v>
                </c:pt>
                <c:pt idx="5099">
                  <c:v>6.101</c:v>
                </c:pt>
                <c:pt idx="5100">
                  <c:v>7.4</c:v>
                </c:pt>
                <c:pt idx="5101">
                  <c:v>7.633</c:v>
                </c:pt>
                <c:pt idx="5102">
                  <c:v>7.566</c:v>
                </c:pt>
                <c:pt idx="5103">
                  <c:v>6.991</c:v>
                </c:pt>
                <c:pt idx="5104">
                  <c:v>6.95</c:v>
                </c:pt>
                <c:pt idx="5105">
                  <c:v>6.21</c:v>
                </c:pt>
                <c:pt idx="5106">
                  <c:v>7</c:v>
                </c:pt>
                <c:pt idx="5107">
                  <c:v>6.3</c:v>
                </c:pt>
                <c:pt idx="5108">
                  <c:v>7.547</c:v>
                </c:pt>
                <c:pt idx="5109">
                  <c:v>6.923</c:v>
                </c:pt>
                <c:pt idx="5110">
                  <c:v>7.13</c:v>
                </c:pt>
                <c:pt idx="5111">
                  <c:v>5.7</c:v>
                </c:pt>
                <c:pt idx="5112">
                  <c:v>6.3</c:v>
                </c:pt>
                <c:pt idx="5113">
                  <c:v>5.4</c:v>
                </c:pt>
                <c:pt idx="5114">
                  <c:v>6.346</c:v>
                </c:pt>
                <c:pt idx="5115">
                  <c:v>7.9</c:v>
                </c:pt>
                <c:pt idx="5116">
                  <c:v>6</c:v>
                </c:pt>
                <c:pt idx="5117">
                  <c:v>6.4</c:v>
                </c:pt>
                <c:pt idx="5118">
                  <c:v>5.9</c:v>
                </c:pt>
                <c:pt idx="5119">
                  <c:v>6.7</c:v>
                </c:pt>
                <c:pt idx="5120">
                  <c:v>6.73</c:v>
                </c:pt>
                <c:pt idx="5121">
                  <c:v>7.2</c:v>
                </c:pt>
                <c:pt idx="5122">
                  <c:v>6.8</c:v>
                </c:pt>
                <c:pt idx="5123">
                  <c:v>7.1</c:v>
                </c:pt>
                <c:pt idx="5124">
                  <c:v>5.7</c:v>
                </c:pt>
                <c:pt idx="5125">
                  <c:v>6.877</c:v>
                </c:pt>
                <c:pt idx="5126">
                  <c:v>6.556</c:v>
                </c:pt>
                <c:pt idx="5127">
                  <c:v>7.2</c:v>
                </c:pt>
                <c:pt idx="5128">
                  <c:v>6.4</c:v>
                </c:pt>
                <c:pt idx="5129">
                  <c:v>6</c:v>
                </c:pt>
                <c:pt idx="5130">
                  <c:v>6.5</c:v>
                </c:pt>
                <c:pt idx="5131">
                  <c:v>5.746</c:v>
                </c:pt>
                <c:pt idx="5132">
                  <c:v>8.1</c:v>
                </c:pt>
                <c:pt idx="5133">
                  <c:v>7.2</c:v>
                </c:pt>
                <c:pt idx="5134">
                  <c:v>5.6</c:v>
                </c:pt>
                <c:pt idx="5135">
                  <c:v>6.5</c:v>
                </c:pt>
                <c:pt idx="5136">
                  <c:v>7.4</c:v>
                </c:pt>
                <c:pt idx="5137">
                  <c:v>7.2</c:v>
                </c:pt>
                <c:pt idx="5138">
                  <c:v>5.927</c:v>
                </c:pt>
                <c:pt idx="5139">
                  <c:v>6.3</c:v>
                </c:pt>
                <c:pt idx="5140">
                  <c:v>6.2</c:v>
                </c:pt>
                <c:pt idx="5141">
                  <c:v>6.6</c:v>
                </c:pt>
                <c:pt idx="5142">
                  <c:v>6.255</c:v>
                </c:pt>
                <c:pt idx="5143">
                  <c:v>7.42</c:v>
                </c:pt>
                <c:pt idx="5144">
                  <c:v>6.4</c:v>
                </c:pt>
                <c:pt idx="5145">
                  <c:v>7.2</c:v>
                </c:pt>
                <c:pt idx="5146">
                  <c:v>7</c:v>
                </c:pt>
                <c:pt idx="5147">
                  <c:v>6.43</c:v>
                </c:pt>
                <c:pt idx="5148">
                  <c:v>6.075</c:v>
                </c:pt>
                <c:pt idx="5149">
                  <c:v>7.2</c:v>
                </c:pt>
                <c:pt idx="5150">
                  <c:v>7.056</c:v>
                </c:pt>
                <c:pt idx="5151">
                  <c:v>6.3</c:v>
                </c:pt>
                <c:pt idx="5152">
                  <c:v>5.7</c:v>
                </c:pt>
                <c:pt idx="5153">
                  <c:v>6.1</c:v>
                </c:pt>
                <c:pt idx="5154">
                  <c:v>5.98</c:v>
                </c:pt>
                <c:pt idx="5155">
                  <c:v>6.794</c:v>
                </c:pt>
                <c:pt idx="5156">
                  <c:v>7.055</c:v>
                </c:pt>
                <c:pt idx="5157">
                  <c:v>4.7</c:v>
                </c:pt>
                <c:pt idx="5158">
                  <c:v>6.132</c:v>
                </c:pt>
                <c:pt idx="5159">
                  <c:v>5.95</c:v>
                </c:pt>
                <c:pt idx="5160">
                  <c:v>7.655</c:v>
                </c:pt>
                <c:pt idx="5161">
                  <c:v>5.6</c:v>
                </c:pt>
                <c:pt idx="5162">
                  <c:v>6.677</c:v>
                </c:pt>
                <c:pt idx="5163">
                  <c:v>6.7</c:v>
                </c:pt>
                <c:pt idx="5164">
                  <c:v>6.7</c:v>
                </c:pt>
                <c:pt idx="5165">
                  <c:v>5.6</c:v>
                </c:pt>
                <c:pt idx="5166">
                  <c:v>7.1</c:v>
                </c:pt>
                <c:pt idx="5167">
                  <c:v>7.2</c:v>
                </c:pt>
                <c:pt idx="5168">
                  <c:v>7.305</c:v>
                </c:pt>
                <c:pt idx="5169">
                  <c:v>6.435</c:v>
                </c:pt>
                <c:pt idx="5170">
                  <c:v>7.2</c:v>
                </c:pt>
                <c:pt idx="5171">
                  <c:v>7</c:v>
                </c:pt>
                <c:pt idx="5172">
                  <c:v>6.8</c:v>
                </c:pt>
                <c:pt idx="5173">
                  <c:v>7.3</c:v>
                </c:pt>
                <c:pt idx="5174">
                  <c:v>6.028</c:v>
                </c:pt>
                <c:pt idx="5175">
                  <c:v>4.9</c:v>
                </c:pt>
                <c:pt idx="5176">
                  <c:v>6.6</c:v>
                </c:pt>
                <c:pt idx="5177">
                  <c:v>7.9</c:v>
                </c:pt>
                <c:pt idx="5178">
                  <c:v>5.774</c:v>
                </c:pt>
                <c:pt idx="5179">
                  <c:v>5.8</c:v>
                </c:pt>
                <c:pt idx="5180">
                  <c:v>6.8</c:v>
                </c:pt>
                <c:pt idx="5181">
                  <c:v>7.9</c:v>
                </c:pt>
                <c:pt idx="5182">
                  <c:v>7.2</c:v>
                </c:pt>
                <c:pt idx="5183">
                  <c:v>5.219</c:v>
                </c:pt>
                <c:pt idx="5184">
                  <c:v>6.9</c:v>
                </c:pt>
                <c:pt idx="5185">
                  <c:v>6.457</c:v>
                </c:pt>
                <c:pt idx="5186">
                  <c:v>6.5</c:v>
                </c:pt>
                <c:pt idx="5187">
                  <c:v>7.5</c:v>
                </c:pt>
                <c:pt idx="5188">
                  <c:v>7.9</c:v>
                </c:pt>
                <c:pt idx="5189">
                  <c:v>6.1</c:v>
                </c:pt>
                <c:pt idx="5190">
                  <c:v>7.8</c:v>
                </c:pt>
                <c:pt idx="5191">
                  <c:v>4.9</c:v>
                </c:pt>
                <c:pt idx="5192">
                  <c:v>7.2</c:v>
                </c:pt>
                <c:pt idx="5193">
                  <c:v>7.6</c:v>
                </c:pt>
                <c:pt idx="5194">
                  <c:v>5.882</c:v>
                </c:pt>
                <c:pt idx="5195">
                  <c:v>6.8</c:v>
                </c:pt>
                <c:pt idx="5196">
                  <c:v>7</c:v>
                </c:pt>
                <c:pt idx="5197">
                  <c:v>5.7</c:v>
                </c:pt>
                <c:pt idx="5198">
                  <c:v>6.179</c:v>
                </c:pt>
                <c:pt idx="5199">
                  <c:v>7.244</c:v>
                </c:pt>
                <c:pt idx="5200">
                  <c:v>7.3</c:v>
                </c:pt>
                <c:pt idx="5201">
                  <c:v>6.5</c:v>
                </c:pt>
                <c:pt idx="5202">
                  <c:v>7.4</c:v>
                </c:pt>
                <c:pt idx="5203">
                  <c:v>7</c:v>
                </c:pt>
                <c:pt idx="5204">
                  <c:v>6.6</c:v>
                </c:pt>
                <c:pt idx="5205">
                  <c:v>5.8</c:v>
                </c:pt>
                <c:pt idx="5206">
                  <c:v>6.111</c:v>
                </c:pt>
                <c:pt idx="5207">
                  <c:v>6.1</c:v>
                </c:pt>
                <c:pt idx="5208">
                  <c:v>5.8</c:v>
                </c:pt>
                <c:pt idx="5209">
                  <c:v>7.3</c:v>
                </c:pt>
                <c:pt idx="5210">
                  <c:v>7.8</c:v>
                </c:pt>
                <c:pt idx="5211">
                  <c:v>6.4</c:v>
                </c:pt>
                <c:pt idx="5212">
                  <c:v>7.383</c:v>
                </c:pt>
                <c:pt idx="5213">
                  <c:v>6.3</c:v>
                </c:pt>
                <c:pt idx="5214">
                  <c:v>6.289</c:v>
                </c:pt>
                <c:pt idx="5215">
                  <c:v>7.4</c:v>
                </c:pt>
                <c:pt idx="5216">
                  <c:v>7.273</c:v>
                </c:pt>
                <c:pt idx="5217">
                  <c:v>7.2</c:v>
                </c:pt>
                <c:pt idx="5218">
                  <c:v>6.7</c:v>
                </c:pt>
                <c:pt idx="5219">
                  <c:v>7.901</c:v>
                </c:pt>
                <c:pt idx="5220">
                  <c:v>6.1</c:v>
                </c:pt>
                <c:pt idx="5221">
                  <c:v>7.7</c:v>
                </c:pt>
                <c:pt idx="5222">
                  <c:v>7.4</c:v>
                </c:pt>
                <c:pt idx="5223">
                  <c:v>6.5</c:v>
                </c:pt>
                <c:pt idx="5224">
                  <c:v>5.9</c:v>
                </c:pt>
                <c:pt idx="5225">
                  <c:v>7.912</c:v>
                </c:pt>
                <c:pt idx="5226">
                  <c:v>5.5</c:v>
                </c:pt>
                <c:pt idx="5227">
                  <c:v>6.3</c:v>
                </c:pt>
                <c:pt idx="5228">
                  <c:v>7.104</c:v>
                </c:pt>
                <c:pt idx="5229">
                  <c:v>7.4</c:v>
                </c:pt>
                <c:pt idx="5230">
                  <c:v>5.923</c:v>
                </c:pt>
                <c:pt idx="5231">
                  <c:v>7.7</c:v>
                </c:pt>
                <c:pt idx="5232">
                  <c:v>6.2</c:v>
                </c:pt>
                <c:pt idx="5233">
                  <c:v>6.205</c:v>
                </c:pt>
                <c:pt idx="5234">
                  <c:v>5.4</c:v>
                </c:pt>
                <c:pt idx="5235">
                  <c:v>6.4</c:v>
                </c:pt>
                <c:pt idx="5236">
                  <c:v>7.136</c:v>
                </c:pt>
                <c:pt idx="5237">
                  <c:v>6.2</c:v>
                </c:pt>
                <c:pt idx="5238">
                  <c:v>5.6</c:v>
                </c:pt>
                <c:pt idx="5239">
                  <c:v>7.7</c:v>
                </c:pt>
                <c:pt idx="5240">
                  <c:v>5.224</c:v>
                </c:pt>
                <c:pt idx="5241">
                  <c:v>7.2</c:v>
                </c:pt>
                <c:pt idx="5242">
                  <c:v>6.1</c:v>
                </c:pt>
                <c:pt idx="5243">
                  <c:v>7.4</c:v>
                </c:pt>
                <c:pt idx="5244">
                  <c:v>4.4</c:v>
                </c:pt>
                <c:pt idx="5245">
                  <c:v>6.721</c:v>
                </c:pt>
                <c:pt idx="5246">
                  <c:v>5.6</c:v>
                </c:pt>
                <c:pt idx="5247">
                  <c:v>6.619</c:v>
                </c:pt>
                <c:pt idx="5248">
                  <c:v>7.4</c:v>
                </c:pt>
                <c:pt idx="5249">
                  <c:v>6.6</c:v>
                </c:pt>
                <c:pt idx="5250">
                  <c:v>5.7</c:v>
                </c:pt>
                <c:pt idx="5251">
                  <c:v>6.2</c:v>
                </c:pt>
                <c:pt idx="5252">
                  <c:v>7.592</c:v>
                </c:pt>
                <c:pt idx="5253">
                  <c:v>6.8</c:v>
                </c:pt>
                <c:pt idx="5254">
                  <c:v>6.4</c:v>
                </c:pt>
                <c:pt idx="5255">
                  <c:v>4.9</c:v>
                </c:pt>
                <c:pt idx="5256">
                  <c:v>7</c:v>
                </c:pt>
                <c:pt idx="5257">
                  <c:v>5.7</c:v>
                </c:pt>
                <c:pt idx="5258">
                  <c:v>6.3</c:v>
                </c:pt>
                <c:pt idx="5259">
                  <c:v>6.8</c:v>
                </c:pt>
                <c:pt idx="5260">
                  <c:v>6.1</c:v>
                </c:pt>
                <c:pt idx="5261">
                  <c:v>7.541</c:v>
                </c:pt>
                <c:pt idx="5262">
                  <c:v>5.9</c:v>
                </c:pt>
                <c:pt idx="5263">
                  <c:v>6</c:v>
                </c:pt>
                <c:pt idx="5264">
                  <c:v>6.6</c:v>
                </c:pt>
                <c:pt idx="5265">
                  <c:v>7.7</c:v>
                </c:pt>
                <c:pt idx="5266">
                  <c:v>5.6</c:v>
                </c:pt>
                <c:pt idx="5267">
                  <c:v>5.8</c:v>
                </c:pt>
                <c:pt idx="5268">
                  <c:v>4.1</c:v>
                </c:pt>
                <c:pt idx="5269">
                  <c:v>6</c:v>
                </c:pt>
                <c:pt idx="5270">
                  <c:v>6.2</c:v>
                </c:pt>
                <c:pt idx="5271">
                  <c:v>5</c:v>
                </c:pt>
                <c:pt idx="5272">
                  <c:v>7.204</c:v>
                </c:pt>
                <c:pt idx="5273">
                  <c:v>4.9</c:v>
                </c:pt>
                <c:pt idx="5274">
                  <c:v>5.991</c:v>
                </c:pt>
                <c:pt idx="5275">
                  <c:v>7.5</c:v>
                </c:pt>
                <c:pt idx="5276">
                  <c:v>5.347</c:v>
                </c:pt>
                <c:pt idx="5277">
                  <c:v>5.8</c:v>
                </c:pt>
                <c:pt idx="5278">
                  <c:v>7.7</c:v>
                </c:pt>
                <c:pt idx="5279">
                  <c:v>6.9</c:v>
                </c:pt>
                <c:pt idx="5280">
                  <c:v>7</c:v>
                </c:pt>
                <c:pt idx="5281">
                  <c:v>6.275</c:v>
                </c:pt>
                <c:pt idx="5282">
                  <c:v>5.7</c:v>
                </c:pt>
                <c:pt idx="5283">
                  <c:v>6.7</c:v>
                </c:pt>
                <c:pt idx="5284">
                  <c:v>7.2</c:v>
                </c:pt>
                <c:pt idx="5285">
                  <c:v>6.1</c:v>
                </c:pt>
                <c:pt idx="5286">
                  <c:v>6.928</c:v>
                </c:pt>
                <c:pt idx="5287">
                  <c:v>6.675</c:v>
                </c:pt>
                <c:pt idx="5288">
                  <c:v>5.208</c:v>
                </c:pt>
                <c:pt idx="5289">
                  <c:v>4.889</c:v>
                </c:pt>
                <c:pt idx="5290">
                  <c:v>6.6</c:v>
                </c:pt>
                <c:pt idx="5291">
                  <c:v>7.5</c:v>
                </c:pt>
                <c:pt idx="5292">
                  <c:v>6.9</c:v>
                </c:pt>
                <c:pt idx="5293">
                  <c:v>7.828</c:v>
                </c:pt>
                <c:pt idx="5294">
                  <c:v>7.5</c:v>
                </c:pt>
                <c:pt idx="5295">
                  <c:v>6.6</c:v>
                </c:pt>
                <c:pt idx="5296">
                  <c:v>6.3</c:v>
                </c:pt>
                <c:pt idx="5297">
                  <c:v>5.549</c:v>
                </c:pt>
                <c:pt idx="5298">
                  <c:v>7.113</c:v>
                </c:pt>
                <c:pt idx="5299">
                  <c:v>7</c:v>
                </c:pt>
                <c:pt idx="5300">
                  <c:v>5.5</c:v>
                </c:pt>
                <c:pt idx="5301">
                  <c:v>6.249</c:v>
                </c:pt>
                <c:pt idx="5302">
                  <c:v>6.7</c:v>
                </c:pt>
                <c:pt idx="5303">
                  <c:v>5.1</c:v>
                </c:pt>
                <c:pt idx="5304">
                  <c:v>8.148</c:v>
                </c:pt>
                <c:pt idx="5305">
                  <c:v>8.3</c:v>
                </c:pt>
                <c:pt idx="5306">
                  <c:v>6.1</c:v>
                </c:pt>
                <c:pt idx="5307">
                  <c:v>6.7</c:v>
                </c:pt>
                <c:pt idx="5308">
                  <c:v>7.6</c:v>
                </c:pt>
                <c:pt idx="5309">
                  <c:v>6.2</c:v>
                </c:pt>
                <c:pt idx="5310">
                  <c:v>6.4</c:v>
                </c:pt>
                <c:pt idx="5311">
                  <c:v>4.6</c:v>
                </c:pt>
                <c:pt idx="5312">
                  <c:v>7.1</c:v>
                </c:pt>
                <c:pt idx="5313">
                  <c:v>7.3</c:v>
                </c:pt>
                <c:pt idx="5314">
                  <c:v>5.6</c:v>
                </c:pt>
                <c:pt idx="5315">
                  <c:v>6.9</c:v>
                </c:pt>
                <c:pt idx="5316">
                  <c:v>5.7</c:v>
                </c:pt>
                <c:pt idx="5317">
                  <c:v>5.7</c:v>
                </c:pt>
                <c:pt idx="5318">
                  <c:v>6.594</c:v>
                </c:pt>
                <c:pt idx="5319">
                  <c:v>5.7</c:v>
                </c:pt>
                <c:pt idx="5320">
                  <c:v>5.5</c:v>
                </c:pt>
                <c:pt idx="5321">
                  <c:v>6.2</c:v>
                </c:pt>
                <c:pt idx="5322">
                  <c:v>8</c:v>
                </c:pt>
                <c:pt idx="5323">
                  <c:v>7.5</c:v>
                </c:pt>
                <c:pt idx="5324">
                  <c:v>7.3</c:v>
                </c:pt>
                <c:pt idx="5325">
                  <c:v>6.6</c:v>
                </c:pt>
                <c:pt idx="5326">
                  <c:v>5.2</c:v>
                </c:pt>
                <c:pt idx="5327">
                  <c:v>8.1</c:v>
                </c:pt>
                <c:pt idx="5328">
                  <c:v>5.8</c:v>
                </c:pt>
                <c:pt idx="5329">
                  <c:v>5.162</c:v>
                </c:pt>
                <c:pt idx="5330">
                  <c:v>6.8</c:v>
                </c:pt>
                <c:pt idx="5331">
                  <c:v>6.07</c:v>
                </c:pt>
                <c:pt idx="5332">
                  <c:v>6.3</c:v>
                </c:pt>
                <c:pt idx="5333">
                  <c:v>6.171</c:v>
                </c:pt>
                <c:pt idx="5334">
                  <c:v>6.1</c:v>
                </c:pt>
                <c:pt idx="5335">
                  <c:v>5.7</c:v>
                </c:pt>
                <c:pt idx="5336">
                  <c:v>6.8</c:v>
                </c:pt>
                <c:pt idx="5337">
                  <c:v>5.3</c:v>
                </c:pt>
                <c:pt idx="5338">
                  <c:v>7.2</c:v>
                </c:pt>
                <c:pt idx="5339">
                  <c:v>7.3</c:v>
                </c:pt>
                <c:pt idx="5340">
                  <c:v>6.7</c:v>
                </c:pt>
                <c:pt idx="5341">
                  <c:v>4.9</c:v>
                </c:pt>
                <c:pt idx="5342">
                  <c:v>6.8</c:v>
                </c:pt>
                <c:pt idx="5343">
                  <c:v>6.9</c:v>
                </c:pt>
                <c:pt idx="5344">
                  <c:v>5.5</c:v>
                </c:pt>
                <c:pt idx="5345">
                  <c:v>5.7</c:v>
                </c:pt>
                <c:pt idx="5346">
                  <c:v>6.1</c:v>
                </c:pt>
                <c:pt idx="5347">
                  <c:v>7.2</c:v>
                </c:pt>
                <c:pt idx="5348">
                  <c:v>6</c:v>
                </c:pt>
                <c:pt idx="5349">
                  <c:v>6.3</c:v>
                </c:pt>
                <c:pt idx="5350">
                  <c:v>6.7</c:v>
                </c:pt>
                <c:pt idx="5351">
                  <c:v>5.1</c:v>
                </c:pt>
                <c:pt idx="5352">
                  <c:v>5.6</c:v>
                </c:pt>
                <c:pt idx="5353">
                  <c:v>4.515</c:v>
                </c:pt>
                <c:pt idx="5354">
                  <c:v>6.1</c:v>
                </c:pt>
                <c:pt idx="5355">
                  <c:v>7.8</c:v>
                </c:pt>
                <c:pt idx="5356">
                  <c:v>5.577</c:v>
                </c:pt>
                <c:pt idx="5357">
                  <c:v>7</c:v>
                </c:pt>
                <c:pt idx="5358">
                  <c:v>6.468</c:v>
                </c:pt>
                <c:pt idx="5359">
                  <c:v>5.8</c:v>
                </c:pt>
                <c:pt idx="5360">
                  <c:v>5.8</c:v>
                </c:pt>
                <c:pt idx="5361">
                  <c:v>6.579</c:v>
                </c:pt>
                <c:pt idx="5362">
                  <c:v>7</c:v>
                </c:pt>
                <c:pt idx="5363">
                  <c:v>5.835</c:v>
                </c:pt>
                <c:pt idx="5364">
                  <c:v>6.3</c:v>
                </c:pt>
                <c:pt idx="5365">
                  <c:v>6.5</c:v>
                </c:pt>
                <c:pt idx="5366">
                  <c:v>5.8</c:v>
                </c:pt>
                <c:pt idx="5367">
                  <c:v>4.5</c:v>
                </c:pt>
                <c:pt idx="5368">
                  <c:v>5.697</c:v>
                </c:pt>
                <c:pt idx="5369">
                  <c:v>4.8</c:v>
                </c:pt>
                <c:pt idx="5370">
                  <c:v>6.304</c:v>
                </c:pt>
                <c:pt idx="5371">
                  <c:v>6.2</c:v>
                </c:pt>
                <c:pt idx="5372">
                  <c:v>6.733</c:v>
                </c:pt>
                <c:pt idx="5373">
                  <c:v>6.8</c:v>
                </c:pt>
                <c:pt idx="5374">
                  <c:v>6.667</c:v>
                </c:pt>
                <c:pt idx="5375">
                  <c:v>6.8</c:v>
                </c:pt>
                <c:pt idx="5376">
                  <c:v>5.9</c:v>
                </c:pt>
                <c:pt idx="5377">
                  <c:v>6.1</c:v>
                </c:pt>
                <c:pt idx="5378">
                  <c:v>6.6</c:v>
                </c:pt>
                <c:pt idx="5379">
                  <c:v>6.4</c:v>
                </c:pt>
                <c:pt idx="5380">
                  <c:v>5.6</c:v>
                </c:pt>
                <c:pt idx="5381">
                  <c:v>5.4</c:v>
                </c:pt>
                <c:pt idx="5382">
                  <c:v>5.8</c:v>
                </c:pt>
                <c:pt idx="5383">
                  <c:v>4.941</c:v>
                </c:pt>
                <c:pt idx="5384">
                  <c:v>5.8</c:v>
                </c:pt>
                <c:pt idx="5385">
                  <c:v>5.8</c:v>
                </c:pt>
                <c:pt idx="5386">
                  <c:v>5.5</c:v>
                </c:pt>
                <c:pt idx="5387">
                  <c:v>6.701</c:v>
                </c:pt>
                <c:pt idx="5388">
                  <c:v>5.3</c:v>
                </c:pt>
                <c:pt idx="5389">
                  <c:v>6.983</c:v>
                </c:pt>
                <c:pt idx="5390">
                  <c:v>5.7</c:v>
                </c:pt>
                <c:pt idx="5391">
                  <c:v>7.8</c:v>
                </c:pt>
                <c:pt idx="5392">
                  <c:v>4.6</c:v>
                </c:pt>
                <c:pt idx="5393">
                  <c:v>6.6</c:v>
                </c:pt>
                <c:pt idx="5394">
                  <c:v>5.5</c:v>
                </c:pt>
                <c:pt idx="5395">
                  <c:v>5.8</c:v>
                </c:pt>
                <c:pt idx="5396">
                  <c:v>5.2</c:v>
                </c:pt>
                <c:pt idx="5397">
                  <c:v>6.2</c:v>
                </c:pt>
                <c:pt idx="5398">
                  <c:v>5.7</c:v>
                </c:pt>
                <c:pt idx="5399">
                  <c:v>6.7</c:v>
                </c:pt>
                <c:pt idx="5400">
                  <c:v>6.24</c:v>
                </c:pt>
                <c:pt idx="5401">
                  <c:v>6.5</c:v>
                </c:pt>
                <c:pt idx="5402">
                  <c:v>4.6</c:v>
                </c:pt>
                <c:pt idx="5403">
                  <c:v>6.446</c:v>
                </c:pt>
                <c:pt idx="5404">
                  <c:v>6.4</c:v>
                </c:pt>
                <c:pt idx="5405">
                  <c:v>5.1</c:v>
                </c:pt>
                <c:pt idx="5406">
                  <c:v>6.456</c:v>
                </c:pt>
                <c:pt idx="5407">
                  <c:v>5.4</c:v>
                </c:pt>
                <c:pt idx="5408">
                  <c:v>7</c:v>
                </c:pt>
                <c:pt idx="5409">
                  <c:v>5.614</c:v>
                </c:pt>
                <c:pt idx="5410">
                  <c:v>6.481</c:v>
                </c:pt>
                <c:pt idx="5411">
                  <c:v>6.7</c:v>
                </c:pt>
                <c:pt idx="5412">
                  <c:v>4.7</c:v>
                </c:pt>
                <c:pt idx="5413">
                  <c:v>5.1</c:v>
                </c:pt>
                <c:pt idx="5414">
                  <c:v>5.665</c:v>
                </c:pt>
                <c:pt idx="5415">
                  <c:v>6.041</c:v>
                </c:pt>
                <c:pt idx="5416">
                  <c:v>6</c:v>
                </c:pt>
                <c:pt idx="5417">
                  <c:v>7.5</c:v>
                </c:pt>
                <c:pt idx="5418">
                  <c:v>6.4</c:v>
                </c:pt>
                <c:pt idx="5419">
                  <c:v>5.3</c:v>
                </c:pt>
                <c:pt idx="5420">
                  <c:v>6.574</c:v>
                </c:pt>
                <c:pt idx="5421">
                  <c:v>5.6</c:v>
                </c:pt>
                <c:pt idx="5422">
                  <c:v>5.507</c:v>
                </c:pt>
                <c:pt idx="5423">
                  <c:v>4.6</c:v>
                </c:pt>
                <c:pt idx="5424">
                  <c:v>7.1</c:v>
                </c:pt>
                <c:pt idx="5425">
                  <c:v>5.9</c:v>
                </c:pt>
                <c:pt idx="5426">
                  <c:v>6.009</c:v>
                </c:pt>
                <c:pt idx="5427">
                  <c:v>6.3</c:v>
                </c:pt>
                <c:pt idx="5428">
                  <c:v>5.6</c:v>
                </c:pt>
                <c:pt idx="5429">
                  <c:v>6.4</c:v>
                </c:pt>
                <c:pt idx="5430">
                  <c:v>6.085</c:v>
                </c:pt>
                <c:pt idx="5431">
                  <c:v>7.322</c:v>
                </c:pt>
                <c:pt idx="5432">
                  <c:v>5.8</c:v>
                </c:pt>
                <c:pt idx="5433">
                  <c:v>5.9</c:v>
                </c:pt>
                <c:pt idx="5434">
                  <c:v>6.5</c:v>
                </c:pt>
                <c:pt idx="5435">
                  <c:v>7.293</c:v>
                </c:pt>
                <c:pt idx="5436">
                  <c:v>5.6</c:v>
                </c:pt>
                <c:pt idx="5437">
                  <c:v>7.531</c:v>
                </c:pt>
                <c:pt idx="5438">
                  <c:v>7.2</c:v>
                </c:pt>
                <c:pt idx="5439">
                  <c:v>4.3</c:v>
                </c:pt>
                <c:pt idx="5440">
                  <c:v>6</c:v>
                </c:pt>
                <c:pt idx="5441">
                  <c:v>6</c:v>
                </c:pt>
                <c:pt idx="5442">
                  <c:v>5.837</c:v>
                </c:pt>
                <c:pt idx="5443">
                  <c:v>6.8</c:v>
                </c:pt>
                <c:pt idx="5444">
                  <c:v>6.264</c:v>
                </c:pt>
                <c:pt idx="5445">
                  <c:v>6.8</c:v>
                </c:pt>
                <c:pt idx="5446">
                  <c:v>7.4</c:v>
                </c:pt>
                <c:pt idx="5447">
                  <c:v>7.2</c:v>
                </c:pt>
                <c:pt idx="5448">
                  <c:v>6.462</c:v>
                </c:pt>
                <c:pt idx="5449">
                  <c:v>6.9</c:v>
                </c:pt>
                <c:pt idx="5450">
                  <c:v>5.3</c:v>
                </c:pt>
                <c:pt idx="5451">
                  <c:v>6.465</c:v>
                </c:pt>
                <c:pt idx="5452">
                  <c:v>7.7</c:v>
                </c:pt>
                <c:pt idx="5453">
                  <c:v>7.248</c:v>
                </c:pt>
                <c:pt idx="5454">
                  <c:v>6</c:v>
                </c:pt>
                <c:pt idx="5455">
                  <c:v>6.9</c:v>
                </c:pt>
                <c:pt idx="5456">
                  <c:v>6.825</c:v>
                </c:pt>
                <c:pt idx="5457">
                  <c:v>6.1</c:v>
                </c:pt>
                <c:pt idx="5458">
                  <c:v>4.6</c:v>
                </c:pt>
                <c:pt idx="5459">
                  <c:v>6.974</c:v>
                </c:pt>
                <c:pt idx="5460">
                  <c:v>5.8</c:v>
                </c:pt>
                <c:pt idx="5461">
                  <c:v>6.379</c:v>
                </c:pt>
                <c:pt idx="5462">
                  <c:v>6.9</c:v>
                </c:pt>
                <c:pt idx="5463">
                  <c:v>4.5</c:v>
                </c:pt>
                <c:pt idx="5464">
                  <c:v>5.6</c:v>
                </c:pt>
                <c:pt idx="5465">
                  <c:v>6.5</c:v>
                </c:pt>
                <c:pt idx="5466">
                  <c:v>7.3</c:v>
                </c:pt>
                <c:pt idx="5467">
                  <c:v>7.041</c:v>
                </c:pt>
                <c:pt idx="5468">
                  <c:v>6.691</c:v>
                </c:pt>
                <c:pt idx="5469">
                  <c:v>6</c:v>
                </c:pt>
                <c:pt idx="5470">
                  <c:v>5.3</c:v>
                </c:pt>
                <c:pt idx="5471">
                  <c:v>6.8</c:v>
                </c:pt>
                <c:pt idx="5472">
                  <c:v>5.758</c:v>
                </c:pt>
                <c:pt idx="5473">
                  <c:v>5.188</c:v>
                </c:pt>
                <c:pt idx="5474">
                  <c:v>5.8</c:v>
                </c:pt>
                <c:pt idx="5475">
                  <c:v>7.2</c:v>
                </c:pt>
                <c:pt idx="5476">
                  <c:v>5.5</c:v>
                </c:pt>
                <c:pt idx="5477">
                  <c:v>7.7</c:v>
                </c:pt>
                <c:pt idx="5478">
                  <c:v>7.5</c:v>
                </c:pt>
                <c:pt idx="5479">
                  <c:v>5.8</c:v>
                </c:pt>
                <c:pt idx="5480">
                  <c:v>6.5</c:v>
                </c:pt>
                <c:pt idx="5481">
                  <c:v>6.7</c:v>
                </c:pt>
                <c:pt idx="5482">
                  <c:v>6.7</c:v>
                </c:pt>
                <c:pt idx="5483">
                  <c:v>6.2</c:v>
                </c:pt>
                <c:pt idx="5484">
                  <c:v>5.492</c:v>
                </c:pt>
                <c:pt idx="5485">
                  <c:v>6.301</c:v>
                </c:pt>
                <c:pt idx="5486">
                  <c:v>6.5</c:v>
                </c:pt>
                <c:pt idx="5487">
                  <c:v>7.2</c:v>
                </c:pt>
                <c:pt idx="5488">
                  <c:v>6.1</c:v>
                </c:pt>
                <c:pt idx="5489">
                  <c:v>5.164</c:v>
                </c:pt>
                <c:pt idx="5490">
                  <c:v>7.4</c:v>
                </c:pt>
                <c:pt idx="5491">
                  <c:v>6.3</c:v>
                </c:pt>
                <c:pt idx="5492">
                  <c:v>6.2</c:v>
                </c:pt>
                <c:pt idx="5493">
                  <c:v>5.6</c:v>
                </c:pt>
                <c:pt idx="5494">
                  <c:v>6.4</c:v>
                </c:pt>
                <c:pt idx="5495">
                  <c:v>5.9</c:v>
                </c:pt>
                <c:pt idx="5496">
                  <c:v>5.1</c:v>
                </c:pt>
                <c:pt idx="5497">
                  <c:v>7.6</c:v>
                </c:pt>
                <c:pt idx="5498">
                  <c:v>6.534</c:v>
                </c:pt>
                <c:pt idx="5499">
                  <c:v>7.1</c:v>
                </c:pt>
                <c:pt idx="5500">
                  <c:v>6</c:v>
                </c:pt>
                <c:pt idx="5501">
                  <c:v>6.3</c:v>
                </c:pt>
                <c:pt idx="5502">
                  <c:v>6.3</c:v>
                </c:pt>
                <c:pt idx="5503">
                  <c:v>6.7</c:v>
                </c:pt>
                <c:pt idx="5504">
                  <c:v>5.8</c:v>
                </c:pt>
                <c:pt idx="5505">
                  <c:v>6.8</c:v>
                </c:pt>
                <c:pt idx="5506">
                  <c:v>5.5</c:v>
                </c:pt>
                <c:pt idx="5507">
                  <c:v>4.944</c:v>
                </c:pt>
                <c:pt idx="5508">
                  <c:v>5.7</c:v>
                </c:pt>
                <c:pt idx="5509">
                  <c:v>7.213</c:v>
                </c:pt>
                <c:pt idx="5510">
                  <c:v>6.5</c:v>
                </c:pt>
                <c:pt idx="5511">
                  <c:v>7.2</c:v>
                </c:pt>
                <c:pt idx="5512">
                  <c:v>5.9</c:v>
                </c:pt>
                <c:pt idx="5513">
                  <c:v>6</c:v>
                </c:pt>
                <c:pt idx="5514">
                  <c:v>6.4</c:v>
                </c:pt>
                <c:pt idx="5515">
                  <c:v>7.9</c:v>
                </c:pt>
                <c:pt idx="5516">
                  <c:v>3.6</c:v>
                </c:pt>
                <c:pt idx="5517">
                  <c:v>6.1</c:v>
                </c:pt>
                <c:pt idx="5518">
                  <c:v>6.5</c:v>
                </c:pt>
                <c:pt idx="5519">
                  <c:v>5.8</c:v>
                </c:pt>
                <c:pt idx="5520">
                  <c:v>5.2</c:v>
                </c:pt>
                <c:pt idx="5521">
                  <c:v>6.1</c:v>
                </c:pt>
                <c:pt idx="5522">
                  <c:v>6.958</c:v>
                </c:pt>
                <c:pt idx="5523">
                  <c:v>6</c:v>
                </c:pt>
                <c:pt idx="5524">
                  <c:v>6.2</c:v>
                </c:pt>
                <c:pt idx="5525">
                  <c:v>6.8</c:v>
                </c:pt>
                <c:pt idx="5526">
                  <c:v>6.634</c:v>
                </c:pt>
                <c:pt idx="5527">
                  <c:v>5</c:v>
                </c:pt>
                <c:pt idx="5528">
                  <c:v>6.8</c:v>
                </c:pt>
                <c:pt idx="5529">
                  <c:v>6.3</c:v>
                </c:pt>
                <c:pt idx="5530">
                  <c:v>6.6</c:v>
                </c:pt>
                <c:pt idx="5531">
                  <c:v>7.519</c:v>
                </c:pt>
                <c:pt idx="5532">
                  <c:v>4.5</c:v>
                </c:pt>
                <c:pt idx="5533">
                  <c:v>6.3</c:v>
                </c:pt>
                <c:pt idx="5534">
                  <c:v>6.6</c:v>
                </c:pt>
                <c:pt idx="5535">
                  <c:v>4.9</c:v>
                </c:pt>
                <c:pt idx="5536">
                  <c:v>7.436</c:v>
                </c:pt>
                <c:pt idx="5537">
                  <c:v>7.1</c:v>
                </c:pt>
                <c:pt idx="5538">
                  <c:v>6.067</c:v>
                </c:pt>
                <c:pt idx="5539">
                  <c:v>6</c:v>
                </c:pt>
                <c:pt idx="5540">
                  <c:v>7</c:v>
                </c:pt>
                <c:pt idx="5541">
                  <c:v>6.4</c:v>
                </c:pt>
                <c:pt idx="5542">
                  <c:v>7</c:v>
                </c:pt>
                <c:pt idx="5543">
                  <c:v>6.6</c:v>
                </c:pt>
                <c:pt idx="5544">
                  <c:v>6.3</c:v>
                </c:pt>
                <c:pt idx="5545">
                  <c:v>6.464</c:v>
                </c:pt>
                <c:pt idx="5546">
                  <c:v>7.1</c:v>
                </c:pt>
                <c:pt idx="5547">
                  <c:v>6.5</c:v>
                </c:pt>
                <c:pt idx="5548">
                  <c:v>7.2</c:v>
                </c:pt>
                <c:pt idx="5549">
                  <c:v>5.9</c:v>
                </c:pt>
                <c:pt idx="5550">
                  <c:v>6.44</c:v>
                </c:pt>
                <c:pt idx="5551">
                  <c:v>4.9</c:v>
                </c:pt>
                <c:pt idx="5552">
                  <c:v>6.4</c:v>
                </c:pt>
                <c:pt idx="5553">
                  <c:v>6.714</c:v>
                </c:pt>
                <c:pt idx="5554">
                  <c:v>4.8</c:v>
                </c:pt>
                <c:pt idx="5555">
                  <c:v>5</c:v>
                </c:pt>
                <c:pt idx="5556">
                  <c:v>6.358</c:v>
                </c:pt>
                <c:pt idx="5557">
                  <c:v>6.6</c:v>
                </c:pt>
                <c:pt idx="5558">
                  <c:v>4.7</c:v>
                </c:pt>
                <c:pt idx="5559">
                  <c:v>7.078</c:v>
                </c:pt>
                <c:pt idx="5560">
                  <c:v>7.4</c:v>
                </c:pt>
                <c:pt idx="5561">
                  <c:v>5.9</c:v>
                </c:pt>
                <c:pt idx="5562">
                  <c:v>6.5</c:v>
                </c:pt>
                <c:pt idx="5563">
                  <c:v>6</c:v>
                </c:pt>
                <c:pt idx="5564">
                  <c:v>7.5</c:v>
                </c:pt>
                <c:pt idx="5565">
                  <c:v>5.8</c:v>
                </c:pt>
                <c:pt idx="5566">
                  <c:v>7.1</c:v>
                </c:pt>
                <c:pt idx="5567">
                  <c:v>7.361</c:v>
                </c:pt>
                <c:pt idx="5568">
                  <c:v>5.779</c:v>
                </c:pt>
                <c:pt idx="5569">
                  <c:v>6.5</c:v>
                </c:pt>
                <c:pt idx="5570">
                  <c:v>7.3</c:v>
                </c:pt>
                <c:pt idx="5571">
                  <c:v>6.5</c:v>
                </c:pt>
                <c:pt idx="5572">
                  <c:v>6.9</c:v>
                </c:pt>
                <c:pt idx="5573">
                  <c:v>6.8</c:v>
                </c:pt>
                <c:pt idx="5574">
                  <c:v>6.2</c:v>
                </c:pt>
                <c:pt idx="5575">
                  <c:v>7.4</c:v>
                </c:pt>
                <c:pt idx="5576">
                  <c:v>7.2</c:v>
                </c:pt>
                <c:pt idx="5577">
                  <c:v>7.9</c:v>
                </c:pt>
                <c:pt idx="5578">
                  <c:v>6.5</c:v>
                </c:pt>
                <c:pt idx="5579">
                  <c:v>7.1</c:v>
                </c:pt>
                <c:pt idx="5580">
                  <c:v>6.8</c:v>
                </c:pt>
                <c:pt idx="5581">
                  <c:v>7.296</c:v>
                </c:pt>
                <c:pt idx="5582">
                  <c:v>5.4</c:v>
                </c:pt>
                <c:pt idx="5583">
                  <c:v>7</c:v>
                </c:pt>
                <c:pt idx="5584">
                  <c:v>6</c:v>
                </c:pt>
                <c:pt idx="5585">
                  <c:v>6.33</c:v>
                </c:pt>
                <c:pt idx="5586">
                  <c:v>4.3</c:v>
                </c:pt>
                <c:pt idx="5587">
                  <c:v>6.043</c:v>
                </c:pt>
                <c:pt idx="5588">
                  <c:v>5.1</c:v>
                </c:pt>
                <c:pt idx="5589">
                  <c:v>6.3</c:v>
                </c:pt>
                <c:pt idx="5590">
                  <c:v>5.442</c:v>
                </c:pt>
                <c:pt idx="5591">
                  <c:v>5.3</c:v>
                </c:pt>
                <c:pt idx="5592">
                  <c:v>7.3</c:v>
                </c:pt>
                <c:pt idx="5593">
                  <c:v>5.812</c:v>
                </c:pt>
                <c:pt idx="5594">
                  <c:v>5.4</c:v>
                </c:pt>
                <c:pt idx="5595">
                  <c:v>6.4</c:v>
                </c:pt>
                <c:pt idx="5596">
                  <c:v>6.5</c:v>
                </c:pt>
                <c:pt idx="5597">
                  <c:v>6.3</c:v>
                </c:pt>
                <c:pt idx="5598">
                  <c:v>7.7</c:v>
                </c:pt>
                <c:pt idx="5599">
                  <c:v>6.8</c:v>
                </c:pt>
                <c:pt idx="5600">
                  <c:v>6.4</c:v>
                </c:pt>
                <c:pt idx="5601">
                  <c:v>5.3</c:v>
                </c:pt>
                <c:pt idx="5602">
                  <c:v>6.982</c:v>
                </c:pt>
                <c:pt idx="5603">
                  <c:v>5</c:v>
                </c:pt>
                <c:pt idx="5604">
                  <c:v>5.2</c:v>
                </c:pt>
                <c:pt idx="5605">
                  <c:v>6.3</c:v>
                </c:pt>
                <c:pt idx="5606">
                  <c:v>5.223</c:v>
                </c:pt>
                <c:pt idx="5607">
                  <c:v>6</c:v>
                </c:pt>
                <c:pt idx="5608">
                  <c:v>5.5</c:v>
                </c:pt>
                <c:pt idx="5609">
                  <c:v>6.6</c:v>
                </c:pt>
                <c:pt idx="5610">
                  <c:v>7.2</c:v>
                </c:pt>
                <c:pt idx="5611">
                  <c:v>7</c:v>
                </c:pt>
                <c:pt idx="5612">
                  <c:v>6</c:v>
                </c:pt>
                <c:pt idx="5613">
                  <c:v>6.7</c:v>
                </c:pt>
                <c:pt idx="5614">
                  <c:v>5.6</c:v>
                </c:pt>
                <c:pt idx="5615">
                  <c:v>5.6</c:v>
                </c:pt>
                <c:pt idx="5616">
                  <c:v>5.6</c:v>
                </c:pt>
                <c:pt idx="5617">
                  <c:v>6.6</c:v>
                </c:pt>
                <c:pt idx="5618">
                  <c:v>6.224</c:v>
                </c:pt>
                <c:pt idx="5619">
                  <c:v>6</c:v>
                </c:pt>
                <c:pt idx="5620">
                  <c:v>7.164</c:v>
                </c:pt>
                <c:pt idx="5621">
                  <c:v>4.9</c:v>
                </c:pt>
                <c:pt idx="5622">
                  <c:v>6.8</c:v>
                </c:pt>
                <c:pt idx="5623">
                  <c:v>7.5</c:v>
                </c:pt>
                <c:pt idx="5624">
                  <c:v>6</c:v>
                </c:pt>
                <c:pt idx="5625">
                  <c:v>7.216</c:v>
                </c:pt>
                <c:pt idx="5626">
                  <c:v>6.1</c:v>
                </c:pt>
                <c:pt idx="5627">
                  <c:v>5.5</c:v>
                </c:pt>
                <c:pt idx="5628">
                  <c:v>6.5</c:v>
                </c:pt>
                <c:pt idx="5629">
                  <c:v>6.3</c:v>
                </c:pt>
                <c:pt idx="5630">
                  <c:v>5.6</c:v>
                </c:pt>
                <c:pt idx="5631">
                  <c:v>6.9</c:v>
                </c:pt>
                <c:pt idx="5632">
                  <c:v>3.8</c:v>
                </c:pt>
                <c:pt idx="5633">
                  <c:v>7.6</c:v>
                </c:pt>
                <c:pt idx="5634">
                  <c:v>6.4</c:v>
                </c:pt>
                <c:pt idx="5635">
                  <c:v>5.7</c:v>
                </c:pt>
                <c:pt idx="5636">
                  <c:v>7.4</c:v>
                </c:pt>
                <c:pt idx="5637">
                  <c:v>7.095</c:v>
                </c:pt>
                <c:pt idx="5638">
                  <c:v>6.5</c:v>
                </c:pt>
                <c:pt idx="5639">
                  <c:v>7.025</c:v>
                </c:pt>
                <c:pt idx="5640">
                  <c:v>7.2</c:v>
                </c:pt>
                <c:pt idx="5641">
                  <c:v>5</c:v>
                </c:pt>
                <c:pt idx="5642">
                  <c:v>5.35</c:v>
                </c:pt>
                <c:pt idx="5643">
                  <c:v>6</c:v>
                </c:pt>
                <c:pt idx="5644">
                  <c:v>5.4</c:v>
                </c:pt>
                <c:pt idx="5645">
                  <c:v>6.945</c:v>
                </c:pt>
                <c:pt idx="5646">
                  <c:v>6.1</c:v>
                </c:pt>
                <c:pt idx="5647">
                  <c:v>6.3</c:v>
                </c:pt>
                <c:pt idx="5648">
                  <c:v>5.1</c:v>
                </c:pt>
                <c:pt idx="5649">
                  <c:v>5.5</c:v>
                </c:pt>
                <c:pt idx="5650">
                  <c:v>6.3</c:v>
                </c:pt>
                <c:pt idx="5651">
                  <c:v>6.1</c:v>
                </c:pt>
                <c:pt idx="5652">
                  <c:v>6</c:v>
                </c:pt>
                <c:pt idx="5653">
                  <c:v>6</c:v>
                </c:pt>
                <c:pt idx="5654">
                  <c:v>6.6</c:v>
                </c:pt>
                <c:pt idx="5655">
                  <c:v>5.713</c:v>
                </c:pt>
                <c:pt idx="5656">
                  <c:v>4.8</c:v>
                </c:pt>
                <c:pt idx="5657">
                  <c:v>6.2</c:v>
                </c:pt>
                <c:pt idx="5658">
                  <c:v>4.7</c:v>
                </c:pt>
                <c:pt idx="5659">
                  <c:v>7</c:v>
                </c:pt>
                <c:pt idx="5660">
                  <c:v>5.8</c:v>
                </c:pt>
                <c:pt idx="5661">
                  <c:v>6.843</c:v>
                </c:pt>
                <c:pt idx="5662">
                  <c:v>5.3</c:v>
                </c:pt>
                <c:pt idx="5663">
                  <c:v>6.3</c:v>
                </c:pt>
                <c:pt idx="5664">
                  <c:v>6.748</c:v>
                </c:pt>
                <c:pt idx="5665">
                  <c:v>6.352</c:v>
                </c:pt>
                <c:pt idx="5666">
                  <c:v>5.7</c:v>
                </c:pt>
                <c:pt idx="5667">
                  <c:v>5.7</c:v>
                </c:pt>
                <c:pt idx="5668">
                  <c:v>7.2</c:v>
                </c:pt>
                <c:pt idx="5669">
                  <c:v>5.515</c:v>
                </c:pt>
                <c:pt idx="5670">
                  <c:v>6.5</c:v>
                </c:pt>
                <c:pt idx="5671">
                  <c:v>7</c:v>
                </c:pt>
                <c:pt idx="5672">
                  <c:v>4.9</c:v>
                </c:pt>
                <c:pt idx="5673">
                  <c:v>6.622</c:v>
                </c:pt>
                <c:pt idx="5674">
                  <c:v>7.1</c:v>
                </c:pt>
                <c:pt idx="5675">
                  <c:v>4.209</c:v>
                </c:pt>
                <c:pt idx="5676">
                  <c:v>4.335</c:v>
                </c:pt>
                <c:pt idx="5677">
                  <c:v>5.9</c:v>
                </c:pt>
                <c:pt idx="5678">
                  <c:v>5.9</c:v>
                </c:pt>
                <c:pt idx="5679">
                  <c:v>7.1</c:v>
                </c:pt>
                <c:pt idx="5680">
                  <c:v>6.5</c:v>
                </c:pt>
                <c:pt idx="5681">
                  <c:v>7.2</c:v>
                </c:pt>
                <c:pt idx="5682">
                  <c:v>7.3</c:v>
                </c:pt>
                <c:pt idx="5683">
                  <c:v>5.2</c:v>
                </c:pt>
                <c:pt idx="5684">
                  <c:v>6.1</c:v>
                </c:pt>
                <c:pt idx="5685">
                  <c:v>6.1</c:v>
                </c:pt>
                <c:pt idx="5686">
                  <c:v>6.2</c:v>
                </c:pt>
                <c:pt idx="5687">
                  <c:v>6.3</c:v>
                </c:pt>
                <c:pt idx="5688">
                  <c:v>7.2</c:v>
                </c:pt>
                <c:pt idx="5689">
                  <c:v>6.8</c:v>
                </c:pt>
                <c:pt idx="5690">
                  <c:v>6.731</c:v>
                </c:pt>
                <c:pt idx="5691">
                  <c:v>5.8</c:v>
                </c:pt>
                <c:pt idx="5692">
                  <c:v>6.9</c:v>
                </c:pt>
                <c:pt idx="5693">
                  <c:v>5.856</c:v>
                </c:pt>
                <c:pt idx="5694">
                  <c:v>5.372</c:v>
                </c:pt>
                <c:pt idx="5695">
                  <c:v>7</c:v>
                </c:pt>
                <c:pt idx="5696">
                  <c:v>4.3</c:v>
                </c:pt>
                <c:pt idx="5697">
                  <c:v>7.3</c:v>
                </c:pt>
                <c:pt idx="5698">
                  <c:v>5.4</c:v>
                </c:pt>
                <c:pt idx="5699">
                  <c:v>7</c:v>
                </c:pt>
                <c:pt idx="5700">
                  <c:v>5.8</c:v>
                </c:pt>
                <c:pt idx="5701">
                  <c:v>5.6</c:v>
                </c:pt>
                <c:pt idx="5702">
                  <c:v>7.158</c:v>
                </c:pt>
                <c:pt idx="5703">
                  <c:v>8.044</c:v>
                </c:pt>
                <c:pt idx="5704">
                  <c:v>6.5</c:v>
                </c:pt>
                <c:pt idx="5705">
                  <c:v>5.9</c:v>
                </c:pt>
                <c:pt idx="5706">
                  <c:v>5.6</c:v>
                </c:pt>
                <c:pt idx="5707">
                  <c:v>5</c:v>
                </c:pt>
                <c:pt idx="5708">
                  <c:v>5.8</c:v>
                </c:pt>
                <c:pt idx="5709">
                  <c:v>6.223</c:v>
                </c:pt>
                <c:pt idx="5710">
                  <c:v>5.8</c:v>
                </c:pt>
                <c:pt idx="5711">
                  <c:v>6.1</c:v>
                </c:pt>
                <c:pt idx="5712">
                  <c:v>5.9</c:v>
                </c:pt>
                <c:pt idx="5713">
                  <c:v>5.011</c:v>
                </c:pt>
                <c:pt idx="5714">
                  <c:v>7.2</c:v>
                </c:pt>
                <c:pt idx="5715">
                  <c:v>5.678</c:v>
                </c:pt>
                <c:pt idx="5716">
                  <c:v>5.1</c:v>
                </c:pt>
                <c:pt idx="5717">
                  <c:v>6.467</c:v>
                </c:pt>
                <c:pt idx="5718">
                  <c:v>6.8</c:v>
                </c:pt>
                <c:pt idx="5719">
                  <c:v>5</c:v>
                </c:pt>
                <c:pt idx="5720">
                  <c:v>5.258</c:v>
                </c:pt>
                <c:pt idx="5721">
                  <c:v>5.3</c:v>
                </c:pt>
                <c:pt idx="5722">
                  <c:v>4.4</c:v>
                </c:pt>
                <c:pt idx="5723">
                  <c:v>5.92</c:v>
                </c:pt>
                <c:pt idx="5724">
                  <c:v>6</c:v>
                </c:pt>
                <c:pt idx="5725">
                  <c:v>7.1</c:v>
                </c:pt>
                <c:pt idx="5726">
                  <c:v>6.5</c:v>
                </c:pt>
                <c:pt idx="5727">
                  <c:v>5.1</c:v>
                </c:pt>
                <c:pt idx="5728">
                  <c:v>7.2</c:v>
                </c:pt>
                <c:pt idx="5729">
                  <c:v>7</c:v>
                </c:pt>
                <c:pt idx="5730">
                  <c:v>7</c:v>
                </c:pt>
                <c:pt idx="5731">
                  <c:v>5.8</c:v>
                </c:pt>
                <c:pt idx="5732">
                  <c:v>6.456</c:v>
                </c:pt>
                <c:pt idx="5733">
                  <c:v>6.354</c:v>
                </c:pt>
                <c:pt idx="5734">
                  <c:v>6.7</c:v>
                </c:pt>
                <c:pt idx="5735">
                  <c:v>5</c:v>
                </c:pt>
                <c:pt idx="5736">
                  <c:v>5.4</c:v>
                </c:pt>
                <c:pt idx="5737">
                  <c:v>7.198</c:v>
                </c:pt>
                <c:pt idx="5738">
                  <c:v>6.8</c:v>
                </c:pt>
                <c:pt idx="5739">
                  <c:v>5.3</c:v>
                </c:pt>
                <c:pt idx="5740">
                  <c:v>6.1</c:v>
                </c:pt>
                <c:pt idx="5741">
                  <c:v>6.5</c:v>
                </c:pt>
                <c:pt idx="5742">
                  <c:v>7.2</c:v>
                </c:pt>
                <c:pt idx="5743">
                  <c:v>5.8</c:v>
                </c:pt>
                <c:pt idx="5744">
                  <c:v>6.4</c:v>
                </c:pt>
                <c:pt idx="5745">
                  <c:v>4.3</c:v>
                </c:pt>
                <c:pt idx="5746">
                  <c:v>4.3</c:v>
                </c:pt>
                <c:pt idx="5747">
                  <c:v>5.863</c:v>
                </c:pt>
                <c:pt idx="5748">
                  <c:v>5.4</c:v>
                </c:pt>
                <c:pt idx="5749">
                  <c:v>5.1</c:v>
                </c:pt>
                <c:pt idx="5750">
                  <c:v>6.7</c:v>
                </c:pt>
                <c:pt idx="5751">
                  <c:v>4.88</c:v>
                </c:pt>
                <c:pt idx="5752">
                  <c:v>4.688</c:v>
                </c:pt>
                <c:pt idx="5753">
                  <c:v>6.2</c:v>
                </c:pt>
                <c:pt idx="5754">
                  <c:v>6</c:v>
                </c:pt>
                <c:pt idx="5755">
                  <c:v>5.637</c:v>
                </c:pt>
                <c:pt idx="5756">
                  <c:v>6.583</c:v>
                </c:pt>
                <c:pt idx="5757">
                  <c:v>5.4</c:v>
                </c:pt>
                <c:pt idx="5758">
                  <c:v>7</c:v>
                </c:pt>
                <c:pt idx="5759">
                  <c:v>5.972</c:v>
                </c:pt>
                <c:pt idx="5760">
                  <c:v>5.7</c:v>
                </c:pt>
                <c:pt idx="5761">
                  <c:v>6.7</c:v>
                </c:pt>
                <c:pt idx="5762">
                  <c:v>7</c:v>
                </c:pt>
                <c:pt idx="5763">
                  <c:v>7.33</c:v>
                </c:pt>
                <c:pt idx="5764">
                  <c:v>8.4</c:v>
                </c:pt>
                <c:pt idx="5765">
                  <c:v>6.555</c:v>
                </c:pt>
                <c:pt idx="5766">
                  <c:v>7.616</c:v>
                </c:pt>
                <c:pt idx="5767">
                  <c:v>7</c:v>
                </c:pt>
                <c:pt idx="5768">
                  <c:v>4.6</c:v>
                </c:pt>
                <c:pt idx="5769">
                  <c:v>3.5</c:v>
                </c:pt>
                <c:pt idx="5770">
                  <c:v>5.9</c:v>
                </c:pt>
                <c:pt idx="5771">
                  <c:v>4.864</c:v>
                </c:pt>
                <c:pt idx="5772">
                  <c:v>5.2</c:v>
                </c:pt>
                <c:pt idx="5773">
                  <c:v>5.6</c:v>
                </c:pt>
                <c:pt idx="5774">
                  <c:v>3.9</c:v>
                </c:pt>
                <c:pt idx="5775">
                  <c:v>7</c:v>
                </c:pt>
                <c:pt idx="5776">
                  <c:v>7.4</c:v>
                </c:pt>
                <c:pt idx="5777">
                  <c:v>7</c:v>
                </c:pt>
                <c:pt idx="5778">
                  <c:v>7.146</c:v>
                </c:pt>
                <c:pt idx="5779">
                  <c:v>5.1</c:v>
                </c:pt>
                <c:pt idx="5780">
                  <c:v>6.1</c:v>
                </c:pt>
                <c:pt idx="5781">
                  <c:v>6</c:v>
                </c:pt>
                <c:pt idx="5782">
                  <c:v>6.108</c:v>
                </c:pt>
                <c:pt idx="5783">
                  <c:v>6.4</c:v>
                </c:pt>
                <c:pt idx="5784">
                  <c:v>6.298</c:v>
                </c:pt>
                <c:pt idx="5785">
                  <c:v>6</c:v>
                </c:pt>
                <c:pt idx="5786">
                  <c:v>7.5</c:v>
                </c:pt>
                <c:pt idx="5787">
                  <c:v>5.8</c:v>
                </c:pt>
                <c:pt idx="5788">
                  <c:v>5.8</c:v>
                </c:pt>
                <c:pt idx="5789">
                  <c:v>6.616</c:v>
                </c:pt>
                <c:pt idx="5790">
                  <c:v>7.1</c:v>
                </c:pt>
                <c:pt idx="5791">
                  <c:v>6.9</c:v>
                </c:pt>
                <c:pt idx="5792">
                  <c:v>4.4</c:v>
                </c:pt>
                <c:pt idx="5793">
                  <c:v>5.5</c:v>
                </c:pt>
                <c:pt idx="5794">
                  <c:v>4.8</c:v>
                </c:pt>
                <c:pt idx="5795">
                  <c:v>5.9</c:v>
                </c:pt>
                <c:pt idx="5796">
                  <c:v>6.579</c:v>
                </c:pt>
                <c:pt idx="5797">
                  <c:v>7</c:v>
                </c:pt>
                <c:pt idx="5798">
                  <c:v>5.7</c:v>
                </c:pt>
                <c:pt idx="5799">
                  <c:v>5.989</c:v>
                </c:pt>
                <c:pt idx="5800">
                  <c:v>5.1</c:v>
                </c:pt>
                <c:pt idx="5801">
                  <c:v>5.1</c:v>
                </c:pt>
                <c:pt idx="5802">
                  <c:v>5.651</c:v>
                </c:pt>
                <c:pt idx="5803">
                  <c:v>6.2</c:v>
                </c:pt>
                <c:pt idx="5804">
                  <c:v>5.3</c:v>
                </c:pt>
                <c:pt idx="5805">
                  <c:v>5.878</c:v>
                </c:pt>
                <c:pt idx="5806">
                  <c:v>5.2</c:v>
                </c:pt>
                <c:pt idx="5807">
                  <c:v>5.3</c:v>
                </c:pt>
                <c:pt idx="5808">
                  <c:v>5.2</c:v>
                </c:pt>
                <c:pt idx="5809">
                  <c:v>6.1</c:v>
                </c:pt>
                <c:pt idx="5810">
                  <c:v>6.8</c:v>
                </c:pt>
                <c:pt idx="5811">
                  <c:v>8.4</c:v>
                </c:pt>
                <c:pt idx="5812">
                  <c:v>6.3</c:v>
                </c:pt>
                <c:pt idx="5813">
                  <c:v>5.3</c:v>
                </c:pt>
                <c:pt idx="5814">
                  <c:v>6.6</c:v>
                </c:pt>
                <c:pt idx="5815">
                  <c:v>5.928</c:v>
                </c:pt>
                <c:pt idx="5816">
                  <c:v>5.678</c:v>
                </c:pt>
                <c:pt idx="5817">
                  <c:v>5.1</c:v>
                </c:pt>
                <c:pt idx="5818">
                  <c:v>4.3</c:v>
                </c:pt>
                <c:pt idx="5819">
                  <c:v>6.7</c:v>
                </c:pt>
                <c:pt idx="5820">
                  <c:v>7.9</c:v>
                </c:pt>
                <c:pt idx="5821">
                  <c:v>6.9</c:v>
                </c:pt>
                <c:pt idx="5822">
                  <c:v>4.9</c:v>
                </c:pt>
                <c:pt idx="5823">
                  <c:v>5.3</c:v>
                </c:pt>
                <c:pt idx="5824">
                  <c:v>6.9</c:v>
                </c:pt>
                <c:pt idx="5825">
                  <c:v>5.9</c:v>
                </c:pt>
                <c:pt idx="5826">
                  <c:v>5.7</c:v>
                </c:pt>
                <c:pt idx="5827">
                  <c:v>5</c:v>
                </c:pt>
                <c:pt idx="5828">
                  <c:v>6.2</c:v>
                </c:pt>
                <c:pt idx="5829">
                  <c:v>5.8</c:v>
                </c:pt>
                <c:pt idx="5830">
                  <c:v>5.996</c:v>
                </c:pt>
                <c:pt idx="5831">
                  <c:v>7.2</c:v>
                </c:pt>
                <c:pt idx="5832">
                  <c:v>6.7</c:v>
                </c:pt>
                <c:pt idx="5833">
                  <c:v>4.959</c:v>
                </c:pt>
                <c:pt idx="5834">
                  <c:v>6.1</c:v>
                </c:pt>
                <c:pt idx="5835">
                  <c:v>6.4</c:v>
                </c:pt>
                <c:pt idx="5836">
                  <c:v>7.877</c:v>
                </c:pt>
                <c:pt idx="5837">
                  <c:v>5.1</c:v>
                </c:pt>
                <c:pt idx="5838">
                  <c:v>7.5</c:v>
                </c:pt>
                <c:pt idx="5839">
                  <c:v>6</c:v>
                </c:pt>
                <c:pt idx="5840">
                  <c:v>6.2</c:v>
                </c:pt>
                <c:pt idx="5841">
                  <c:v>7.7</c:v>
                </c:pt>
                <c:pt idx="5842">
                  <c:v>5.8</c:v>
                </c:pt>
                <c:pt idx="5843">
                  <c:v>6.6</c:v>
                </c:pt>
                <c:pt idx="5844">
                  <c:v>5.4</c:v>
                </c:pt>
                <c:pt idx="5845">
                  <c:v>5.8</c:v>
                </c:pt>
                <c:pt idx="5846">
                  <c:v>6.339</c:v>
                </c:pt>
                <c:pt idx="5847">
                  <c:v>6.2</c:v>
                </c:pt>
                <c:pt idx="5848">
                  <c:v>6.2</c:v>
                </c:pt>
                <c:pt idx="5849">
                  <c:v>7.268</c:v>
                </c:pt>
                <c:pt idx="5850">
                  <c:v>7.254</c:v>
                </c:pt>
                <c:pt idx="5851">
                  <c:v>6.7</c:v>
                </c:pt>
                <c:pt idx="5852">
                  <c:v>7</c:v>
                </c:pt>
                <c:pt idx="5853">
                  <c:v>6.9</c:v>
                </c:pt>
                <c:pt idx="5854">
                  <c:v>5.507</c:v>
                </c:pt>
                <c:pt idx="5855">
                  <c:v>6.316</c:v>
                </c:pt>
                <c:pt idx="5856">
                  <c:v>7.1</c:v>
                </c:pt>
                <c:pt idx="5857">
                  <c:v>6.9</c:v>
                </c:pt>
                <c:pt idx="5858">
                  <c:v>6</c:v>
                </c:pt>
                <c:pt idx="5859">
                  <c:v>5.601</c:v>
                </c:pt>
                <c:pt idx="5860">
                  <c:v>5.9</c:v>
                </c:pt>
                <c:pt idx="5861">
                  <c:v>5.8</c:v>
                </c:pt>
                <c:pt idx="5862">
                  <c:v>5.6</c:v>
                </c:pt>
                <c:pt idx="5863">
                  <c:v>6.5</c:v>
                </c:pt>
                <c:pt idx="5864">
                  <c:v>5.372</c:v>
                </c:pt>
                <c:pt idx="5865">
                  <c:v>5.3</c:v>
                </c:pt>
                <c:pt idx="5866">
                  <c:v>5.455</c:v>
                </c:pt>
                <c:pt idx="5867">
                  <c:v>7.3</c:v>
                </c:pt>
                <c:pt idx="5868">
                  <c:v>6.2</c:v>
                </c:pt>
                <c:pt idx="5869">
                  <c:v>7.6</c:v>
                </c:pt>
                <c:pt idx="5870">
                  <c:v>7.045</c:v>
                </c:pt>
                <c:pt idx="5871">
                  <c:v>6.649</c:v>
                </c:pt>
                <c:pt idx="5872">
                  <c:v>4.5</c:v>
                </c:pt>
                <c:pt idx="5873">
                  <c:v>7.5</c:v>
                </c:pt>
                <c:pt idx="5874">
                  <c:v>5.1</c:v>
                </c:pt>
                <c:pt idx="5875">
                  <c:v>6.3</c:v>
                </c:pt>
                <c:pt idx="5876">
                  <c:v>6.5</c:v>
                </c:pt>
                <c:pt idx="5877">
                  <c:v>5.4</c:v>
                </c:pt>
                <c:pt idx="5878">
                  <c:v>6.3</c:v>
                </c:pt>
                <c:pt idx="5879">
                  <c:v>5.29</c:v>
                </c:pt>
                <c:pt idx="5880">
                  <c:v>6.5</c:v>
                </c:pt>
                <c:pt idx="5881">
                  <c:v>5.8</c:v>
                </c:pt>
                <c:pt idx="5882">
                  <c:v>6.1</c:v>
                </c:pt>
                <c:pt idx="5883">
                  <c:v>6.597</c:v>
                </c:pt>
                <c:pt idx="5884">
                  <c:v>6.8</c:v>
                </c:pt>
                <c:pt idx="5885">
                  <c:v>7.847</c:v>
                </c:pt>
                <c:pt idx="5886">
                  <c:v>6.2</c:v>
                </c:pt>
                <c:pt idx="5887">
                  <c:v>4.3</c:v>
                </c:pt>
                <c:pt idx="5888">
                  <c:v>5.2</c:v>
                </c:pt>
                <c:pt idx="5889">
                  <c:v>7.9</c:v>
                </c:pt>
                <c:pt idx="5890">
                  <c:v>5</c:v>
                </c:pt>
                <c:pt idx="5891">
                  <c:v>6.2</c:v>
                </c:pt>
                <c:pt idx="5892">
                  <c:v>6.3</c:v>
                </c:pt>
                <c:pt idx="5893">
                  <c:v>5.1</c:v>
                </c:pt>
                <c:pt idx="5894">
                  <c:v>6.3</c:v>
                </c:pt>
                <c:pt idx="5895">
                  <c:v>6.7</c:v>
                </c:pt>
                <c:pt idx="5896">
                  <c:v>6.2</c:v>
                </c:pt>
                <c:pt idx="5897">
                  <c:v>6.7</c:v>
                </c:pt>
                <c:pt idx="5898">
                  <c:v>5.615</c:v>
                </c:pt>
                <c:pt idx="5899">
                  <c:v>6.5</c:v>
                </c:pt>
                <c:pt idx="5900">
                  <c:v>5.6</c:v>
                </c:pt>
                <c:pt idx="5901">
                  <c:v>6</c:v>
                </c:pt>
                <c:pt idx="5902">
                  <c:v>6.3</c:v>
                </c:pt>
                <c:pt idx="5903">
                  <c:v>5.362</c:v>
                </c:pt>
                <c:pt idx="5904">
                  <c:v>6</c:v>
                </c:pt>
                <c:pt idx="5905">
                  <c:v>5.5</c:v>
                </c:pt>
                <c:pt idx="5906">
                  <c:v>8.2</c:v>
                </c:pt>
                <c:pt idx="5907">
                  <c:v>7.573</c:v>
                </c:pt>
                <c:pt idx="5908">
                  <c:v>5.4</c:v>
                </c:pt>
                <c:pt idx="5909">
                  <c:v>6.2</c:v>
                </c:pt>
                <c:pt idx="5910">
                  <c:v>6.8</c:v>
                </c:pt>
                <c:pt idx="5911">
                  <c:v>6.783</c:v>
                </c:pt>
                <c:pt idx="5912">
                  <c:v>7</c:v>
                </c:pt>
                <c:pt idx="5913">
                  <c:v>6.076</c:v>
                </c:pt>
                <c:pt idx="5914">
                  <c:v>7.3</c:v>
                </c:pt>
                <c:pt idx="5915">
                  <c:v>6.652</c:v>
                </c:pt>
                <c:pt idx="5916">
                  <c:v>6.8</c:v>
                </c:pt>
                <c:pt idx="5917">
                  <c:v>7.6</c:v>
                </c:pt>
                <c:pt idx="5918">
                  <c:v>7.6</c:v>
                </c:pt>
                <c:pt idx="5919">
                  <c:v>6.593</c:v>
                </c:pt>
                <c:pt idx="5920">
                  <c:v>7.3</c:v>
                </c:pt>
                <c:pt idx="5921">
                  <c:v>5.76</c:v>
                </c:pt>
                <c:pt idx="5922">
                  <c:v>6.9</c:v>
                </c:pt>
                <c:pt idx="5923">
                  <c:v>7.332</c:v>
                </c:pt>
                <c:pt idx="5924">
                  <c:v>6.5</c:v>
                </c:pt>
                <c:pt idx="5925">
                  <c:v>7.24</c:v>
                </c:pt>
                <c:pt idx="5926">
                  <c:v>6</c:v>
                </c:pt>
                <c:pt idx="5927">
                  <c:v>8.121</c:v>
                </c:pt>
                <c:pt idx="5928">
                  <c:v>7.6</c:v>
                </c:pt>
                <c:pt idx="5929">
                  <c:v>6.1</c:v>
                </c:pt>
                <c:pt idx="5930">
                  <c:v>7.448</c:v>
                </c:pt>
                <c:pt idx="5931">
                  <c:v>7.8</c:v>
                </c:pt>
                <c:pt idx="5932">
                  <c:v>7.488</c:v>
                </c:pt>
                <c:pt idx="5933">
                  <c:v>7.5</c:v>
                </c:pt>
                <c:pt idx="5934">
                  <c:v>7.9</c:v>
                </c:pt>
                <c:pt idx="5935">
                  <c:v>7.2</c:v>
                </c:pt>
                <c:pt idx="5936">
                  <c:v>6.821</c:v>
                </c:pt>
                <c:pt idx="5937">
                  <c:v>7.2</c:v>
                </c:pt>
                <c:pt idx="5938">
                  <c:v>7.45</c:v>
                </c:pt>
                <c:pt idx="5939">
                  <c:v>6.135</c:v>
                </c:pt>
                <c:pt idx="5940">
                  <c:v>6.543</c:v>
                </c:pt>
                <c:pt idx="5941">
                  <c:v>7.2</c:v>
                </c:pt>
                <c:pt idx="5942">
                  <c:v>6.706</c:v>
                </c:pt>
                <c:pt idx="5943">
                  <c:v>8.075</c:v>
                </c:pt>
                <c:pt idx="5944">
                  <c:v>6.627</c:v>
                </c:pt>
                <c:pt idx="5945">
                  <c:v>5.513</c:v>
                </c:pt>
                <c:pt idx="5946">
                  <c:v>8.1</c:v>
                </c:pt>
                <c:pt idx="5947">
                  <c:v>6.7</c:v>
                </c:pt>
                <c:pt idx="5948">
                  <c:v>6.9</c:v>
                </c:pt>
                <c:pt idx="5949">
                  <c:v>6.5</c:v>
                </c:pt>
                <c:pt idx="5950">
                  <c:v>6.962</c:v>
                </c:pt>
                <c:pt idx="5951">
                  <c:v>6.087</c:v>
                </c:pt>
                <c:pt idx="5952">
                  <c:v>6.969</c:v>
                </c:pt>
                <c:pt idx="5953">
                  <c:v>5.9</c:v>
                </c:pt>
                <c:pt idx="5954">
                  <c:v>7</c:v>
                </c:pt>
                <c:pt idx="5955">
                  <c:v>8.1</c:v>
                </c:pt>
                <c:pt idx="5956">
                  <c:v>7.244</c:v>
                </c:pt>
                <c:pt idx="5957">
                  <c:v>7.2</c:v>
                </c:pt>
                <c:pt idx="5958">
                  <c:v>6.1</c:v>
                </c:pt>
                <c:pt idx="5959">
                  <c:v>6.3</c:v>
                </c:pt>
                <c:pt idx="5960">
                  <c:v>7.7</c:v>
                </c:pt>
                <c:pt idx="5961">
                  <c:v>6.549</c:v>
                </c:pt>
                <c:pt idx="5962">
                  <c:v>6.4</c:v>
                </c:pt>
                <c:pt idx="5963">
                  <c:v>6.8</c:v>
                </c:pt>
                <c:pt idx="5964">
                  <c:v>8</c:v>
                </c:pt>
                <c:pt idx="5965">
                  <c:v>7.2</c:v>
                </c:pt>
                <c:pt idx="5966">
                  <c:v>6.2</c:v>
                </c:pt>
                <c:pt idx="5967">
                  <c:v>7.634</c:v>
                </c:pt>
                <c:pt idx="5968">
                  <c:v>6.4</c:v>
                </c:pt>
                <c:pt idx="5969">
                  <c:v>7.267</c:v>
                </c:pt>
                <c:pt idx="5970">
                  <c:v>7.258</c:v>
                </c:pt>
                <c:pt idx="5971">
                  <c:v>6.626</c:v>
                </c:pt>
                <c:pt idx="5972">
                  <c:v>4.895</c:v>
                </c:pt>
                <c:pt idx="5973">
                  <c:v>6.3</c:v>
                </c:pt>
                <c:pt idx="5974">
                  <c:v>6.4</c:v>
                </c:pt>
                <c:pt idx="5975">
                  <c:v>6.2</c:v>
                </c:pt>
                <c:pt idx="5976">
                  <c:v>5.4</c:v>
                </c:pt>
                <c:pt idx="5977">
                  <c:v>5.819</c:v>
                </c:pt>
                <c:pt idx="5978">
                  <c:v>7.3</c:v>
                </c:pt>
                <c:pt idx="5979">
                  <c:v>7.434</c:v>
                </c:pt>
                <c:pt idx="5980">
                  <c:v>7.4</c:v>
                </c:pt>
                <c:pt idx="5981">
                  <c:v>7.351</c:v>
                </c:pt>
                <c:pt idx="5982">
                  <c:v>6.3</c:v>
                </c:pt>
                <c:pt idx="5983">
                  <c:v>6.3</c:v>
                </c:pt>
                <c:pt idx="5984">
                  <c:v>6.3</c:v>
                </c:pt>
                <c:pt idx="5985">
                  <c:v>6.8</c:v>
                </c:pt>
                <c:pt idx="5986">
                  <c:v>6.41</c:v>
                </c:pt>
                <c:pt idx="5987">
                  <c:v>6.3</c:v>
                </c:pt>
                <c:pt idx="5988">
                  <c:v>6.2</c:v>
                </c:pt>
                <c:pt idx="5989">
                  <c:v>7.423</c:v>
                </c:pt>
                <c:pt idx="5990">
                  <c:v>7.022</c:v>
                </c:pt>
                <c:pt idx="5991">
                  <c:v>6.494</c:v>
                </c:pt>
                <c:pt idx="5992">
                  <c:v>8.068</c:v>
                </c:pt>
                <c:pt idx="5993">
                  <c:v>5</c:v>
                </c:pt>
                <c:pt idx="5994">
                  <c:v>7</c:v>
                </c:pt>
                <c:pt idx="5995">
                  <c:v>6.4</c:v>
                </c:pt>
                <c:pt idx="5996">
                  <c:v>7.341</c:v>
                </c:pt>
                <c:pt idx="5997">
                  <c:v>6.882</c:v>
                </c:pt>
                <c:pt idx="5998">
                  <c:v>7.9</c:v>
                </c:pt>
                <c:pt idx="5999">
                  <c:v>9.5</c:v>
                </c:pt>
                <c:pt idx="6000">
                  <c:v>6.376</c:v>
                </c:pt>
                <c:pt idx="6001">
                  <c:v>6.213</c:v>
                </c:pt>
                <c:pt idx="6002">
                  <c:v>7.4</c:v>
                </c:pt>
                <c:pt idx="6003">
                  <c:v>7.2</c:v>
                </c:pt>
                <c:pt idx="6004">
                  <c:v>7.6</c:v>
                </c:pt>
                <c:pt idx="6005">
                  <c:v>6.5</c:v>
                </c:pt>
                <c:pt idx="6006">
                  <c:v>6.2</c:v>
                </c:pt>
                <c:pt idx="6007">
                  <c:v>6.402</c:v>
                </c:pt>
                <c:pt idx="6008">
                  <c:v>6.3</c:v>
                </c:pt>
                <c:pt idx="6009">
                  <c:v>5.7</c:v>
                </c:pt>
                <c:pt idx="6010">
                  <c:v>5.3</c:v>
                </c:pt>
                <c:pt idx="6011">
                  <c:v>5.4</c:v>
                </c:pt>
                <c:pt idx="6012">
                  <c:v>6.7</c:v>
                </c:pt>
                <c:pt idx="6013">
                  <c:v>7.1</c:v>
                </c:pt>
                <c:pt idx="6014">
                  <c:v>5.756</c:v>
                </c:pt>
                <c:pt idx="6015">
                  <c:v>5.6</c:v>
                </c:pt>
                <c:pt idx="6016">
                  <c:v>6.976</c:v>
                </c:pt>
                <c:pt idx="6017">
                  <c:v>7.3</c:v>
                </c:pt>
                <c:pt idx="6018">
                  <c:v>6.899</c:v>
                </c:pt>
                <c:pt idx="6019">
                  <c:v>5.572</c:v>
                </c:pt>
                <c:pt idx="6020">
                  <c:v>4.257</c:v>
                </c:pt>
                <c:pt idx="6021">
                  <c:v>7</c:v>
                </c:pt>
                <c:pt idx="6022">
                  <c:v>6.549</c:v>
                </c:pt>
                <c:pt idx="6023">
                  <c:v>6.9</c:v>
                </c:pt>
                <c:pt idx="6024">
                  <c:v>6.9</c:v>
                </c:pt>
                <c:pt idx="6025">
                  <c:v>7.1</c:v>
                </c:pt>
                <c:pt idx="6026">
                  <c:v>6.5</c:v>
                </c:pt>
                <c:pt idx="6027">
                  <c:v>6.7</c:v>
                </c:pt>
                <c:pt idx="6028">
                  <c:v>6.7</c:v>
                </c:pt>
                <c:pt idx="6029">
                  <c:v>5.4</c:v>
                </c:pt>
                <c:pt idx="6030">
                  <c:v>7.5</c:v>
                </c:pt>
                <c:pt idx="6031">
                  <c:v>5.7</c:v>
                </c:pt>
                <c:pt idx="6032">
                  <c:v>5.8</c:v>
                </c:pt>
                <c:pt idx="6033">
                  <c:v>5.854</c:v>
                </c:pt>
                <c:pt idx="6034">
                  <c:v>6.553</c:v>
                </c:pt>
                <c:pt idx="6035">
                  <c:v>5.829</c:v>
                </c:pt>
                <c:pt idx="6036">
                  <c:v>6.3</c:v>
                </c:pt>
                <c:pt idx="6037">
                  <c:v>7.2</c:v>
                </c:pt>
                <c:pt idx="6038">
                  <c:v>7.106</c:v>
                </c:pt>
                <c:pt idx="6039">
                  <c:v>7.4</c:v>
                </c:pt>
                <c:pt idx="6040">
                  <c:v>6.6</c:v>
                </c:pt>
                <c:pt idx="6041">
                  <c:v>6.1</c:v>
                </c:pt>
                <c:pt idx="6042">
                  <c:v>6.4</c:v>
                </c:pt>
                <c:pt idx="6043">
                  <c:v>5.9</c:v>
                </c:pt>
                <c:pt idx="6044">
                  <c:v>6.2</c:v>
                </c:pt>
                <c:pt idx="6045">
                  <c:v>6.727</c:v>
                </c:pt>
                <c:pt idx="6046">
                  <c:v>6.075</c:v>
                </c:pt>
                <c:pt idx="6047">
                  <c:v>7.6</c:v>
                </c:pt>
                <c:pt idx="6048">
                  <c:v>5.971</c:v>
                </c:pt>
                <c:pt idx="6049">
                  <c:v>5.6</c:v>
                </c:pt>
                <c:pt idx="6050">
                  <c:v>7.1</c:v>
                </c:pt>
                <c:pt idx="6051">
                  <c:v>6.9</c:v>
                </c:pt>
                <c:pt idx="6052">
                  <c:v>5.3</c:v>
                </c:pt>
                <c:pt idx="6053">
                  <c:v>6.7</c:v>
                </c:pt>
                <c:pt idx="6054">
                  <c:v>6.7</c:v>
                </c:pt>
                <c:pt idx="6055">
                  <c:v>5.3</c:v>
                </c:pt>
                <c:pt idx="6056">
                  <c:v>5.9</c:v>
                </c:pt>
                <c:pt idx="6057">
                  <c:v>6.8</c:v>
                </c:pt>
                <c:pt idx="6058">
                  <c:v>7.173</c:v>
                </c:pt>
                <c:pt idx="6059">
                  <c:v>6.3</c:v>
                </c:pt>
                <c:pt idx="6060">
                  <c:v>5.8</c:v>
                </c:pt>
                <c:pt idx="6061">
                  <c:v>6.9</c:v>
                </c:pt>
                <c:pt idx="6062">
                  <c:v>7.2</c:v>
                </c:pt>
                <c:pt idx="6063">
                  <c:v>6.2</c:v>
                </c:pt>
                <c:pt idx="6064">
                  <c:v>5.7</c:v>
                </c:pt>
                <c:pt idx="6065">
                  <c:v>5.9</c:v>
                </c:pt>
                <c:pt idx="6066">
                  <c:v>6.3</c:v>
                </c:pt>
                <c:pt idx="6067">
                  <c:v>6.9</c:v>
                </c:pt>
                <c:pt idx="6068">
                  <c:v>5.776</c:v>
                </c:pt>
                <c:pt idx="6069">
                  <c:v>5.6</c:v>
                </c:pt>
                <c:pt idx="6070">
                  <c:v>7.1</c:v>
                </c:pt>
                <c:pt idx="6071">
                  <c:v>7.003</c:v>
                </c:pt>
                <c:pt idx="6072">
                  <c:v>8</c:v>
                </c:pt>
                <c:pt idx="6073">
                  <c:v>7.733</c:v>
                </c:pt>
                <c:pt idx="6074">
                  <c:v>6.5</c:v>
                </c:pt>
                <c:pt idx="6075">
                  <c:v>6.2</c:v>
                </c:pt>
                <c:pt idx="6076">
                  <c:v>6.6</c:v>
                </c:pt>
                <c:pt idx="6077">
                  <c:v>6.3</c:v>
                </c:pt>
                <c:pt idx="6078">
                  <c:v>5.2</c:v>
                </c:pt>
                <c:pt idx="6079">
                  <c:v>7.7</c:v>
                </c:pt>
                <c:pt idx="6080">
                  <c:v>5.723</c:v>
                </c:pt>
                <c:pt idx="6081">
                  <c:v>7.1</c:v>
                </c:pt>
                <c:pt idx="6082">
                  <c:v>7.3</c:v>
                </c:pt>
                <c:pt idx="6083">
                  <c:v>7.8</c:v>
                </c:pt>
                <c:pt idx="6084">
                  <c:v>5.9</c:v>
                </c:pt>
                <c:pt idx="6085">
                  <c:v>5.5</c:v>
                </c:pt>
                <c:pt idx="6086">
                  <c:v>6.4</c:v>
                </c:pt>
                <c:pt idx="6087">
                  <c:v>6.8</c:v>
                </c:pt>
                <c:pt idx="6088">
                  <c:v>7.5</c:v>
                </c:pt>
                <c:pt idx="6089">
                  <c:v>5.9</c:v>
                </c:pt>
                <c:pt idx="6090">
                  <c:v>7.9</c:v>
                </c:pt>
                <c:pt idx="6091">
                  <c:v>6.6</c:v>
                </c:pt>
                <c:pt idx="6092">
                  <c:v>4.8</c:v>
                </c:pt>
                <c:pt idx="6093">
                  <c:v>6.4</c:v>
                </c:pt>
                <c:pt idx="6094">
                  <c:v>7.44</c:v>
                </c:pt>
                <c:pt idx="6095">
                  <c:v>6.5</c:v>
                </c:pt>
                <c:pt idx="6096">
                  <c:v>7.1</c:v>
                </c:pt>
                <c:pt idx="6097">
                  <c:v>6.6</c:v>
                </c:pt>
                <c:pt idx="6098">
                  <c:v>5.6</c:v>
                </c:pt>
                <c:pt idx="6099">
                  <c:v>7.047</c:v>
                </c:pt>
                <c:pt idx="6100">
                  <c:v>6.7</c:v>
                </c:pt>
                <c:pt idx="6101">
                  <c:v>7.1</c:v>
                </c:pt>
                <c:pt idx="6102">
                  <c:v>4.7</c:v>
                </c:pt>
                <c:pt idx="6103">
                  <c:v>7.7</c:v>
                </c:pt>
                <c:pt idx="6104">
                  <c:v>8.1</c:v>
                </c:pt>
                <c:pt idx="6105">
                  <c:v>6.6</c:v>
                </c:pt>
                <c:pt idx="6106">
                  <c:v>5.5</c:v>
                </c:pt>
                <c:pt idx="6107">
                  <c:v>5</c:v>
                </c:pt>
                <c:pt idx="6108">
                  <c:v>7.217</c:v>
                </c:pt>
                <c:pt idx="6109">
                  <c:v>6</c:v>
                </c:pt>
                <c:pt idx="6110">
                  <c:v>5.9</c:v>
                </c:pt>
                <c:pt idx="6111">
                  <c:v>6.159</c:v>
                </c:pt>
                <c:pt idx="6112">
                  <c:v>6.8</c:v>
                </c:pt>
                <c:pt idx="6113">
                  <c:v>7.78</c:v>
                </c:pt>
                <c:pt idx="6114">
                  <c:v>6.9</c:v>
                </c:pt>
                <c:pt idx="6115">
                  <c:v>6.5</c:v>
                </c:pt>
                <c:pt idx="6116">
                  <c:v>5.655</c:v>
                </c:pt>
                <c:pt idx="6117">
                  <c:v>7.629</c:v>
                </c:pt>
                <c:pt idx="6118">
                  <c:v>6.5</c:v>
                </c:pt>
                <c:pt idx="6119">
                  <c:v>5.2</c:v>
                </c:pt>
                <c:pt idx="6120">
                  <c:v>7.892</c:v>
                </c:pt>
                <c:pt idx="6121">
                  <c:v>7.3</c:v>
                </c:pt>
                <c:pt idx="6122">
                  <c:v>7.8</c:v>
                </c:pt>
                <c:pt idx="6123">
                  <c:v>6.2</c:v>
                </c:pt>
                <c:pt idx="6124">
                  <c:v>6.473</c:v>
                </c:pt>
                <c:pt idx="6125">
                  <c:v>5.4</c:v>
                </c:pt>
                <c:pt idx="6126">
                  <c:v>6.4</c:v>
                </c:pt>
                <c:pt idx="6127">
                  <c:v>5</c:v>
                </c:pt>
                <c:pt idx="6128">
                  <c:v>5.7</c:v>
                </c:pt>
                <c:pt idx="6129">
                  <c:v>7.1</c:v>
                </c:pt>
                <c:pt idx="6130">
                  <c:v>7.4</c:v>
                </c:pt>
                <c:pt idx="6131">
                  <c:v>6.5</c:v>
                </c:pt>
                <c:pt idx="6132">
                  <c:v>6.6</c:v>
                </c:pt>
                <c:pt idx="6133">
                  <c:v>6.034</c:v>
                </c:pt>
                <c:pt idx="6134">
                  <c:v>6.1</c:v>
                </c:pt>
                <c:pt idx="6135">
                  <c:v>4.829</c:v>
                </c:pt>
                <c:pt idx="6136">
                  <c:v>4.375</c:v>
                </c:pt>
                <c:pt idx="6137">
                  <c:v>5.76</c:v>
                </c:pt>
                <c:pt idx="6138">
                  <c:v>7.3</c:v>
                </c:pt>
                <c:pt idx="6139">
                  <c:v>6.6</c:v>
                </c:pt>
                <c:pt idx="6140">
                  <c:v>6.3</c:v>
                </c:pt>
                <c:pt idx="6141">
                  <c:v>6.9</c:v>
                </c:pt>
                <c:pt idx="6142">
                  <c:v>4.5</c:v>
                </c:pt>
                <c:pt idx="6143">
                  <c:v>5.3</c:v>
                </c:pt>
                <c:pt idx="6144">
                  <c:v>7.995</c:v>
                </c:pt>
                <c:pt idx="6145">
                  <c:v>6.5</c:v>
                </c:pt>
                <c:pt idx="6146">
                  <c:v>7</c:v>
                </c:pt>
                <c:pt idx="6147">
                  <c:v>5.477</c:v>
                </c:pt>
                <c:pt idx="6148">
                  <c:v>5.2</c:v>
                </c:pt>
                <c:pt idx="6149">
                  <c:v>5.7</c:v>
                </c:pt>
                <c:pt idx="6150">
                  <c:v>5.9</c:v>
                </c:pt>
                <c:pt idx="6151">
                  <c:v>6.8</c:v>
                </c:pt>
                <c:pt idx="6152">
                  <c:v>6.7</c:v>
                </c:pt>
                <c:pt idx="6153">
                  <c:v>6.4</c:v>
                </c:pt>
                <c:pt idx="6154">
                  <c:v>7.841</c:v>
                </c:pt>
                <c:pt idx="6155">
                  <c:v>6.6</c:v>
                </c:pt>
                <c:pt idx="6156">
                  <c:v>6.3</c:v>
                </c:pt>
                <c:pt idx="6157">
                  <c:v>6</c:v>
                </c:pt>
                <c:pt idx="6158">
                  <c:v>5.9</c:v>
                </c:pt>
                <c:pt idx="6159">
                  <c:v>6.8</c:v>
                </c:pt>
                <c:pt idx="6160">
                  <c:v>6.3</c:v>
                </c:pt>
                <c:pt idx="6161">
                  <c:v>5.8</c:v>
                </c:pt>
                <c:pt idx="6162">
                  <c:v>3.6</c:v>
                </c:pt>
                <c:pt idx="6163">
                  <c:v>6.5</c:v>
                </c:pt>
                <c:pt idx="6164">
                  <c:v>7.8</c:v>
                </c:pt>
                <c:pt idx="6165">
                  <c:v>7.1</c:v>
                </c:pt>
                <c:pt idx="6166">
                  <c:v>6.703</c:v>
                </c:pt>
                <c:pt idx="6167">
                  <c:v>7.4</c:v>
                </c:pt>
                <c:pt idx="6168">
                  <c:v>5.938</c:v>
                </c:pt>
                <c:pt idx="6169">
                  <c:v>5.7</c:v>
                </c:pt>
                <c:pt idx="6170">
                  <c:v>6.1</c:v>
                </c:pt>
                <c:pt idx="6171">
                  <c:v>5.5</c:v>
                </c:pt>
                <c:pt idx="6172">
                  <c:v>6.033</c:v>
                </c:pt>
                <c:pt idx="6173">
                  <c:v>6</c:v>
                </c:pt>
                <c:pt idx="6174">
                  <c:v>5.4</c:v>
                </c:pt>
                <c:pt idx="6175">
                  <c:v>7.3</c:v>
                </c:pt>
                <c:pt idx="6176">
                  <c:v>6.361</c:v>
                </c:pt>
                <c:pt idx="6177">
                  <c:v>6.822</c:v>
                </c:pt>
                <c:pt idx="6178">
                  <c:v>7.038</c:v>
                </c:pt>
                <c:pt idx="6179">
                  <c:v>6.9</c:v>
                </c:pt>
                <c:pt idx="6180">
                  <c:v>6.5</c:v>
                </c:pt>
                <c:pt idx="6181">
                  <c:v>6</c:v>
                </c:pt>
                <c:pt idx="6182">
                  <c:v>6.9</c:v>
                </c:pt>
                <c:pt idx="6183">
                  <c:v>5.393</c:v>
                </c:pt>
                <c:pt idx="6184">
                  <c:v>6.7</c:v>
                </c:pt>
                <c:pt idx="6185">
                  <c:v>5.4</c:v>
                </c:pt>
                <c:pt idx="6186">
                  <c:v>6.6</c:v>
                </c:pt>
                <c:pt idx="6187">
                  <c:v>5.9</c:v>
                </c:pt>
                <c:pt idx="6188">
                  <c:v>6.446</c:v>
                </c:pt>
                <c:pt idx="6189">
                  <c:v>6.1</c:v>
                </c:pt>
                <c:pt idx="6190">
                  <c:v>5.4</c:v>
                </c:pt>
                <c:pt idx="6191">
                  <c:v>6</c:v>
                </c:pt>
                <c:pt idx="6192">
                  <c:v>6.6</c:v>
                </c:pt>
                <c:pt idx="6193">
                  <c:v>6.7</c:v>
                </c:pt>
                <c:pt idx="6194">
                  <c:v>7.5</c:v>
                </c:pt>
                <c:pt idx="6195">
                  <c:v>6.1</c:v>
                </c:pt>
                <c:pt idx="6196">
                  <c:v>6.3</c:v>
                </c:pt>
                <c:pt idx="6197">
                  <c:v>6.8</c:v>
                </c:pt>
                <c:pt idx="6198">
                  <c:v>6.3</c:v>
                </c:pt>
                <c:pt idx="6199">
                  <c:v>7.1</c:v>
                </c:pt>
                <c:pt idx="6200">
                  <c:v>5.5</c:v>
                </c:pt>
                <c:pt idx="6201">
                  <c:v>8.1</c:v>
                </c:pt>
                <c:pt idx="6202">
                  <c:v>6.3</c:v>
                </c:pt>
                <c:pt idx="6203">
                  <c:v>5.891</c:v>
                </c:pt>
                <c:pt idx="6204">
                  <c:v>6.6</c:v>
                </c:pt>
                <c:pt idx="6205">
                  <c:v>4.2</c:v>
                </c:pt>
                <c:pt idx="6206">
                  <c:v>6.1</c:v>
                </c:pt>
                <c:pt idx="6207">
                  <c:v>7.2</c:v>
                </c:pt>
                <c:pt idx="6208">
                  <c:v>7.1</c:v>
                </c:pt>
                <c:pt idx="6209">
                  <c:v>7.1</c:v>
                </c:pt>
                <c:pt idx="6210">
                  <c:v>4.7</c:v>
                </c:pt>
                <c:pt idx="6211">
                  <c:v>7.1</c:v>
                </c:pt>
                <c:pt idx="6212">
                  <c:v>7.2</c:v>
                </c:pt>
                <c:pt idx="6213">
                  <c:v>6.1</c:v>
                </c:pt>
                <c:pt idx="6214">
                  <c:v>6.7</c:v>
                </c:pt>
                <c:pt idx="6215">
                  <c:v>6.8</c:v>
                </c:pt>
                <c:pt idx="6216">
                  <c:v>6.84</c:v>
                </c:pt>
                <c:pt idx="6217">
                  <c:v>6.5</c:v>
                </c:pt>
                <c:pt idx="6218">
                  <c:v>5.3</c:v>
                </c:pt>
                <c:pt idx="6219">
                  <c:v>7.3</c:v>
                </c:pt>
                <c:pt idx="6220">
                  <c:v>5.6</c:v>
                </c:pt>
                <c:pt idx="6221">
                  <c:v>5</c:v>
                </c:pt>
                <c:pt idx="6222">
                  <c:v>5.9</c:v>
                </c:pt>
                <c:pt idx="6223">
                  <c:v>5.7</c:v>
                </c:pt>
                <c:pt idx="6224">
                  <c:v>5.7</c:v>
                </c:pt>
                <c:pt idx="6225">
                  <c:v>5.5</c:v>
                </c:pt>
                <c:pt idx="6226">
                  <c:v>6.8</c:v>
                </c:pt>
                <c:pt idx="6227">
                  <c:v>6.5</c:v>
                </c:pt>
                <c:pt idx="6228">
                  <c:v>6.379</c:v>
                </c:pt>
                <c:pt idx="6229">
                  <c:v>6.375</c:v>
                </c:pt>
                <c:pt idx="6230">
                  <c:v>5.5</c:v>
                </c:pt>
                <c:pt idx="6231">
                  <c:v>6.5</c:v>
                </c:pt>
                <c:pt idx="6232">
                  <c:v>5.636</c:v>
                </c:pt>
                <c:pt idx="6233">
                  <c:v>6.1</c:v>
                </c:pt>
                <c:pt idx="6234">
                  <c:v>6.5</c:v>
                </c:pt>
                <c:pt idx="6235">
                  <c:v>4.299</c:v>
                </c:pt>
                <c:pt idx="6236">
                  <c:v>6.1</c:v>
                </c:pt>
                <c:pt idx="6237">
                  <c:v>6</c:v>
                </c:pt>
                <c:pt idx="6238">
                  <c:v>5.3</c:v>
                </c:pt>
                <c:pt idx="6239">
                  <c:v>7.109</c:v>
                </c:pt>
                <c:pt idx="6240">
                  <c:v>6.9</c:v>
                </c:pt>
                <c:pt idx="6241">
                  <c:v>7.396</c:v>
                </c:pt>
                <c:pt idx="6242">
                  <c:v>6.696</c:v>
                </c:pt>
                <c:pt idx="6243">
                  <c:v>6.5</c:v>
                </c:pt>
                <c:pt idx="6244">
                  <c:v>5.7</c:v>
                </c:pt>
                <c:pt idx="6245">
                  <c:v>7.026</c:v>
                </c:pt>
                <c:pt idx="6246">
                  <c:v>7.1</c:v>
                </c:pt>
                <c:pt idx="6247">
                  <c:v>6.234</c:v>
                </c:pt>
                <c:pt idx="6248">
                  <c:v>6.3</c:v>
                </c:pt>
                <c:pt idx="6249">
                  <c:v>6.3</c:v>
                </c:pt>
                <c:pt idx="6250">
                  <c:v>5.842</c:v>
                </c:pt>
                <c:pt idx="6251">
                  <c:v>5</c:v>
                </c:pt>
                <c:pt idx="6252">
                  <c:v>6.5</c:v>
                </c:pt>
                <c:pt idx="6253">
                  <c:v>7.9</c:v>
                </c:pt>
                <c:pt idx="6254">
                  <c:v>6.1</c:v>
                </c:pt>
                <c:pt idx="6255">
                  <c:v>7.383</c:v>
                </c:pt>
                <c:pt idx="6256">
                  <c:v>4.6</c:v>
                </c:pt>
                <c:pt idx="6257">
                  <c:v>7.3</c:v>
                </c:pt>
                <c:pt idx="6258">
                  <c:v>7.36</c:v>
                </c:pt>
                <c:pt idx="6259">
                  <c:v>5.791</c:v>
                </c:pt>
                <c:pt idx="6260">
                  <c:v>6</c:v>
                </c:pt>
                <c:pt idx="6261">
                  <c:v>6</c:v>
                </c:pt>
                <c:pt idx="6262">
                  <c:v>5.7</c:v>
                </c:pt>
                <c:pt idx="6263">
                  <c:v>7</c:v>
                </c:pt>
                <c:pt idx="6264">
                  <c:v>7.275</c:v>
                </c:pt>
                <c:pt idx="6265">
                  <c:v>5.7</c:v>
                </c:pt>
                <c:pt idx="6266">
                  <c:v>7</c:v>
                </c:pt>
                <c:pt idx="6267">
                  <c:v>7.475</c:v>
                </c:pt>
                <c:pt idx="6268">
                  <c:v>6.3</c:v>
                </c:pt>
                <c:pt idx="6269">
                  <c:v>4.8</c:v>
                </c:pt>
                <c:pt idx="6270">
                  <c:v>6.8</c:v>
                </c:pt>
                <c:pt idx="6271">
                  <c:v>6.2</c:v>
                </c:pt>
                <c:pt idx="6272">
                  <c:v>7.3</c:v>
                </c:pt>
                <c:pt idx="6273">
                  <c:v>5.5</c:v>
                </c:pt>
                <c:pt idx="6274">
                  <c:v>6.3</c:v>
                </c:pt>
                <c:pt idx="6275">
                  <c:v>7.7</c:v>
                </c:pt>
                <c:pt idx="6276">
                  <c:v>6.7</c:v>
                </c:pt>
                <c:pt idx="6277">
                  <c:v>6.3</c:v>
                </c:pt>
                <c:pt idx="6278">
                  <c:v>5.9</c:v>
                </c:pt>
                <c:pt idx="6279">
                  <c:v>7</c:v>
                </c:pt>
                <c:pt idx="6280">
                  <c:v>6.216</c:v>
                </c:pt>
                <c:pt idx="6281">
                  <c:v>5.424</c:v>
                </c:pt>
                <c:pt idx="6282">
                  <c:v>7.8</c:v>
                </c:pt>
                <c:pt idx="6283">
                  <c:v>6.1</c:v>
                </c:pt>
                <c:pt idx="6284">
                  <c:v>6.8</c:v>
                </c:pt>
                <c:pt idx="6285">
                  <c:v>5.932</c:v>
                </c:pt>
                <c:pt idx="6286">
                  <c:v>6.7</c:v>
                </c:pt>
                <c:pt idx="6287">
                  <c:v>6.7</c:v>
                </c:pt>
                <c:pt idx="6288">
                  <c:v>6.3</c:v>
                </c:pt>
                <c:pt idx="6289">
                  <c:v>5.683</c:v>
                </c:pt>
                <c:pt idx="6290">
                  <c:v>7.7</c:v>
                </c:pt>
                <c:pt idx="6291">
                  <c:v>5.961</c:v>
                </c:pt>
                <c:pt idx="6292">
                  <c:v>5.5</c:v>
                </c:pt>
                <c:pt idx="6293">
                  <c:v>5.934</c:v>
                </c:pt>
                <c:pt idx="6294">
                  <c:v>6</c:v>
                </c:pt>
                <c:pt idx="6295">
                  <c:v>7.6</c:v>
                </c:pt>
                <c:pt idx="6296">
                  <c:v>6.6</c:v>
                </c:pt>
                <c:pt idx="6297">
                  <c:v>5.6</c:v>
                </c:pt>
                <c:pt idx="6298">
                  <c:v>6.819</c:v>
                </c:pt>
                <c:pt idx="6299">
                  <c:v>4.9</c:v>
                </c:pt>
                <c:pt idx="6300">
                  <c:v>7.5</c:v>
                </c:pt>
                <c:pt idx="6301">
                  <c:v>5.6</c:v>
                </c:pt>
                <c:pt idx="6302">
                  <c:v>6.9</c:v>
                </c:pt>
                <c:pt idx="6303">
                  <c:v>7.6</c:v>
                </c:pt>
                <c:pt idx="6304">
                  <c:v>6.1</c:v>
                </c:pt>
                <c:pt idx="6305">
                  <c:v>6.6</c:v>
                </c:pt>
                <c:pt idx="6306">
                  <c:v>6.2</c:v>
                </c:pt>
                <c:pt idx="6307">
                  <c:v>6.4</c:v>
                </c:pt>
                <c:pt idx="6308">
                  <c:v>6.7</c:v>
                </c:pt>
                <c:pt idx="6309">
                  <c:v>7.4</c:v>
                </c:pt>
                <c:pt idx="6310">
                  <c:v>7.1</c:v>
                </c:pt>
                <c:pt idx="6311">
                  <c:v>6.4</c:v>
                </c:pt>
                <c:pt idx="6312">
                  <c:v>5.601</c:v>
                </c:pt>
                <c:pt idx="6313">
                  <c:v>7.2</c:v>
                </c:pt>
                <c:pt idx="6314">
                  <c:v>6.713</c:v>
                </c:pt>
                <c:pt idx="6315">
                  <c:v>6.3</c:v>
                </c:pt>
                <c:pt idx="6316">
                  <c:v>6.9</c:v>
                </c:pt>
                <c:pt idx="6317">
                  <c:v>6.1</c:v>
                </c:pt>
                <c:pt idx="6318">
                  <c:v>8.1</c:v>
                </c:pt>
                <c:pt idx="6319">
                  <c:v>7.1</c:v>
                </c:pt>
                <c:pt idx="6320">
                  <c:v>6.2</c:v>
                </c:pt>
                <c:pt idx="6321">
                  <c:v>7</c:v>
                </c:pt>
                <c:pt idx="6322">
                  <c:v>6.05</c:v>
                </c:pt>
                <c:pt idx="6323">
                  <c:v>6.488</c:v>
                </c:pt>
                <c:pt idx="6324">
                  <c:v>6.2</c:v>
                </c:pt>
                <c:pt idx="6325">
                  <c:v>7.8</c:v>
                </c:pt>
                <c:pt idx="6326">
                  <c:v>6.8</c:v>
                </c:pt>
                <c:pt idx="6327">
                  <c:v>6.9</c:v>
                </c:pt>
                <c:pt idx="6328">
                  <c:v>6</c:v>
                </c:pt>
                <c:pt idx="6329">
                  <c:v>5.6</c:v>
                </c:pt>
                <c:pt idx="6330">
                  <c:v>5.8</c:v>
                </c:pt>
                <c:pt idx="6331">
                  <c:v>6.291</c:v>
                </c:pt>
                <c:pt idx="6332">
                  <c:v>6.9</c:v>
                </c:pt>
                <c:pt idx="6333">
                  <c:v>7.4</c:v>
                </c:pt>
                <c:pt idx="6334">
                  <c:v>7</c:v>
                </c:pt>
                <c:pt idx="6335">
                  <c:v>8.101</c:v>
                </c:pt>
                <c:pt idx="6336">
                  <c:v>7.7</c:v>
                </c:pt>
                <c:pt idx="6337">
                  <c:v>4.9</c:v>
                </c:pt>
                <c:pt idx="6338">
                  <c:v>6.2</c:v>
                </c:pt>
                <c:pt idx="6339">
                  <c:v>6.737</c:v>
                </c:pt>
                <c:pt idx="6340">
                  <c:v>7.3</c:v>
                </c:pt>
                <c:pt idx="6341">
                  <c:v>6.7</c:v>
                </c:pt>
                <c:pt idx="6342">
                  <c:v>5.8</c:v>
                </c:pt>
                <c:pt idx="6343">
                  <c:v>5.2</c:v>
                </c:pt>
                <c:pt idx="6344">
                  <c:v>7.279</c:v>
                </c:pt>
                <c:pt idx="6345">
                  <c:v>6.7</c:v>
                </c:pt>
                <c:pt idx="6346">
                  <c:v>4.8</c:v>
                </c:pt>
                <c:pt idx="6347">
                  <c:v>7.7</c:v>
                </c:pt>
                <c:pt idx="6348">
                  <c:v>5.6</c:v>
                </c:pt>
                <c:pt idx="6349">
                  <c:v>7</c:v>
                </c:pt>
                <c:pt idx="6350">
                  <c:v>5</c:v>
                </c:pt>
                <c:pt idx="6351">
                  <c:v>5.53</c:v>
                </c:pt>
                <c:pt idx="6352">
                  <c:v>6.2</c:v>
                </c:pt>
                <c:pt idx="6353">
                  <c:v>7</c:v>
                </c:pt>
                <c:pt idx="6354">
                  <c:v>6.425</c:v>
                </c:pt>
                <c:pt idx="6355">
                  <c:v>6.8</c:v>
                </c:pt>
                <c:pt idx="6356">
                  <c:v>5.6</c:v>
                </c:pt>
                <c:pt idx="6357">
                  <c:v>6.4</c:v>
                </c:pt>
                <c:pt idx="6358">
                  <c:v>6.451</c:v>
                </c:pt>
                <c:pt idx="6359">
                  <c:v>6.9</c:v>
                </c:pt>
                <c:pt idx="6360">
                  <c:v>7.2</c:v>
                </c:pt>
                <c:pt idx="6361">
                  <c:v>6.109</c:v>
                </c:pt>
                <c:pt idx="6362">
                  <c:v>4.5</c:v>
                </c:pt>
                <c:pt idx="6363">
                  <c:v>6.2</c:v>
                </c:pt>
                <c:pt idx="6364">
                  <c:v>4.7</c:v>
                </c:pt>
                <c:pt idx="6365">
                  <c:v>5.5</c:v>
                </c:pt>
                <c:pt idx="6366">
                  <c:v>5.2</c:v>
                </c:pt>
                <c:pt idx="6367">
                  <c:v>4.5</c:v>
                </c:pt>
                <c:pt idx="6368">
                  <c:v>6.4</c:v>
                </c:pt>
                <c:pt idx="6369">
                  <c:v>6.8</c:v>
                </c:pt>
                <c:pt idx="6370">
                  <c:v>4.5</c:v>
                </c:pt>
                <c:pt idx="6371">
                  <c:v>7.027</c:v>
                </c:pt>
                <c:pt idx="6372">
                  <c:v>5</c:v>
                </c:pt>
                <c:pt idx="6373">
                  <c:v>7.3</c:v>
                </c:pt>
                <c:pt idx="6374">
                  <c:v>7.1</c:v>
                </c:pt>
                <c:pt idx="6375">
                  <c:v>7.47</c:v>
                </c:pt>
                <c:pt idx="6376">
                  <c:v>6.4</c:v>
                </c:pt>
                <c:pt idx="6377">
                  <c:v>6.2</c:v>
                </c:pt>
                <c:pt idx="6378">
                  <c:v>6.8</c:v>
                </c:pt>
                <c:pt idx="6379">
                  <c:v>4.8</c:v>
                </c:pt>
                <c:pt idx="6380">
                  <c:v>5.9</c:v>
                </c:pt>
                <c:pt idx="6381">
                  <c:v>5.3</c:v>
                </c:pt>
                <c:pt idx="6382">
                  <c:v>7.5</c:v>
                </c:pt>
                <c:pt idx="6383">
                  <c:v>5.6</c:v>
                </c:pt>
                <c:pt idx="6384">
                  <c:v>5.9</c:v>
                </c:pt>
                <c:pt idx="6385">
                  <c:v>6.7</c:v>
                </c:pt>
                <c:pt idx="6386">
                  <c:v>6.5</c:v>
                </c:pt>
                <c:pt idx="6387">
                  <c:v>6.2</c:v>
                </c:pt>
                <c:pt idx="6388">
                  <c:v>7.231</c:v>
                </c:pt>
                <c:pt idx="6389">
                  <c:v>6.767</c:v>
                </c:pt>
                <c:pt idx="6390">
                  <c:v>4.6</c:v>
                </c:pt>
                <c:pt idx="6391">
                  <c:v>6.3</c:v>
                </c:pt>
                <c:pt idx="6392">
                  <c:v>6.2</c:v>
                </c:pt>
                <c:pt idx="6393">
                  <c:v>7</c:v>
                </c:pt>
                <c:pt idx="6394">
                  <c:v>5.6</c:v>
                </c:pt>
                <c:pt idx="6395">
                  <c:v>5.8</c:v>
                </c:pt>
                <c:pt idx="6396">
                  <c:v>5.8</c:v>
                </c:pt>
                <c:pt idx="6397">
                  <c:v>6.2</c:v>
                </c:pt>
                <c:pt idx="6398">
                  <c:v>5.7</c:v>
                </c:pt>
                <c:pt idx="6399">
                  <c:v>5.408</c:v>
                </c:pt>
                <c:pt idx="6400">
                  <c:v>7.3</c:v>
                </c:pt>
                <c:pt idx="6401">
                  <c:v>5.4</c:v>
                </c:pt>
                <c:pt idx="6402">
                  <c:v>4.9</c:v>
                </c:pt>
                <c:pt idx="6403">
                  <c:v>5.1</c:v>
                </c:pt>
                <c:pt idx="6404">
                  <c:v>4.6</c:v>
                </c:pt>
                <c:pt idx="6405">
                  <c:v>6.72</c:v>
                </c:pt>
                <c:pt idx="6406">
                  <c:v>7.3</c:v>
                </c:pt>
                <c:pt idx="6407">
                  <c:v>7.22</c:v>
                </c:pt>
                <c:pt idx="6408">
                  <c:v>5.6</c:v>
                </c:pt>
                <c:pt idx="6409">
                  <c:v>6.7</c:v>
                </c:pt>
                <c:pt idx="6410">
                  <c:v>5.9</c:v>
                </c:pt>
                <c:pt idx="6411">
                  <c:v>5</c:v>
                </c:pt>
                <c:pt idx="6412">
                  <c:v>6.8</c:v>
                </c:pt>
                <c:pt idx="6413">
                  <c:v>6.276</c:v>
                </c:pt>
                <c:pt idx="6414">
                  <c:v>6.6</c:v>
                </c:pt>
                <c:pt idx="6415">
                  <c:v>7.1</c:v>
                </c:pt>
                <c:pt idx="6416">
                  <c:v>6.5</c:v>
                </c:pt>
                <c:pt idx="6417">
                  <c:v>8.1</c:v>
                </c:pt>
                <c:pt idx="6418">
                  <c:v>5.1</c:v>
                </c:pt>
                <c:pt idx="6419">
                  <c:v>5.1</c:v>
                </c:pt>
                <c:pt idx="6420">
                  <c:v>5.4</c:v>
                </c:pt>
                <c:pt idx="6421">
                  <c:v>6.473</c:v>
                </c:pt>
                <c:pt idx="6422">
                  <c:v>5.9</c:v>
                </c:pt>
                <c:pt idx="6423">
                  <c:v>7.812</c:v>
                </c:pt>
                <c:pt idx="6424">
                  <c:v>7</c:v>
                </c:pt>
                <c:pt idx="6425">
                  <c:v>5.7</c:v>
                </c:pt>
                <c:pt idx="6426">
                  <c:v>5.3</c:v>
                </c:pt>
                <c:pt idx="6427">
                  <c:v>5.258</c:v>
                </c:pt>
                <c:pt idx="6428">
                  <c:v>6.4</c:v>
                </c:pt>
                <c:pt idx="6429">
                  <c:v>7.707</c:v>
                </c:pt>
                <c:pt idx="6430">
                  <c:v>6.5</c:v>
                </c:pt>
                <c:pt idx="6431">
                  <c:v>6.2</c:v>
                </c:pt>
                <c:pt idx="6432">
                  <c:v>7.5</c:v>
                </c:pt>
                <c:pt idx="6433">
                  <c:v>6.693</c:v>
                </c:pt>
                <c:pt idx="6434">
                  <c:v>4.7</c:v>
                </c:pt>
                <c:pt idx="6435">
                  <c:v>6.1</c:v>
                </c:pt>
                <c:pt idx="6436">
                  <c:v>6.285</c:v>
                </c:pt>
                <c:pt idx="6437">
                  <c:v>6.9</c:v>
                </c:pt>
                <c:pt idx="6438">
                  <c:v>5.954</c:v>
                </c:pt>
                <c:pt idx="6439">
                  <c:v>6.1</c:v>
                </c:pt>
                <c:pt idx="6440">
                  <c:v>6.972</c:v>
                </c:pt>
                <c:pt idx="6441">
                  <c:v>4.514</c:v>
                </c:pt>
                <c:pt idx="6442">
                  <c:v>6.3</c:v>
                </c:pt>
                <c:pt idx="6443">
                  <c:v>6.2</c:v>
                </c:pt>
                <c:pt idx="6444">
                  <c:v>6.809</c:v>
                </c:pt>
                <c:pt idx="6445">
                  <c:v>5.1</c:v>
                </c:pt>
                <c:pt idx="6446">
                  <c:v>5.8</c:v>
                </c:pt>
                <c:pt idx="6447">
                  <c:v>5.3</c:v>
                </c:pt>
                <c:pt idx="6448">
                  <c:v>7.727</c:v>
                </c:pt>
                <c:pt idx="6449">
                  <c:v>5.9</c:v>
                </c:pt>
                <c:pt idx="6450">
                  <c:v>6</c:v>
                </c:pt>
                <c:pt idx="6451">
                  <c:v>7</c:v>
                </c:pt>
                <c:pt idx="6452">
                  <c:v>6.6</c:v>
                </c:pt>
                <c:pt idx="6453">
                  <c:v>6.1</c:v>
                </c:pt>
                <c:pt idx="6454">
                  <c:v>6.7</c:v>
                </c:pt>
                <c:pt idx="6455">
                  <c:v>5.395</c:v>
                </c:pt>
                <c:pt idx="6456">
                  <c:v>6.4</c:v>
                </c:pt>
                <c:pt idx="6457">
                  <c:v>6.2</c:v>
                </c:pt>
                <c:pt idx="6458">
                  <c:v>6.8</c:v>
                </c:pt>
                <c:pt idx="6459">
                  <c:v>6.7</c:v>
                </c:pt>
                <c:pt idx="6460">
                  <c:v>4.9</c:v>
                </c:pt>
                <c:pt idx="6461">
                  <c:v>6.3</c:v>
                </c:pt>
                <c:pt idx="6462">
                  <c:v>7.8</c:v>
                </c:pt>
                <c:pt idx="6463">
                  <c:v>6.3</c:v>
                </c:pt>
                <c:pt idx="6464">
                  <c:v>6.2</c:v>
                </c:pt>
                <c:pt idx="6465">
                  <c:v>5.8</c:v>
                </c:pt>
                <c:pt idx="6466">
                  <c:v>7.439</c:v>
                </c:pt>
                <c:pt idx="6467">
                  <c:v>5</c:v>
                </c:pt>
                <c:pt idx="6468">
                  <c:v>5.6</c:v>
                </c:pt>
                <c:pt idx="6469">
                  <c:v>6.1</c:v>
                </c:pt>
                <c:pt idx="6470">
                  <c:v>5.7</c:v>
                </c:pt>
                <c:pt idx="6471">
                  <c:v>7.216</c:v>
                </c:pt>
                <c:pt idx="6472">
                  <c:v>5.426</c:v>
                </c:pt>
                <c:pt idx="6473">
                  <c:v>5.7</c:v>
                </c:pt>
                <c:pt idx="6474">
                  <c:v>6.3</c:v>
                </c:pt>
                <c:pt idx="6475">
                  <c:v>7.3</c:v>
                </c:pt>
                <c:pt idx="6476">
                  <c:v>6.9</c:v>
                </c:pt>
                <c:pt idx="6477">
                  <c:v>6.4</c:v>
                </c:pt>
                <c:pt idx="6478">
                  <c:v>4.8</c:v>
                </c:pt>
                <c:pt idx="6479">
                  <c:v>7.1</c:v>
                </c:pt>
                <c:pt idx="6480">
                  <c:v>5.5</c:v>
                </c:pt>
                <c:pt idx="6481">
                  <c:v>5.621</c:v>
                </c:pt>
                <c:pt idx="6482">
                  <c:v>4.8</c:v>
                </c:pt>
                <c:pt idx="6483">
                  <c:v>7.3</c:v>
                </c:pt>
                <c:pt idx="6484">
                  <c:v>6.5</c:v>
                </c:pt>
                <c:pt idx="6485">
                  <c:v>6.815</c:v>
                </c:pt>
                <c:pt idx="6486">
                  <c:v>5.528</c:v>
                </c:pt>
                <c:pt idx="6487">
                  <c:v>6.3</c:v>
                </c:pt>
                <c:pt idx="6488">
                  <c:v>6.7</c:v>
                </c:pt>
                <c:pt idx="6489">
                  <c:v>7.1</c:v>
                </c:pt>
                <c:pt idx="6490">
                  <c:v>6.6</c:v>
                </c:pt>
                <c:pt idx="6491">
                  <c:v>6</c:v>
                </c:pt>
                <c:pt idx="6492">
                  <c:v>7.6</c:v>
                </c:pt>
                <c:pt idx="6493">
                  <c:v>7.046</c:v>
                </c:pt>
                <c:pt idx="6494">
                  <c:v>5.7</c:v>
                </c:pt>
                <c:pt idx="6495">
                  <c:v>7.3</c:v>
                </c:pt>
                <c:pt idx="6496">
                  <c:v>6</c:v>
                </c:pt>
                <c:pt idx="6497">
                  <c:v>4.9</c:v>
                </c:pt>
                <c:pt idx="6498">
                  <c:v>7.5</c:v>
                </c:pt>
                <c:pt idx="6499">
                  <c:v>7.571</c:v>
                </c:pt>
                <c:pt idx="6500">
                  <c:v>7.5</c:v>
                </c:pt>
                <c:pt idx="6501">
                  <c:v>7.059</c:v>
                </c:pt>
                <c:pt idx="6502">
                  <c:v>4.701</c:v>
                </c:pt>
                <c:pt idx="6503">
                  <c:v>5.9</c:v>
                </c:pt>
                <c:pt idx="6504">
                  <c:v>6.4</c:v>
                </c:pt>
                <c:pt idx="6505">
                  <c:v>6.052</c:v>
                </c:pt>
                <c:pt idx="6506">
                  <c:v>7.059</c:v>
                </c:pt>
                <c:pt idx="6507">
                  <c:v>6.3</c:v>
                </c:pt>
                <c:pt idx="6508">
                  <c:v>6.3</c:v>
                </c:pt>
                <c:pt idx="6509">
                  <c:v>6.834</c:v>
                </c:pt>
                <c:pt idx="6510">
                  <c:v>6.4</c:v>
                </c:pt>
                <c:pt idx="6511">
                  <c:v>5.4</c:v>
                </c:pt>
                <c:pt idx="6512">
                  <c:v>6.3</c:v>
                </c:pt>
                <c:pt idx="6513">
                  <c:v>5.1</c:v>
                </c:pt>
                <c:pt idx="6514">
                  <c:v>7</c:v>
                </c:pt>
                <c:pt idx="6515">
                  <c:v>6.379</c:v>
                </c:pt>
                <c:pt idx="6516">
                  <c:v>6.8</c:v>
                </c:pt>
                <c:pt idx="6517">
                  <c:v>6.3</c:v>
                </c:pt>
                <c:pt idx="6518">
                  <c:v>5.6</c:v>
                </c:pt>
                <c:pt idx="6519">
                  <c:v>7.3</c:v>
                </c:pt>
                <c:pt idx="6520">
                  <c:v>5.8</c:v>
                </c:pt>
                <c:pt idx="6521">
                  <c:v>7.2</c:v>
                </c:pt>
                <c:pt idx="6522">
                  <c:v>6.5</c:v>
                </c:pt>
                <c:pt idx="6523">
                  <c:v>6.2</c:v>
                </c:pt>
                <c:pt idx="6524">
                  <c:v>6.685</c:v>
                </c:pt>
                <c:pt idx="6525">
                  <c:v>5.5</c:v>
                </c:pt>
                <c:pt idx="6526">
                  <c:v>6.1</c:v>
                </c:pt>
                <c:pt idx="6527">
                  <c:v>4.4</c:v>
                </c:pt>
                <c:pt idx="6528">
                  <c:v>5.679</c:v>
                </c:pt>
                <c:pt idx="6529">
                  <c:v>5.1</c:v>
                </c:pt>
                <c:pt idx="6530">
                  <c:v>6.8</c:v>
                </c:pt>
                <c:pt idx="6531">
                  <c:v>6.6</c:v>
                </c:pt>
                <c:pt idx="6532">
                  <c:v>6.1</c:v>
                </c:pt>
                <c:pt idx="6533">
                  <c:v>6.86</c:v>
                </c:pt>
                <c:pt idx="6534">
                  <c:v>6.4</c:v>
                </c:pt>
                <c:pt idx="6535">
                  <c:v>3.558</c:v>
                </c:pt>
                <c:pt idx="6536">
                  <c:v>6.157</c:v>
                </c:pt>
                <c:pt idx="6537">
                  <c:v>5.7</c:v>
                </c:pt>
                <c:pt idx="6538">
                  <c:v>6.1</c:v>
                </c:pt>
                <c:pt idx="6539">
                  <c:v>6.803</c:v>
                </c:pt>
                <c:pt idx="6540">
                  <c:v>7.159</c:v>
                </c:pt>
                <c:pt idx="6541">
                  <c:v>5.4</c:v>
                </c:pt>
                <c:pt idx="6542">
                  <c:v>6.7</c:v>
                </c:pt>
                <c:pt idx="6543">
                  <c:v>6.5</c:v>
                </c:pt>
                <c:pt idx="6544">
                  <c:v>6.3</c:v>
                </c:pt>
                <c:pt idx="6545">
                  <c:v>5.7</c:v>
                </c:pt>
                <c:pt idx="6546">
                  <c:v>7.522</c:v>
                </c:pt>
                <c:pt idx="6547">
                  <c:v>6.227</c:v>
                </c:pt>
                <c:pt idx="6548">
                  <c:v>5.9</c:v>
                </c:pt>
                <c:pt idx="6549">
                  <c:v>7.2</c:v>
                </c:pt>
                <c:pt idx="6550">
                  <c:v>6.7</c:v>
                </c:pt>
                <c:pt idx="6551">
                  <c:v>6.2</c:v>
                </c:pt>
                <c:pt idx="6552">
                  <c:v>7.5</c:v>
                </c:pt>
                <c:pt idx="6553">
                  <c:v>5.3</c:v>
                </c:pt>
                <c:pt idx="6554">
                  <c:v>6.4</c:v>
                </c:pt>
                <c:pt idx="6555">
                  <c:v>4.6</c:v>
                </c:pt>
                <c:pt idx="6556">
                  <c:v>7.6</c:v>
                </c:pt>
                <c:pt idx="6557">
                  <c:v>7</c:v>
                </c:pt>
                <c:pt idx="6558">
                  <c:v>7.316</c:v>
                </c:pt>
                <c:pt idx="6559">
                  <c:v>7.3</c:v>
                </c:pt>
                <c:pt idx="6560">
                  <c:v>5.9</c:v>
                </c:pt>
                <c:pt idx="6561">
                  <c:v>7.3</c:v>
                </c:pt>
                <c:pt idx="6562">
                  <c:v>7.7</c:v>
                </c:pt>
                <c:pt idx="6563">
                  <c:v>7.67</c:v>
                </c:pt>
                <c:pt idx="6564">
                  <c:v>7.332</c:v>
                </c:pt>
                <c:pt idx="6565">
                  <c:v>7.1</c:v>
                </c:pt>
                <c:pt idx="6566">
                  <c:v>5.4</c:v>
                </c:pt>
                <c:pt idx="6567">
                  <c:v>5.6</c:v>
                </c:pt>
                <c:pt idx="6568">
                  <c:v>6.5</c:v>
                </c:pt>
                <c:pt idx="6569">
                  <c:v>5.3</c:v>
                </c:pt>
                <c:pt idx="6570">
                  <c:v>5.2</c:v>
                </c:pt>
                <c:pt idx="6571">
                  <c:v>5.9</c:v>
                </c:pt>
                <c:pt idx="6572">
                  <c:v>6.8</c:v>
                </c:pt>
                <c:pt idx="6573">
                  <c:v>7.468</c:v>
                </c:pt>
                <c:pt idx="6574">
                  <c:v>6.5</c:v>
                </c:pt>
                <c:pt idx="6575">
                  <c:v>6</c:v>
                </c:pt>
                <c:pt idx="6576">
                  <c:v>6.6</c:v>
                </c:pt>
                <c:pt idx="6577">
                  <c:v>4.185</c:v>
                </c:pt>
                <c:pt idx="6578">
                  <c:v>5.5</c:v>
                </c:pt>
                <c:pt idx="6579">
                  <c:v>6.5</c:v>
                </c:pt>
                <c:pt idx="6580">
                  <c:v>5.5</c:v>
                </c:pt>
                <c:pt idx="6581">
                  <c:v>5.3</c:v>
                </c:pt>
                <c:pt idx="6582">
                  <c:v>6.1</c:v>
                </c:pt>
                <c:pt idx="6583">
                  <c:v>6.182</c:v>
                </c:pt>
                <c:pt idx="6584">
                  <c:v>6.6</c:v>
                </c:pt>
                <c:pt idx="6585">
                  <c:v>3.813</c:v>
                </c:pt>
                <c:pt idx="6586">
                  <c:v>5.9</c:v>
                </c:pt>
                <c:pt idx="6587">
                  <c:v>5.4</c:v>
                </c:pt>
                <c:pt idx="6588">
                  <c:v>7.1</c:v>
                </c:pt>
                <c:pt idx="6589">
                  <c:v>5.9</c:v>
                </c:pt>
                <c:pt idx="6590">
                  <c:v>6.6</c:v>
                </c:pt>
                <c:pt idx="6591">
                  <c:v>5</c:v>
                </c:pt>
                <c:pt idx="6592">
                  <c:v>7</c:v>
                </c:pt>
                <c:pt idx="6593">
                  <c:v>6.7</c:v>
                </c:pt>
                <c:pt idx="6594">
                  <c:v>6.9</c:v>
                </c:pt>
                <c:pt idx="6595">
                  <c:v>6.1</c:v>
                </c:pt>
                <c:pt idx="6596">
                  <c:v>4.8</c:v>
                </c:pt>
                <c:pt idx="6597">
                  <c:v>5.9</c:v>
                </c:pt>
                <c:pt idx="6598">
                  <c:v>6.7</c:v>
                </c:pt>
                <c:pt idx="6599">
                  <c:v>6.6</c:v>
                </c:pt>
                <c:pt idx="6600">
                  <c:v>6.702</c:v>
                </c:pt>
                <c:pt idx="6601">
                  <c:v>7.8</c:v>
                </c:pt>
                <c:pt idx="6602">
                  <c:v>6.6</c:v>
                </c:pt>
                <c:pt idx="6603">
                  <c:v>7.4</c:v>
                </c:pt>
                <c:pt idx="6604">
                  <c:v>6.911</c:v>
                </c:pt>
                <c:pt idx="6605">
                  <c:v>6.2</c:v>
                </c:pt>
                <c:pt idx="6606">
                  <c:v>6.448</c:v>
                </c:pt>
                <c:pt idx="6607">
                  <c:v>5.2</c:v>
                </c:pt>
                <c:pt idx="6608">
                  <c:v>5.7</c:v>
                </c:pt>
                <c:pt idx="6609">
                  <c:v>4.9</c:v>
                </c:pt>
                <c:pt idx="6610">
                  <c:v>6.4</c:v>
                </c:pt>
                <c:pt idx="6611">
                  <c:v>5.994</c:v>
                </c:pt>
                <c:pt idx="6612">
                  <c:v>6.6</c:v>
                </c:pt>
                <c:pt idx="6613">
                  <c:v>6.446</c:v>
                </c:pt>
                <c:pt idx="6614">
                  <c:v>5.449</c:v>
                </c:pt>
                <c:pt idx="6615">
                  <c:v>6.2</c:v>
                </c:pt>
                <c:pt idx="6616">
                  <c:v>6.7</c:v>
                </c:pt>
                <c:pt idx="6617">
                  <c:v>5.6</c:v>
                </c:pt>
                <c:pt idx="6618">
                  <c:v>5.3</c:v>
                </c:pt>
                <c:pt idx="6619">
                  <c:v>8</c:v>
                </c:pt>
                <c:pt idx="6620">
                  <c:v>4.9</c:v>
                </c:pt>
                <c:pt idx="6621">
                  <c:v>6</c:v>
                </c:pt>
                <c:pt idx="6622">
                  <c:v>7.1</c:v>
                </c:pt>
                <c:pt idx="6623">
                  <c:v>8</c:v>
                </c:pt>
                <c:pt idx="6624">
                  <c:v>7.45</c:v>
                </c:pt>
                <c:pt idx="6625">
                  <c:v>6.4</c:v>
                </c:pt>
                <c:pt idx="6626">
                  <c:v>5.5</c:v>
                </c:pt>
                <c:pt idx="6627">
                  <c:v>5.6</c:v>
                </c:pt>
                <c:pt idx="6628">
                  <c:v>5.645</c:v>
                </c:pt>
                <c:pt idx="6629">
                  <c:v>6.5</c:v>
                </c:pt>
                <c:pt idx="6630">
                  <c:v>6.589</c:v>
                </c:pt>
                <c:pt idx="6631">
                  <c:v>7.6</c:v>
                </c:pt>
                <c:pt idx="6632">
                  <c:v>4.4</c:v>
                </c:pt>
                <c:pt idx="6633">
                  <c:v>6.125</c:v>
                </c:pt>
                <c:pt idx="6634">
                  <c:v>6.7</c:v>
                </c:pt>
                <c:pt idx="6635">
                  <c:v>6</c:v>
                </c:pt>
                <c:pt idx="6636">
                  <c:v>5.5</c:v>
                </c:pt>
                <c:pt idx="6637">
                  <c:v>6.638</c:v>
                </c:pt>
                <c:pt idx="6638">
                  <c:v>6.9</c:v>
                </c:pt>
                <c:pt idx="6639">
                  <c:v>5.6</c:v>
                </c:pt>
                <c:pt idx="6640">
                  <c:v>6.1</c:v>
                </c:pt>
                <c:pt idx="6641">
                  <c:v>7.1</c:v>
                </c:pt>
                <c:pt idx="6642">
                  <c:v>5.5</c:v>
                </c:pt>
                <c:pt idx="6643">
                  <c:v>6.4</c:v>
                </c:pt>
                <c:pt idx="6644">
                  <c:v>6.1</c:v>
                </c:pt>
                <c:pt idx="6645">
                  <c:v>4.7</c:v>
                </c:pt>
                <c:pt idx="6646">
                  <c:v>6.6</c:v>
                </c:pt>
                <c:pt idx="6647">
                  <c:v>5.8</c:v>
                </c:pt>
                <c:pt idx="6648">
                  <c:v>7.2</c:v>
                </c:pt>
                <c:pt idx="6649">
                  <c:v>6.352</c:v>
                </c:pt>
                <c:pt idx="6650">
                  <c:v>5.629</c:v>
                </c:pt>
                <c:pt idx="6651">
                  <c:v>7.3</c:v>
                </c:pt>
                <c:pt idx="6652">
                  <c:v>7</c:v>
                </c:pt>
                <c:pt idx="6653">
                  <c:v>7.4</c:v>
                </c:pt>
                <c:pt idx="6654">
                  <c:v>5.678</c:v>
                </c:pt>
                <c:pt idx="6655">
                  <c:v>5.294</c:v>
                </c:pt>
                <c:pt idx="6656">
                  <c:v>5.248</c:v>
                </c:pt>
                <c:pt idx="6657">
                  <c:v>7.2</c:v>
                </c:pt>
                <c:pt idx="6658">
                  <c:v>5.8</c:v>
                </c:pt>
                <c:pt idx="6659">
                  <c:v>7.1</c:v>
                </c:pt>
                <c:pt idx="6660">
                  <c:v>6</c:v>
                </c:pt>
                <c:pt idx="6661">
                  <c:v>5.8</c:v>
                </c:pt>
                <c:pt idx="6662">
                  <c:v>5.8</c:v>
                </c:pt>
                <c:pt idx="6663">
                  <c:v>5.8</c:v>
                </c:pt>
                <c:pt idx="6664">
                  <c:v>5.1</c:v>
                </c:pt>
                <c:pt idx="6665">
                  <c:v>6.6</c:v>
                </c:pt>
                <c:pt idx="6666">
                  <c:v>7.115</c:v>
                </c:pt>
                <c:pt idx="6667">
                  <c:v>7.1</c:v>
                </c:pt>
                <c:pt idx="6668">
                  <c:v>6.7</c:v>
                </c:pt>
                <c:pt idx="6669">
                  <c:v>7.3</c:v>
                </c:pt>
                <c:pt idx="6670">
                  <c:v>6.1</c:v>
                </c:pt>
                <c:pt idx="6671">
                  <c:v>6.6</c:v>
                </c:pt>
                <c:pt idx="6672">
                  <c:v>6.5</c:v>
                </c:pt>
                <c:pt idx="6673">
                  <c:v>5.281</c:v>
                </c:pt>
                <c:pt idx="6674">
                  <c:v>7.2</c:v>
                </c:pt>
                <c:pt idx="6675">
                  <c:v>5.2</c:v>
                </c:pt>
                <c:pt idx="6676">
                  <c:v>6.1</c:v>
                </c:pt>
                <c:pt idx="6677">
                  <c:v>6.9</c:v>
                </c:pt>
                <c:pt idx="6678">
                  <c:v>5.4</c:v>
                </c:pt>
                <c:pt idx="6679">
                  <c:v>5.4</c:v>
                </c:pt>
                <c:pt idx="6680">
                  <c:v>7.8</c:v>
                </c:pt>
                <c:pt idx="6681">
                  <c:v>4.2</c:v>
                </c:pt>
                <c:pt idx="6682">
                  <c:v>5.428</c:v>
                </c:pt>
                <c:pt idx="6683">
                  <c:v>6.5</c:v>
                </c:pt>
                <c:pt idx="6684">
                  <c:v>7.4</c:v>
                </c:pt>
                <c:pt idx="6685">
                  <c:v>5.6</c:v>
                </c:pt>
                <c:pt idx="6686">
                  <c:v>7.9</c:v>
                </c:pt>
                <c:pt idx="6687">
                  <c:v>5.248</c:v>
                </c:pt>
                <c:pt idx="6688">
                  <c:v>5.65</c:v>
                </c:pt>
                <c:pt idx="6689">
                  <c:v>6</c:v>
                </c:pt>
                <c:pt idx="6690">
                  <c:v>5.4</c:v>
                </c:pt>
                <c:pt idx="6691">
                  <c:v>4.5</c:v>
                </c:pt>
                <c:pt idx="6692">
                  <c:v>4.911</c:v>
                </c:pt>
                <c:pt idx="6693">
                  <c:v>5.3</c:v>
                </c:pt>
                <c:pt idx="6694">
                  <c:v>7.2</c:v>
                </c:pt>
                <c:pt idx="6695">
                  <c:v>7</c:v>
                </c:pt>
                <c:pt idx="6696">
                  <c:v>5.1</c:v>
                </c:pt>
                <c:pt idx="6697">
                  <c:v>8.047</c:v>
                </c:pt>
                <c:pt idx="6698">
                  <c:v>5.4</c:v>
                </c:pt>
                <c:pt idx="6699">
                  <c:v>7.1</c:v>
                </c:pt>
                <c:pt idx="6700">
                  <c:v>6.8</c:v>
                </c:pt>
                <c:pt idx="6701">
                  <c:v>7.396</c:v>
                </c:pt>
                <c:pt idx="6702">
                  <c:v>6.6</c:v>
                </c:pt>
                <c:pt idx="6703">
                  <c:v>6.5</c:v>
                </c:pt>
                <c:pt idx="6704">
                  <c:v>6.9</c:v>
                </c:pt>
                <c:pt idx="6705">
                  <c:v>6.8</c:v>
                </c:pt>
                <c:pt idx="6706">
                  <c:v>7.1</c:v>
                </c:pt>
                <c:pt idx="6707">
                  <c:v>7.3</c:v>
                </c:pt>
                <c:pt idx="6708">
                  <c:v>5.7</c:v>
                </c:pt>
                <c:pt idx="6709">
                  <c:v>7</c:v>
                </c:pt>
                <c:pt idx="6710">
                  <c:v>6.7</c:v>
                </c:pt>
                <c:pt idx="6711">
                  <c:v>6.3</c:v>
                </c:pt>
                <c:pt idx="6712">
                  <c:v>5.8</c:v>
                </c:pt>
                <c:pt idx="6713">
                  <c:v>5.23</c:v>
                </c:pt>
                <c:pt idx="6714">
                  <c:v>6.9</c:v>
                </c:pt>
                <c:pt idx="6715">
                  <c:v>5.849</c:v>
                </c:pt>
                <c:pt idx="6716">
                  <c:v>5.8</c:v>
                </c:pt>
                <c:pt idx="6717">
                  <c:v>7.2</c:v>
                </c:pt>
                <c:pt idx="6718">
                  <c:v>6.1</c:v>
                </c:pt>
                <c:pt idx="6719">
                  <c:v>3.868</c:v>
                </c:pt>
                <c:pt idx="6720">
                  <c:v>6.5</c:v>
                </c:pt>
                <c:pt idx="6721">
                  <c:v>6.876</c:v>
                </c:pt>
                <c:pt idx="6722">
                  <c:v>6.4</c:v>
                </c:pt>
                <c:pt idx="6723">
                  <c:v>6.427</c:v>
                </c:pt>
                <c:pt idx="6724">
                  <c:v>5.043</c:v>
                </c:pt>
                <c:pt idx="6725">
                  <c:v>5</c:v>
                </c:pt>
                <c:pt idx="6726">
                  <c:v>7.5</c:v>
                </c:pt>
                <c:pt idx="6727">
                  <c:v>7.072</c:v>
                </c:pt>
                <c:pt idx="6728">
                  <c:v>7</c:v>
                </c:pt>
                <c:pt idx="6729">
                  <c:v>5.602</c:v>
                </c:pt>
                <c:pt idx="6730">
                  <c:v>6.5</c:v>
                </c:pt>
                <c:pt idx="6731">
                  <c:v>6</c:v>
                </c:pt>
                <c:pt idx="6732">
                  <c:v>7.5</c:v>
                </c:pt>
                <c:pt idx="6733">
                  <c:v>5.287</c:v>
                </c:pt>
                <c:pt idx="6734">
                  <c:v>6.1</c:v>
                </c:pt>
                <c:pt idx="6735">
                  <c:v>5.1</c:v>
                </c:pt>
                <c:pt idx="6736">
                  <c:v>5.6</c:v>
                </c:pt>
                <c:pt idx="6737">
                  <c:v>7.361</c:v>
                </c:pt>
                <c:pt idx="6738">
                  <c:v>6</c:v>
                </c:pt>
                <c:pt idx="6739">
                  <c:v>6.3</c:v>
                </c:pt>
                <c:pt idx="6740">
                  <c:v>7</c:v>
                </c:pt>
                <c:pt idx="6741">
                  <c:v>6.4</c:v>
                </c:pt>
                <c:pt idx="6742">
                  <c:v>6.6</c:v>
                </c:pt>
                <c:pt idx="6743">
                  <c:v>6.1</c:v>
                </c:pt>
                <c:pt idx="6744">
                  <c:v>6.356</c:v>
                </c:pt>
                <c:pt idx="6745">
                  <c:v>6.1</c:v>
                </c:pt>
                <c:pt idx="6746">
                  <c:v>5.9</c:v>
                </c:pt>
                <c:pt idx="6747">
                  <c:v>6.9</c:v>
                </c:pt>
                <c:pt idx="6748">
                  <c:v>6.7</c:v>
                </c:pt>
                <c:pt idx="6749">
                  <c:v>5.6</c:v>
                </c:pt>
                <c:pt idx="6750">
                  <c:v>5.9</c:v>
                </c:pt>
                <c:pt idx="6751">
                  <c:v>5.813</c:v>
                </c:pt>
                <c:pt idx="6752">
                  <c:v>6.1</c:v>
                </c:pt>
                <c:pt idx="6753">
                  <c:v>6.1</c:v>
                </c:pt>
                <c:pt idx="6754">
                  <c:v>5.4</c:v>
                </c:pt>
                <c:pt idx="6755">
                  <c:v>6.2</c:v>
                </c:pt>
                <c:pt idx="6756">
                  <c:v>7.1</c:v>
                </c:pt>
                <c:pt idx="6757">
                  <c:v>5.9</c:v>
                </c:pt>
                <c:pt idx="6758">
                  <c:v>7.4</c:v>
                </c:pt>
                <c:pt idx="6759">
                  <c:v>5.3</c:v>
                </c:pt>
                <c:pt idx="6760">
                  <c:v>6.8</c:v>
                </c:pt>
                <c:pt idx="6761">
                  <c:v>4.4</c:v>
                </c:pt>
                <c:pt idx="6762">
                  <c:v>5.696</c:v>
                </c:pt>
                <c:pt idx="6763">
                  <c:v>5.594</c:v>
                </c:pt>
                <c:pt idx="6764">
                  <c:v>5.6</c:v>
                </c:pt>
                <c:pt idx="6765">
                  <c:v>6.625</c:v>
                </c:pt>
                <c:pt idx="6766">
                  <c:v>6.8</c:v>
                </c:pt>
                <c:pt idx="6767">
                  <c:v>6.7</c:v>
                </c:pt>
                <c:pt idx="6768">
                  <c:v>7.209</c:v>
                </c:pt>
                <c:pt idx="6769">
                  <c:v>7.7</c:v>
                </c:pt>
                <c:pt idx="6770">
                  <c:v>8.2</c:v>
                </c:pt>
                <c:pt idx="6771">
                  <c:v>6.6</c:v>
                </c:pt>
                <c:pt idx="6772">
                  <c:v>6.829</c:v>
                </c:pt>
                <c:pt idx="6773">
                  <c:v>8.397</c:v>
                </c:pt>
                <c:pt idx="6774">
                  <c:v>6.7</c:v>
                </c:pt>
                <c:pt idx="6775">
                  <c:v>6.54</c:v>
                </c:pt>
                <c:pt idx="6776">
                  <c:v>7.591</c:v>
                </c:pt>
                <c:pt idx="6777">
                  <c:v>7.375</c:v>
                </c:pt>
                <c:pt idx="6778">
                  <c:v>6.833</c:v>
                </c:pt>
                <c:pt idx="6779">
                  <c:v>7.292</c:v>
                </c:pt>
                <c:pt idx="6780">
                  <c:v>7.399</c:v>
                </c:pt>
                <c:pt idx="6781">
                  <c:v>7.429</c:v>
                </c:pt>
                <c:pt idx="6782">
                  <c:v>6.251</c:v>
                </c:pt>
                <c:pt idx="6783">
                  <c:v>6.9</c:v>
                </c:pt>
                <c:pt idx="6784">
                  <c:v>6.9</c:v>
                </c:pt>
                <c:pt idx="6785">
                  <c:v>8.236</c:v>
                </c:pt>
                <c:pt idx="6786">
                  <c:v>5.892</c:v>
                </c:pt>
                <c:pt idx="6787">
                  <c:v>7.489</c:v>
                </c:pt>
                <c:pt idx="6788">
                  <c:v>7</c:v>
                </c:pt>
                <c:pt idx="6789">
                  <c:v>7.5</c:v>
                </c:pt>
                <c:pt idx="6790">
                  <c:v>6.354</c:v>
                </c:pt>
                <c:pt idx="6791">
                  <c:v>7.094</c:v>
                </c:pt>
                <c:pt idx="6792">
                  <c:v>6.768</c:v>
                </c:pt>
                <c:pt idx="6793">
                  <c:v>7.6</c:v>
                </c:pt>
                <c:pt idx="6794">
                  <c:v>7.5</c:v>
                </c:pt>
                <c:pt idx="6795">
                  <c:v>6</c:v>
                </c:pt>
                <c:pt idx="6796">
                  <c:v>7.171</c:v>
                </c:pt>
                <c:pt idx="6797">
                  <c:v>6.4</c:v>
                </c:pt>
                <c:pt idx="6798">
                  <c:v>6.5</c:v>
                </c:pt>
                <c:pt idx="6799">
                  <c:v>6.9</c:v>
                </c:pt>
                <c:pt idx="6800">
                  <c:v>6.1</c:v>
                </c:pt>
                <c:pt idx="6801">
                  <c:v>8.078</c:v>
                </c:pt>
                <c:pt idx="6802">
                  <c:v>6.6</c:v>
                </c:pt>
                <c:pt idx="6803">
                  <c:v>7.979</c:v>
                </c:pt>
                <c:pt idx="6804">
                  <c:v>6.4</c:v>
                </c:pt>
                <c:pt idx="6805">
                  <c:v>6.262</c:v>
                </c:pt>
                <c:pt idx="6806">
                  <c:v>5.6</c:v>
                </c:pt>
                <c:pt idx="6807">
                  <c:v>6.878</c:v>
                </c:pt>
                <c:pt idx="6808">
                  <c:v>7.859</c:v>
                </c:pt>
                <c:pt idx="6809">
                  <c:v>7.9</c:v>
                </c:pt>
                <c:pt idx="6810">
                  <c:v>7.3</c:v>
                </c:pt>
                <c:pt idx="6811">
                  <c:v>6</c:v>
                </c:pt>
                <c:pt idx="6812">
                  <c:v>5.4</c:v>
                </c:pt>
                <c:pt idx="6813">
                  <c:v>7</c:v>
                </c:pt>
                <c:pt idx="6814">
                  <c:v>7.2</c:v>
                </c:pt>
                <c:pt idx="6815">
                  <c:v>6.2</c:v>
                </c:pt>
                <c:pt idx="6816">
                  <c:v>6.7</c:v>
                </c:pt>
                <c:pt idx="6817">
                  <c:v>6.9</c:v>
                </c:pt>
                <c:pt idx="6818">
                  <c:v>5.4</c:v>
                </c:pt>
                <c:pt idx="6819">
                  <c:v>6.7</c:v>
                </c:pt>
                <c:pt idx="6820">
                  <c:v>7.378</c:v>
                </c:pt>
                <c:pt idx="6821">
                  <c:v>6.3</c:v>
                </c:pt>
                <c:pt idx="6822">
                  <c:v>6.8</c:v>
                </c:pt>
                <c:pt idx="6823">
                  <c:v>7.5</c:v>
                </c:pt>
                <c:pt idx="6824">
                  <c:v>6.2</c:v>
                </c:pt>
                <c:pt idx="6825">
                  <c:v>8.1</c:v>
                </c:pt>
                <c:pt idx="6826">
                  <c:v>6.334</c:v>
                </c:pt>
                <c:pt idx="6827">
                  <c:v>6.216</c:v>
                </c:pt>
                <c:pt idx="6828">
                  <c:v>6.5</c:v>
                </c:pt>
                <c:pt idx="6829">
                  <c:v>7.1</c:v>
                </c:pt>
                <c:pt idx="6830">
                  <c:v>7.6</c:v>
                </c:pt>
                <c:pt idx="6831">
                  <c:v>6.9</c:v>
                </c:pt>
                <c:pt idx="6832">
                  <c:v>5.154</c:v>
                </c:pt>
                <c:pt idx="6833">
                  <c:v>7.3</c:v>
                </c:pt>
                <c:pt idx="6834">
                  <c:v>6.7</c:v>
                </c:pt>
                <c:pt idx="6835">
                  <c:v>8.235</c:v>
                </c:pt>
                <c:pt idx="6836">
                  <c:v>6.6</c:v>
                </c:pt>
                <c:pt idx="6837">
                  <c:v>7.6</c:v>
                </c:pt>
                <c:pt idx="6838">
                  <c:v>6.5</c:v>
                </c:pt>
                <c:pt idx="6839">
                  <c:v>7</c:v>
                </c:pt>
                <c:pt idx="6840">
                  <c:v>6.895</c:v>
                </c:pt>
                <c:pt idx="6841">
                  <c:v>5.3</c:v>
                </c:pt>
                <c:pt idx="6842">
                  <c:v>6.3</c:v>
                </c:pt>
                <c:pt idx="6843">
                  <c:v>6.6</c:v>
                </c:pt>
                <c:pt idx="6844">
                  <c:v>6.3</c:v>
                </c:pt>
                <c:pt idx="6845">
                  <c:v>6.8</c:v>
                </c:pt>
                <c:pt idx="6846">
                  <c:v>7.134</c:v>
                </c:pt>
                <c:pt idx="6847">
                  <c:v>5.635</c:v>
                </c:pt>
                <c:pt idx="6848">
                  <c:v>7.1</c:v>
                </c:pt>
                <c:pt idx="6849">
                  <c:v>6.2</c:v>
                </c:pt>
                <c:pt idx="6850">
                  <c:v>5.7</c:v>
                </c:pt>
                <c:pt idx="6851">
                  <c:v>6.905</c:v>
                </c:pt>
                <c:pt idx="6852">
                  <c:v>5.613</c:v>
                </c:pt>
                <c:pt idx="6853">
                  <c:v>6.1</c:v>
                </c:pt>
                <c:pt idx="6854">
                  <c:v>5.9</c:v>
                </c:pt>
                <c:pt idx="6855">
                  <c:v>7.23</c:v>
                </c:pt>
                <c:pt idx="6856">
                  <c:v>7.095</c:v>
                </c:pt>
                <c:pt idx="6857">
                  <c:v>7</c:v>
                </c:pt>
                <c:pt idx="6858">
                  <c:v>7.8</c:v>
                </c:pt>
                <c:pt idx="6859">
                  <c:v>6.5</c:v>
                </c:pt>
                <c:pt idx="6860">
                  <c:v>6.854</c:v>
                </c:pt>
                <c:pt idx="6861">
                  <c:v>6.399</c:v>
                </c:pt>
                <c:pt idx="6862">
                  <c:v>7.09</c:v>
                </c:pt>
                <c:pt idx="6863">
                  <c:v>6.319</c:v>
                </c:pt>
                <c:pt idx="6864">
                  <c:v>5.9</c:v>
                </c:pt>
                <c:pt idx="6865">
                  <c:v>7.516</c:v>
                </c:pt>
                <c:pt idx="6866">
                  <c:v>7.6</c:v>
                </c:pt>
                <c:pt idx="6867">
                  <c:v>6.1</c:v>
                </c:pt>
                <c:pt idx="6868">
                  <c:v>6.2</c:v>
                </c:pt>
                <c:pt idx="6869">
                  <c:v>6.8</c:v>
                </c:pt>
                <c:pt idx="6870">
                  <c:v>6.9</c:v>
                </c:pt>
                <c:pt idx="6871">
                  <c:v>6.7</c:v>
                </c:pt>
                <c:pt idx="6872">
                  <c:v>7.373</c:v>
                </c:pt>
                <c:pt idx="6873">
                  <c:v>6.522</c:v>
                </c:pt>
                <c:pt idx="6874">
                  <c:v>6.365</c:v>
                </c:pt>
                <c:pt idx="6875">
                  <c:v>5.423</c:v>
                </c:pt>
                <c:pt idx="6876">
                  <c:v>6.6</c:v>
                </c:pt>
                <c:pt idx="6877">
                  <c:v>6.524</c:v>
                </c:pt>
                <c:pt idx="6878">
                  <c:v>6.3</c:v>
                </c:pt>
                <c:pt idx="6879">
                  <c:v>6.3</c:v>
                </c:pt>
                <c:pt idx="6880">
                  <c:v>6.896</c:v>
                </c:pt>
                <c:pt idx="6881">
                  <c:v>6.842</c:v>
                </c:pt>
                <c:pt idx="6882">
                  <c:v>7.8</c:v>
                </c:pt>
                <c:pt idx="6883">
                  <c:v>7.3</c:v>
                </c:pt>
                <c:pt idx="6884">
                  <c:v>5.7</c:v>
                </c:pt>
                <c:pt idx="6885">
                  <c:v>7.1</c:v>
                </c:pt>
                <c:pt idx="6886">
                  <c:v>6.7</c:v>
                </c:pt>
                <c:pt idx="6887">
                  <c:v>7.5</c:v>
                </c:pt>
                <c:pt idx="6888">
                  <c:v>7.997</c:v>
                </c:pt>
                <c:pt idx="6889">
                  <c:v>6.818</c:v>
                </c:pt>
                <c:pt idx="6890">
                  <c:v>7.1</c:v>
                </c:pt>
                <c:pt idx="6891">
                  <c:v>7.698</c:v>
                </c:pt>
                <c:pt idx="6892">
                  <c:v>7.4</c:v>
                </c:pt>
                <c:pt idx="6893">
                  <c:v>6.2</c:v>
                </c:pt>
                <c:pt idx="6894">
                  <c:v>6.7</c:v>
                </c:pt>
                <c:pt idx="6895">
                  <c:v>6.032</c:v>
                </c:pt>
                <c:pt idx="6896">
                  <c:v>5.3</c:v>
                </c:pt>
                <c:pt idx="6897">
                  <c:v>5.8</c:v>
                </c:pt>
                <c:pt idx="6898">
                  <c:v>7.2</c:v>
                </c:pt>
                <c:pt idx="6899">
                  <c:v>7.2</c:v>
                </c:pt>
                <c:pt idx="6900">
                  <c:v>6.7</c:v>
                </c:pt>
                <c:pt idx="6901">
                  <c:v>5.6</c:v>
                </c:pt>
                <c:pt idx="6902">
                  <c:v>7.5</c:v>
                </c:pt>
                <c:pt idx="6903">
                  <c:v>8.1</c:v>
                </c:pt>
                <c:pt idx="6904">
                  <c:v>7.1</c:v>
                </c:pt>
                <c:pt idx="6905">
                  <c:v>6.7</c:v>
                </c:pt>
                <c:pt idx="6906">
                  <c:v>5.7</c:v>
                </c:pt>
                <c:pt idx="6907">
                  <c:v>8.196</c:v>
                </c:pt>
                <c:pt idx="6908">
                  <c:v>6.7</c:v>
                </c:pt>
                <c:pt idx="6909">
                  <c:v>5.8</c:v>
                </c:pt>
                <c:pt idx="6910">
                  <c:v>6.9</c:v>
                </c:pt>
                <c:pt idx="6911">
                  <c:v>6.8</c:v>
                </c:pt>
                <c:pt idx="6912">
                  <c:v>6.691</c:v>
                </c:pt>
                <c:pt idx="6913">
                  <c:v>6.2</c:v>
                </c:pt>
                <c:pt idx="6914">
                  <c:v>6.7</c:v>
                </c:pt>
                <c:pt idx="6915">
                  <c:v>6.5</c:v>
                </c:pt>
                <c:pt idx="6916">
                  <c:v>5.4</c:v>
                </c:pt>
                <c:pt idx="6917">
                  <c:v>6.787</c:v>
                </c:pt>
                <c:pt idx="6918">
                  <c:v>6.5</c:v>
                </c:pt>
                <c:pt idx="6919">
                  <c:v>6.2</c:v>
                </c:pt>
                <c:pt idx="6920">
                  <c:v>5.431</c:v>
                </c:pt>
                <c:pt idx="6921">
                  <c:v>7.5</c:v>
                </c:pt>
                <c:pt idx="6922">
                  <c:v>5.2</c:v>
                </c:pt>
                <c:pt idx="6923">
                  <c:v>5.9</c:v>
                </c:pt>
                <c:pt idx="6924">
                  <c:v>5.8</c:v>
                </c:pt>
                <c:pt idx="6925">
                  <c:v>5.601</c:v>
                </c:pt>
                <c:pt idx="6926">
                  <c:v>5.7</c:v>
                </c:pt>
                <c:pt idx="6927">
                  <c:v>6.8</c:v>
                </c:pt>
                <c:pt idx="6928">
                  <c:v>5.9</c:v>
                </c:pt>
                <c:pt idx="6929">
                  <c:v>5.1</c:v>
                </c:pt>
                <c:pt idx="6930">
                  <c:v>6.3</c:v>
                </c:pt>
                <c:pt idx="6931">
                  <c:v>6.9</c:v>
                </c:pt>
                <c:pt idx="6932">
                  <c:v>5.7</c:v>
                </c:pt>
                <c:pt idx="6933">
                  <c:v>6.6</c:v>
                </c:pt>
                <c:pt idx="6934">
                  <c:v>5</c:v>
                </c:pt>
                <c:pt idx="6935">
                  <c:v>7.493</c:v>
                </c:pt>
                <c:pt idx="6936">
                  <c:v>6.8</c:v>
                </c:pt>
                <c:pt idx="6937">
                  <c:v>6.193</c:v>
                </c:pt>
                <c:pt idx="6938">
                  <c:v>6.6</c:v>
                </c:pt>
                <c:pt idx="6939">
                  <c:v>5.768</c:v>
                </c:pt>
                <c:pt idx="6940">
                  <c:v>5.889</c:v>
                </c:pt>
                <c:pt idx="6941">
                  <c:v>5</c:v>
                </c:pt>
                <c:pt idx="6942">
                  <c:v>6.3</c:v>
                </c:pt>
                <c:pt idx="6943">
                  <c:v>6.4</c:v>
                </c:pt>
                <c:pt idx="6944">
                  <c:v>7.3</c:v>
                </c:pt>
                <c:pt idx="6945">
                  <c:v>6.2</c:v>
                </c:pt>
                <c:pt idx="6946">
                  <c:v>8.157</c:v>
                </c:pt>
                <c:pt idx="6947">
                  <c:v>6.1</c:v>
                </c:pt>
                <c:pt idx="6948">
                  <c:v>5.5</c:v>
                </c:pt>
                <c:pt idx="6949">
                  <c:v>5.4</c:v>
                </c:pt>
                <c:pt idx="6950">
                  <c:v>5.971</c:v>
                </c:pt>
                <c:pt idx="6951">
                  <c:v>6.5</c:v>
                </c:pt>
                <c:pt idx="6952">
                  <c:v>7.1</c:v>
                </c:pt>
                <c:pt idx="6953">
                  <c:v>6.3</c:v>
                </c:pt>
                <c:pt idx="6954">
                  <c:v>7</c:v>
                </c:pt>
                <c:pt idx="6955">
                  <c:v>5.8</c:v>
                </c:pt>
                <c:pt idx="6956">
                  <c:v>6.373</c:v>
                </c:pt>
                <c:pt idx="6957">
                  <c:v>6.9</c:v>
                </c:pt>
                <c:pt idx="6958">
                  <c:v>6.3</c:v>
                </c:pt>
                <c:pt idx="6959">
                  <c:v>6.8</c:v>
                </c:pt>
                <c:pt idx="6960">
                  <c:v>6.3</c:v>
                </c:pt>
                <c:pt idx="6961">
                  <c:v>7.5</c:v>
                </c:pt>
                <c:pt idx="6962">
                  <c:v>7.6</c:v>
                </c:pt>
                <c:pt idx="6963">
                  <c:v>6.1</c:v>
                </c:pt>
                <c:pt idx="6964">
                  <c:v>6.3</c:v>
                </c:pt>
                <c:pt idx="6965">
                  <c:v>5.315</c:v>
                </c:pt>
                <c:pt idx="6966">
                  <c:v>8.1</c:v>
                </c:pt>
                <c:pt idx="6967">
                  <c:v>7.223</c:v>
                </c:pt>
                <c:pt idx="6968">
                  <c:v>6</c:v>
                </c:pt>
                <c:pt idx="6969">
                  <c:v>5.738</c:v>
                </c:pt>
                <c:pt idx="6970">
                  <c:v>7.5</c:v>
                </c:pt>
                <c:pt idx="6971">
                  <c:v>6.5</c:v>
                </c:pt>
                <c:pt idx="6972">
                  <c:v>7.5</c:v>
                </c:pt>
                <c:pt idx="6973">
                  <c:v>5.6</c:v>
                </c:pt>
                <c:pt idx="6974">
                  <c:v>7.4</c:v>
                </c:pt>
                <c:pt idx="6975">
                  <c:v>7.855</c:v>
                </c:pt>
                <c:pt idx="6976">
                  <c:v>6.7</c:v>
                </c:pt>
                <c:pt idx="6977">
                  <c:v>5.4</c:v>
                </c:pt>
                <c:pt idx="6978">
                  <c:v>5.283</c:v>
                </c:pt>
                <c:pt idx="6979">
                  <c:v>7.302</c:v>
                </c:pt>
                <c:pt idx="6980">
                  <c:v>7.6</c:v>
                </c:pt>
                <c:pt idx="6981">
                  <c:v>7</c:v>
                </c:pt>
                <c:pt idx="6982">
                  <c:v>7.3</c:v>
                </c:pt>
                <c:pt idx="6983">
                  <c:v>5.7</c:v>
                </c:pt>
                <c:pt idx="6984">
                  <c:v>7.392</c:v>
                </c:pt>
                <c:pt idx="6985">
                  <c:v>4.807</c:v>
                </c:pt>
                <c:pt idx="6986">
                  <c:v>4.3</c:v>
                </c:pt>
                <c:pt idx="6987">
                  <c:v>7.4</c:v>
                </c:pt>
                <c:pt idx="6988">
                  <c:v>7.5</c:v>
                </c:pt>
                <c:pt idx="6989">
                  <c:v>7.38</c:v>
                </c:pt>
                <c:pt idx="6990">
                  <c:v>6.784</c:v>
                </c:pt>
                <c:pt idx="6991">
                  <c:v>7.2</c:v>
                </c:pt>
                <c:pt idx="6992">
                  <c:v>6.2</c:v>
                </c:pt>
                <c:pt idx="6993">
                  <c:v>6.3</c:v>
                </c:pt>
                <c:pt idx="6994">
                  <c:v>6.1</c:v>
                </c:pt>
                <c:pt idx="6995">
                  <c:v>6.1</c:v>
                </c:pt>
                <c:pt idx="6996">
                  <c:v>6.9</c:v>
                </c:pt>
                <c:pt idx="6997">
                  <c:v>5.441</c:v>
                </c:pt>
                <c:pt idx="6998">
                  <c:v>7.2</c:v>
                </c:pt>
                <c:pt idx="6999">
                  <c:v>6.7</c:v>
                </c:pt>
                <c:pt idx="7000">
                  <c:v>7.6</c:v>
                </c:pt>
                <c:pt idx="7001">
                  <c:v>6.1</c:v>
                </c:pt>
                <c:pt idx="7002">
                  <c:v>7.2</c:v>
                </c:pt>
                <c:pt idx="7003">
                  <c:v>6.6</c:v>
                </c:pt>
                <c:pt idx="7004">
                  <c:v>8.2</c:v>
                </c:pt>
                <c:pt idx="7005">
                  <c:v>5.571</c:v>
                </c:pt>
                <c:pt idx="7006">
                  <c:v>5.5</c:v>
                </c:pt>
                <c:pt idx="7007">
                  <c:v>5.426</c:v>
                </c:pt>
                <c:pt idx="7008">
                  <c:v>7.5</c:v>
                </c:pt>
                <c:pt idx="7009">
                  <c:v>6.2</c:v>
                </c:pt>
                <c:pt idx="7010">
                  <c:v>7.1</c:v>
                </c:pt>
                <c:pt idx="7011">
                  <c:v>7</c:v>
                </c:pt>
                <c:pt idx="7012">
                  <c:v>7.3</c:v>
                </c:pt>
                <c:pt idx="7013">
                  <c:v>6.8</c:v>
                </c:pt>
                <c:pt idx="7014">
                  <c:v>6.8</c:v>
                </c:pt>
                <c:pt idx="7015">
                  <c:v>6.7</c:v>
                </c:pt>
                <c:pt idx="7016">
                  <c:v>6.5</c:v>
                </c:pt>
                <c:pt idx="7017">
                  <c:v>6.9</c:v>
                </c:pt>
                <c:pt idx="7018">
                  <c:v>6.9</c:v>
                </c:pt>
                <c:pt idx="7019">
                  <c:v>7.003</c:v>
                </c:pt>
                <c:pt idx="7020">
                  <c:v>6.72</c:v>
                </c:pt>
                <c:pt idx="7021">
                  <c:v>6.323</c:v>
                </c:pt>
                <c:pt idx="7022">
                  <c:v>7.2</c:v>
                </c:pt>
                <c:pt idx="7023">
                  <c:v>6.122</c:v>
                </c:pt>
                <c:pt idx="7024">
                  <c:v>5.11</c:v>
                </c:pt>
                <c:pt idx="7025">
                  <c:v>6.6</c:v>
                </c:pt>
                <c:pt idx="7026">
                  <c:v>6.3</c:v>
                </c:pt>
                <c:pt idx="7027">
                  <c:v>5.1</c:v>
                </c:pt>
                <c:pt idx="7028">
                  <c:v>4.7</c:v>
                </c:pt>
                <c:pt idx="7029">
                  <c:v>6.1</c:v>
                </c:pt>
                <c:pt idx="7030">
                  <c:v>5.3</c:v>
                </c:pt>
                <c:pt idx="7031">
                  <c:v>6.788</c:v>
                </c:pt>
                <c:pt idx="7032">
                  <c:v>6.4</c:v>
                </c:pt>
                <c:pt idx="7033">
                  <c:v>5.9</c:v>
                </c:pt>
                <c:pt idx="7034">
                  <c:v>4.4</c:v>
                </c:pt>
                <c:pt idx="7035">
                  <c:v>7.2</c:v>
                </c:pt>
                <c:pt idx="7036">
                  <c:v>7.6</c:v>
                </c:pt>
                <c:pt idx="7037">
                  <c:v>7.612</c:v>
                </c:pt>
                <c:pt idx="7038">
                  <c:v>7.2</c:v>
                </c:pt>
                <c:pt idx="7039">
                  <c:v>6.3</c:v>
                </c:pt>
                <c:pt idx="7040">
                  <c:v>7.9</c:v>
                </c:pt>
                <c:pt idx="7041">
                  <c:v>5.3</c:v>
                </c:pt>
                <c:pt idx="7042">
                  <c:v>7.5</c:v>
                </c:pt>
                <c:pt idx="7043">
                  <c:v>6.6</c:v>
                </c:pt>
                <c:pt idx="7044">
                  <c:v>5.4</c:v>
                </c:pt>
                <c:pt idx="7045">
                  <c:v>7.5</c:v>
                </c:pt>
                <c:pt idx="7046">
                  <c:v>4.685</c:v>
                </c:pt>
                <c:pt idx="7047">
                  <c:v>6.8</c:v>
                </c:pt>
                <c:pt idx="7048">
                  <c:v>6.1</c:v>
                </c:pt>
                <c:pt idx="7049">
                  <c:v>6.443</c:v>
                </c:pt>
                <c:pt idx="7050">
                  <c:v>6.9</c:v>
                </c:pt>
                <c:pt idx="7051">
                  <c:v>7.04</c:v>
                </c:pt>
                <c:pt idx="7052">
                  <c:v>5.6</c:v>
                </c:pt>
                <c:pt idx="7053">
                  <c:v>6.1</c:v>
                </c:pt>
                <c:pt idx="7054">
                  <c:v>5.6</c:v>
                </c:pt>
                <c:pt idx="7055">
                  <c:v>6.9</c:v>
                </c:pt>
                <c:pt idx="7056">
                  <c:v>6.7</c:v>
                </c:pt>
                <c:pt idx="7057">
                  <c:v>5.8</c:v>
                </c:pt>
                <c:pt idx="7058">
                  <c:v>6.8</c:v>
                </c:pt>
                <c:pt idx="7059">
                  <c:v>5.2</c:v>
                </c:pt>
                <c:pt idx="7060">
                  <c:v>7</c:v>
                </c:pt>
                <c:pt idx="7061">
                  <c:v>6.3</c:v>
                </c:pt>
                <c:pt idx="7062">
                  <c:v>7</c:v>
                </c:pt>
                <c:pt idx="7063">
                  <c:v>7</c:v>
                </c:pt>
                <c:pt idx="7064">
                  <c:v>6.7</c:v>
                </c:pt>
                <c:pt idx="7065">
                  <c:v>7.534</c:v>
                </c:pt>
                <c:pt idx="7066">
                  <c:v>7.1</c:v>
                </c:pt>
                <c:pt idx="7067">
                  <c:v>7.3</c:v>
                </c:pt>
                <c:pt idx="7068">
                  <c:v>6.9</c:v>
                </c:pt>
                <c:pt idx="7069">
                  <c:v>6.2</c:v>
                </c:pt>
                <c:pt idx="7070">
                  <c:v>6.2</c:v>
                </c:pt>
                <c:pt idx="7071">
                  <c:v>5.7</c:v>
                </c:pt>
                <c:pt idx="7072">
                  <c:v>5.46</c:v>
                </c:pt>
                <c:pt idx="7073">
                  <c:v>5.7</c:v>
                </c:pt>
                <c:pt idx="7074">
                  <c:v>5.3</c:v>
                </c:pt>
                <c:pt idx="7075">
                  <c:v>6.165</c:v>
                </c:pt>
                <c:pt idx="7076">
                  <c:v>6.4</c:v>
                </c:pt>
                <c:pt idx="7077">
                  <c:v>6.2</c:v>
                </c:pt>
                <c:pt idx="7078">
                  <c:v>5.8</c:v>
                </c:pt>
                <c:pt idx="7079">
                  <c:v>7.2</c:v>
                </c:pt>
                <c:pt idx="7080">
                  <c:v>7.7</c:v>
                </c:pt>
                <c:pt idx="7081">
                  <c:v>6.9</c:v>
                </c:pt>
                <c:pt idx="7082">
                  <c:v>6.9</c:v>
                </c:pt>
                <c:pt idx="7083">
                  <c:v>5.5</c:v>
                </c:pt>
                <c:pt idx="7084">
                  <c:v>7.4</c:v>
                </c:pt>
                <c:pt idx="7085">
                  <c:v>5</c:v>
                </c:pt>
                <c:pt idx="7086">
                  <c:v>5.5</c:v>
                </c:pt>
                <c:pt idx="7087">
                  <c:v>5.9</c:v>
                </c:pt>
                <c:pt idx="7088">
                  <c:v>6.4</c:v>
                </c:pt>
                <c:pt idx="7089">
                  <c:v>7</c:v>
                </c:pt>
                <c:pt idx="7090">
                  <c:v>6.1</c:v>
                </c:pt>
                <c:pt idx="7091">
                  <c:v>6.986</c:v>
                </c:pt>
                <c:pt idx="7092">
                  <c:v>7</c:v>
                </c:pt>
                <c:pt idx="7093">
                  <c:v>8.1</c:v>
                </c:pt>
                <c:pt idx="7094">
                  <c:v>7.155</c:v>
                </c:pt>
                <c:pt idx="7095">
                  <c:v>7.8</c:v>
                </c:pt>
                <c:pt idx="7096">
                  <c:v>6.1</c:v>
                </c:pt>
                <c:pt idx="7097">
                  <c:v>5.5</c:v>
                </c:pt>
                <c:pt idx="7098">
                  <c:v>6.258</c:v>
                </c:pt>
                <c:pt idx="7099">
                  <c:v>6.551</c:v>
                </c:pt>
                <c:pt idx="7100">
                  <c:v>6.7</c:v>
                </c:pt>
                <c:pt idx="7101">
                  <c:v>6.101</c:v>
                </c:pt>
                <c:pt idx="7102">
                  <c:v>7.4</c:v>
                </c:pt>
                <c:pt idx="7103">
                  <c:v>7.603</c:v>
                </c:pt>
                <c:pt idx="7104">
                  <c:v>6.143</c:v>
                </c:pt>
                <c:pt idx="7105">
                  <c:v>6.047</c:v>
                </c:pt>
                <c:pt idx="7106">
                  <c:v>4.4</c:v>
                </c:pt>
                <c:pt idx="7107">
                  <c:v>5.8</c:v>
                </c:pt>
                <c:pt idx="7108">
                  <c:v>6.3</c:v>
                </c:pt>
                <c:pt idx="7109">
                  <c:v>7.429</c:v>
                </c:pt>
                <c:pt idx="7110">
                  <c:v>5.9</c:v>
                </c:pt>
                <c:pt idx="7111">
                  <c:v>7.4</c:v>
                </c:pt>
                <c:pt idx="7112">
                  <c:v>6.4</c:v>
                </c:pt>
                <c:pt idx="7113">
                  <c:v>6.854</c:v>
                </c:pt>
                <c:pt idx="7114">
                  <c:v>7.2</c:v>
                </c:pt>
                <c:pt idx="7115">
                  <c:v>6.9</c:v>
                </c:pt>
                <c:pt idx="7116">
                  <c:v>4.6</c:v>
                </c:pt>
                <c:pt idx="7117">
                  <c:v>6.5</c:v>
                </c:pt>
                <c:pt idx="7118">
                  <c:v>6.1</c:v>
                </c:pt>
                <c:pt idx="7119">
                  <c:v>6.3</c:v>
                </c:pt>
                <c:pt idx="7120">
                  <c:v>6</c:v>
                </c:pt>
                <c:pt idx="7121">
                  <c:v>6.8</c:v>
                </c:pt>
                <c:pt idx="7122">
                  <c:v>7.5</c:v>
                </c:pt>
                <c:pt idx="7123">
                  <c:v>6.5</c:v>
                </c:pt>
                <c:pt idx="7124">
                  <c:v>6.522</c:v>
                </c:pt>
                <c:pt idx="7125">
                  <c:v>4.7</c:v>
                </c:pt>
                <c:pt idx="7126">
                  <c:v>6.4</c:v>
                </c:pt>
                <c:pt idx="7127">
                  <c:v>6.8</c:v>
                </c:pt>
                <c:pt idx="7128">
                  <c:v>6.609</c:v>
                </c:pt>
                <c:pt idx="7129">
                  <c:v>6.6</c:v>
                </c:pt>
                <c:pt idx="7130">
                  <c:v>3.9</c:v>
                </c:pt>
                <c:pt idx="7131">
                  <c:v>6.175</c:v>
                </c:pt>
                <c:pt idx="7132">
                  <c:v>6.646</c:v>
                </c:pt>
                <c:pt idx="7133">
                  <c:v>6.2</c:v>
                </c:pt>
                <c:pt idx="7134">
                  <c:v>7.1</c:v>
                </c:pt>
                <c:pt idx="7135">
                  <c:v>6.1</c:v>
                </c:pt>
                <c:pt idx="7136">
                  <c:v>6.5</c:v>
                </c:pt>
                <c:pt idx="7137">
                  <c:v>6</c:v>
                </c:pt>
                <c:pt idx="7138">
                  <c:v>6.316</c:v>
                </c:pt>
                <c:pt idx="7139">
                  <c:v>5.424</c:v>
                </c:pt>
                <c:pt idx="7140">
                  <c:v>5.4</c:v>
                </c:pt>
                <c:pt idx="7141">
                  <c:v>5.481</c:v>
                </c:pt>
                <c:pt idx="7142">
                  <c:v>7.8</c:v>
                </c:pt>
                <c:pt idx="7143">
                  <c:v>6.5</c:v>
                </c:pt>
                <c:pt idx="7144">
                  <c:v>6.3</c:v>
                </c:pt>
                <c:pt idx="7145">
                  <c:v>8.1</c:v>
                </c:pt>
                <c:pt idx="7146">
                  <c:v>5.4</c:v>
                </c:pt>
                <c:pt idx="7147">
                  <c:v>6</c:v>
                </c:pt>
                <c:pt idx="7148">
                  <c:v>7.2</c:v>
                </c:pt>
                <c:pt idx="7149">
                  <c:v>6.6</c:v>
                </c:pt>
                <c:pt idx="7150">
                  <c:v>6.6</c:v>
                </c:pt>
                <c:pt idx="7151">
                  <c:v>6.5</c:v>
                </c:pt>
                <c:pt idx="7152">
                  <c:v>5.1</c:v>
                </c:pt>
                <c:pt idx="7153">
                  <c:v>7.1</c:v>
                </c:pt>
                <c:pt idx="7154">
                  <c:v>3.697</c:v>
                </c:pt>
                <c:pt idx="7155">
                  <c:v>5.8</c:v>
                </c:pt>
                <c:pt idx="7156">
                  <c:v>6.1</c:v>
                </c:pt>
                <c:pt idx="7157">
                  <c:v>5.8</c:v>
                </c:pt>
                <c:pt idx="7158">
                  <c:v>6.8</c:v>
                </c:pt>
                <c:pt idx="7159">
                  <c:v>6.8</c:v>
                </c:pt>
                <c:pt idx="7160">
                  <c:v>4.3</c:v>
                </c:pt>
                <c:pt idx="7161">
                  <c:v>5.3</c:v>
                </c:pt>
                <c:pt idx="7162">
                  <c:v>7.9</c:v>
                </c:pt>
                <c:pt idx="7163">
                  <c:v>6.319</c:v>
                </c:pt>
                <c:pt idx="7164">
                  <c:v>5.9</c:v>
                </c:pt>
                <c:pt idx="7165">
                  <c:v>5.4</c:v>
                </c:pt>
                <c:pt idx="7166">
                  <c:v>6.243</c:v>
                </c:pt>
                <c:pt idx="7167">
                  <c:v>7.4</c:v>
                </c:pt>
                <c:pt idx="7168">
                  <c:v>5.865</c:v>
                </c:pt>
                <c:pt idx="7169">
                  <c:v>7.109</c:v>
                </c:pt>
                <c:pt idx="7170">
                  <c:v>5.588</c:v>
                </c:pt>
                <c:pt idx="7171">
                  <c:v>6.4</c:v>
                </c:pt>
                <c:pt idx="7172">
                  <c:v>6.7</c:v>
                </c:pt>
                <c:pt idx="7173">
                  <c:v>6.246</c:v>
                </c:pt>
                <c:pt idx="7174">
                  <c:v>7</c:v>
                </c:pt>
                <c:pt idx="7175">
                  <c:v>7</c:v>
                </c:pt>
                <c:pt idx="7176">
                  <c:v>6.137</c:v>
                </c:pt>
                <c:pt idx="7177">
                  <c:v>7.2</c:v>
                </c:pt>
                <c:pt idx="7178">
                  <c:v>6.7</c:v>
                </c:pt>
                <c:pt idx="7179">
                  <c:v>7.2</c:v>
                </c:pt>
                <c:pt idx="7180">
                  <c:v>6.3</c:v>
                </c:pt>
                <c:pt idx="7181">
                  <c:v>6.9</c:v>
                </c:pt>
                <c:pt idx="7182">
                  <c:v>7.4</c:v>
                </c:pt>
                <c:pt idx="7183">
                  <c:v>5</c:v>
                </c:pt>
                <c:pt idx="7184">
                  <c:v>6.8</c:v>
                </c:pt>
                <c:pt idx="7185">
                  <c:v>6.7</c:v>
                </c:pt>
                <c:pt idx="7186">
                  <c:v>6.1</c:v>
                </c:pt>
                <c:pt idx="7187">
                  <c:v>6.4</c:v>
                </c:pt>
                <c:pt idx="7188">
                  <c:v>5.976</c:v>
                </c:pt>
                <c:pt idx="7189">
                  <c:v>5.8</c:v>
                </c:pt>
                <c:pt idx="7190">
                  <c:v>6.374</c:v>
                </c:pt>
                <c:pt idx="7191">
                  <c:v>8.104</c:v>
                </c:pt>
                <c:pt idx="7192">
                  <c:v>6.7</c:v>
                </c:pt>
                <c:pt idx="7193">
                  <c:v>6.7</c:v>
                </c:pt>
                <c:pt idx="7194">
                  <c:v>5.492</c:v>
                </c:pt>
                <c:pt idx="7195">
                  <c:v>7.5</c:v>
                </c:pt>
                <c:pt idx="7196">
                  <c:v>7.088</c:v>
                </c:pt>
                <c:pt idx="7197">
                  <c:v>7</c:v>
                </c:pt>
                <c:pt idx="7198">
                  <c:v>6.9</c:v>
                </c:pt>
                <c:pt idx="7199">
                  <c:v>5.4</c:v>
                </c:pt>
                <c:pt idx="7200">
                  <c:v>6.3</c:v>
                </c:pt>
                <c:pt idx="7201">
                  <c:v>5.1</c:v>
                </c:pt>
                <c:pt idx="7202">
                  <c:v>6.184</c:v>
                </c:pt>
                <c:pt idx="7203">
                  <c:v>6.1</c:v>
                </c:pt>
                <c:pt idx="7204">
                  <c:v>6.4</c:v>
                </c:pt>
                <c:pt idx="7205">
                  <c:v>7.4</c:v>
                </c:pt>
                <c:pt idx="7206">
                  <c:v>7.2</c:v>
                </c:pt>
                <c:pt idx="7207">
                  <c:v>5.7</c:v>
                </c:pt>
                <c:pt idx="7208">
                  <c:v>5.2</c:v>
                </c:pt>
                <c:pt idx="7209">
                  <c:v>5</c:v>
                </c:pt>
                <c:pt idx="7210">
                  <c:v>7.1</c:v>
                </c:pt>
                <c:pt idx="7211">
                  <c:v>7.644</c:v>
                </c:pt>
                <c:pt idx="7212">
                  <c:v>7.57</c:v>
                </c:pt>
                <c:pt idx="7213">
                  <c:v>6.6</c:v>
                </c:pt>
                <c:pt idx="7214">
                  <c:v>6.9</c:v>
                </c:pt>
                <c:pt idx="7215">
                  <c:v>5.8</c:v>
                </c:pt>
                <c:pt idx="7216">
                  <c:v>7.884</c:v>
                </c:pt>
                <c:pt idx="7217">
                  <c:v>7.2</c:v>
                </c:pt>
                <c:pt idx="7218">
                  <c:v>6.457</c:v>
                </c:pt>
                <c:pt idx="7219">
                  <c:v>6.7</c:v>
                </c:pt>
                <c:pt idx="7220">
                  <c:v>5.7</c:v>
                </c:pt>
                <c:pt idx="7221">
                  <c:v>6.1</c:v>
                </c:pt>
                <c:pt idx="7222">
                  <c:v>7.401</c:v>
                </c:pt>
                <c:pt idx="7223">
                  <c:v>5.5</c:v>
                </c:pt>
                <c:pt idx="7224">
                  <c:v>6.2</c:v>
                </c:pt>
                <c:pt idx="7225">
                  <c:v>6.5</c:v>
                </c:pt>
                <c:pt idx="7226">
                  <c:v>5.567</c:v>
                </c:pt>
                <c:pt idx="7227">
                  <c:v>6.8</c:v>
                </c:pt>
                <c:pt idx="7228">
                  <c:v>5.9</c:v>
                </c:pt>
                <c:pt idx="7229">
                  <c:v>6.5</c:v>
                </c:pt>
                <c:pt idx="7230">
                  <c:v>7.598</c:v>
                </c:pt>
                <c:pt idx="7231">
                  <c:v>4.5</c:v>
                </c:pt>
                <c:pt idx="7232">
                  <c:v>4.732</c:v>
                </c:pt>
                <c:pt idx="7233">
                  <c:v>5.7</c:v>
                </c:pt>
                <c:pt idx="7234">
                  <c:v>7.32</c:v>
                </c:pt>
                <c:pt idx="7235">
                  <c:v>7.9</c:v>
                </c:pt>
                <c:pt idx="7236">
                  <c:v>6.087</c:v>
                </c:pt>
                <c:pt idx="7237">
                  <c:v>7.6</c:v>
                </c:pt>
                <c:pt idx="7238">
                  <c:v>5.717</c:v>
                </c:pt>
                <c:pt idx="7239">
                  <c:v>4.4</c:v>
                </c:pt>
                <c:pt idx="7240">
                  <c:v>6.5</c:v>
                </c:pt>
                <c:pt idx="7241">
                  <c:v>5.2</c:v>
                </c:pt>
                <c:pt idx="7242">
                  <c:v>5.5</c:v>
                </c:pt>
                <c:pt idx="7243">
                  <c:v>6.8</c:v>
                </c:pt>
                <c:pt idx="7244">
                  <c:v>6.6</c:v>
                </c:pt>
                <c:pt idx="7245">
                  <c:v>5.7</c:v>
                </c:pt>
                <c:pt idx="7246">
                  <c:v>6.7</c:v>
                </c:pt>
                <c:pt idx="7247">
                  <c:v>7</c:v>
                </c:pt>
                <c:pt idx="7248">
                  <c:v>6.7</c:v>
                </c:pt>
                <c:pt idx="7249">
                  <c:v>7</c:v>
                </c:pt>
                <c:pt idx="7250">
                  <c:v>7.6</c:v>
                </c:pt>
                <c:pt idx="7251">
                  <c:v>6.9</c:v>
                </c:pt>
                <c:pt idx="7252">
                  <c:v>8.3</c:v>
                </c:pt>
                <c:pt idx="7253">
                  <c:v>7.1</c:v>
                </c:pt>
                <c:pt idx="7254">
                  <c:v>6.2</c:v>
                </c:pt>
                <c:pt idx="7255">
                  <c:v>6.41</c:v>
                </c:pt>
                <c:pt idx="7256">
                  <c:v>7.5</c:v>
                </c:pt>
                <c:pt idx="7257">
                  <c:v>7.5</c:v>
                </c:pt>
                <c:pt idx="7258">
                  <c:v>7.2</c:v>
                </c:pt>
                <c:pt idx="7259">
                  <c:v>5.4</c:v>
                </c:pt>
                <c:pt idx="7260">
                  <c:v>5.6</c:v>
                </c:pt>
                <c:pt idx="7261">
                  <c:v>5.846</c:v>
                </c:pt>
                <c:pt idx="7262">
                  <c:v>5.6</c:v>
                </c:pt>
                <c:pt idx="7263">
                  <c:v>5.306</c:v>
                </c:pt>
                <c:pt idx="7264">
                  <c:v>6.521</c:v>
                </c:pt>
                <c:pt idx="7265">
                  <c:v>4.987</c:v>
                </c:pt>
                <c:pt idx="7266">
                  <c:v>6.5</c:v>
                </c:pt>
                <c:pt idx="7267">
                  <c:v>5.5</c:v>
                </c:pt>
                <c:pt idx="7268">
                  <c:v>7</c:v>
                </c:pt>
                <c:pt idx="7269">
                  <c:v>6.845</c:v>
                </c:pt>
                <c:pt idx="7270">
                  <c:v>6.469</c:v>
                </c:pt>
                <c:pt idx="7271">
                  <c:v>6.7</c:v>
                </c:pt>
                <c:pt idx="7272">
                  <c:v>6.6</c:v>
                </c:pt>
                <c:pt idx="7273">
                  <c:v>6.9</c:v>
                </c:pt>
                <c:pt idx="7274">
                  <c:v>6.4</c:v>
                </c:pt>
                <c:pt idx="7275">
                  <c:v>5.3</c:v>
                </c:pt>
                <c:pt idx="7276">
                  <c:v>6.3</c:v>
                </c:pt>
                <c:pt idx="7277">
                  <c:v>7.2</c:v>
                </c:pt>
                <c:pt idx="7278">
                  <c:v>6.5</c:v>
                </c:pt>
                <c:pt idx="7279">
                  <c:v>6.8</c:v>
                </c:pt>
                <c:pt idx="7280">
                  <c:v>5.2</c:v>
                </c:pt>
                <c:pt idx="7281">
                  <c:v>6.2</c:v>
                </c:pt>
                <c:pt idx="7282">
                  <c:v>7</c:v>
                </c:pt>
                <c:pt idx="7283">
                  <c:v>5.7</c:v>
                </c:pt>
                <c:pt idx="7284">
                  <c:v>5.2</c:v>
                </c:pt>
                <c:pt idx="7285">
                  <c:v>7.379</c:v>
                </c:pt>
                <c:pt idx="7286">
                  <c:v>7.2</c:v>
                </c:pt>
                <c:pt idx="7287">
                  <c:v>5.3</c:v>
                </c:pt>
                <c:pt idx="7288">
                  <c:v>6.9</c:v>
                </c:pt>
                <c:pt idx="7289">
                  <c:v>4.7</c:v>
                </c:pt>
                <c:pt idx="7290">
                  <c:v>6.7</c:v>
                </c:pt>
                <c:pt idx="7291">
                  <c:v>5.183</c:v>
                </c:pt>
                <c:pt idx="7292">
                  <c:v>6.8</c:v>
                </c:pt>
                <c:pt idx="7293">
                  <c:v>6.6</c:v>
                </c:pt>
                <c:pt idx="7294">
                  <c:v>6.7</c:v>
                </c:pt>
                <c:pt idx="7295">
                  <c:v>5.9</c:v>
                </c:pt>
                <c:pt idx="7296">
                  <c:v>5.4</c:v>
                </c:pt>
                <c:pt idx="7297">
                  <c:v>6</c:v>
                </c:pt>
                <c:pt idx="7298">
                  <c:v>6.486</c:v>
                </c:pt>
                <c:pt idx="7299">
                  <c:v>5.8</c:v>
                </c:pt>
                <c:pt idx="7300">
                  <c:v>6.4</c:v>
                </c:pt>
                <c:pt idx="7301">
                  <c:v>7.2</c:v>
                </c:pt>
                <c:pt idx="7302">
                  <c:v>7.2</c:v>
                </c:pt>
                <c:pt idx="7303">
                  <c:v>5.4</c:v>
                </c:pt>
                <c:pt idx="7304">
                  <c:v>6.7</c:v>
                </c:pt>
                <c:pt idx="7305">
                  <c:v>5.1</c:v>
                </c:pt>
                <c:pt idx="7306">
                  <c:v>6.3</c:v>
                </c:pt>
                <c:pt idx="7307">
                  <c:v>6.8</c:v>
                </c:pt>
                <c:pt idx="7308">
                  <c:v>5.938</c:v>
                </c:pt>
                <c:pt idx="7309">
                  <c:v>5.9</c:v>
                </c:pt>
                <c:pt idx="7310">
                  <c:v>6.9</c:v>
                </c:pt>
                <c:pt idx="7311">
                  <c:v>5.796</c:v>
                </c:pt>
                <c:pt idx="7312">
                  <c:v>6.1</c:v>
                </c:pt>
                <c:pt idx="7313">
                  <c:v>7.2</c:v>
                </c:pt>
                <c:pt idx="7314">
                  <c:v>6</c:v>
                </c:pt>
                <c:pt idx="7315">
                  <c:v>6.3</c:v>
                </c:pt>
                <c:pt idx="7316">
                  <c:v>5.9</c:v>
                </c:pt>
                <c:pt idx="7317">
                  <c:v>6.6</c:v>
                </c:pt>
                <c:pt idx="7318">
                  <c:v>6.4</c:v>
                </c:pt>
                <c:pt idx="7319">
                  <c:v>6.6</c:v>
                </c:pt>
                <c:pt idx="7320">
                  <c:v>5.7</c:v>
                </c:pt>
                <c:pt idx="7321">
                  <c:v>4.3</c:v>
                </c:pt>
                <c:pt idx="7322">
                  <c:v>5.004</c:v>
                </c:pt>
                <c:pt idx="7323">
                  <c:v>7</c:v>
                </c:pt>
                <c:pt idx="7324">
                  <c:v>5.4</c:v>
                </c:pt>
                <c:pt idx="7325">
                  <c:v>5.4</c:v>
                </c:pt>
                <c:pt idx="7326">
                  <c:v>6.9</c:v>
                </c:pt>
                <c:pt idx="7327">
                  <c:v>6.2</c:v>
                </c:pt>
                <c:pt idx="7328">
                  <c:v>5.4</c:v>
                </c:pt>
                <c:pt idx="7329">
                  <c:v>7.5</c:v>
                </c:pt>
                <c:pt idx="7330">
                  <c:v>6.305</c:v>
                </c:pt>
                <c:pt idx="7331">
                  <c:v>6.6</c:v>
                </c:pt>
                <c:pt idx="7332">
                  <c:v>5.3</c:v>
                </c:pt>
                <c:pt idx="7333">
                  <c:v>6</c:v>
                </c:pt>
                <c:pt idx="7334">
                  <c:v>6.5</c:v>
                </c:pt>
                <c:pt idx="7335">
                  <c:v>6.8</c:v>
                </c:pt>
                <c:pt idx="7336">
                  <c:v>7.4</c:v>
                </c:pt>
                <c:pt idx="7337">
                  <c:v>7.6</c:v>
                </c:pt>
                <c:pt idx="7338">
                  <c:v>6</c:v>
                </c:pt>
                <c:pt idx="7339">
                  <c:v>5.7</c:v>
                </c:pt>
                <c:pt idx="7340">
                  <c:v>6.1</c:v>
                </c:pt>
                <c:pt idx="7341">
                  <c:v>6.3</c:v>
                </c:pt>
                <c:pt idx="7342">
                  <c:v>7</c:v>
                </c:pt>
                <c:pt idx="7343">
                  <c:v>5.9</c:v>
                </c:pt>
                <c:pt idx="7344">
                  <c:v>6.769</c:v>
                </c:pt>
                <c:pt idx="7345">
                  <c:v>5.7</c:v>
                </c:pt>
                <c:pt idx="7346">
                  <c:v>6.7</c:v>
                </c:pt>
                <c:pt idx="7347">
                  <c:v>6.703</c:v>
                </c:pt>
                <c:pt idx="7348">
                  <c:v>6.374</c:v>
                </c:pt>
                <c:pt idx="7349">
                  <c:v>5.6</c:v>
                </c:pt>
                <c:pt idx="7350">
                  <c:v>6.329</c:v>
                </c:pt>
                <c:pt idx="7351">
                  <c:v>5.453</c:v>
                </c:pt>
                <c:pt idx="7352">
                  <c:v>7.391</c:v>
                </c:pt>
                <c:pt idx="7353">
                  <c:v>6.7</c:v>
                </c:pt>
                <c:pt idx="7354">
                  <c:v>7.733</c:v>
                </c:pt>
                <c:pt idx="7355">
                  <c:v>7.9</c:v>
                </c:pt>
                <c:pt idx="7356">
                  <c:v>6.7</c:v>
                </c:pt>
                <c:pt idx="7357">
                  <c:v>6.6</c:v>
                </c:pt>
                <c:pt idx="7358">
                  <c:v>5.4</c:v>
                </c:pt>
                <c:pt idx="7359">
                  <c:v>7.4</c:v>
                </c:pt>
                <c:pt idx="7360">
                  <c:v>6.6</c:v>
                </c:pt>
                <c:pt idx="7361">
                  <c:v>6.155</c:v>
                </c:pt>
                <c:pt idx="7362">
                  <c:v>6.7</c:v>
                </c:pt>
                <c:pt idx="7363">
                  <c:v>6.6</c:v>
                </c:pt>
                <c:pt idx="7364">
                  <c:v>6.114</c:v>
                </c:pt>
                <c:pt idx="7365">
                  <c:v>6.7</c:v>
                </c:pt>
                <c:pt idx="7366">
                  <c:v>5.1</c:v>
                </c:pt>
                <c:pt idx="7367">
                  <c:v>7.3</c:v>
                </c:pt>
                <c:pt idx="7368">
                  <c:v>5.9</c:v>
                </c:pt>
                <c:pt idx="7369">
                  <c:v>5.6</c:v>
                </c:pt>
                <c:pt idx="7370">
                  <c:v>6.1</c:v>
                </c:pt>
                <c:pt idx="7371">
                  <c:v>6.259</c:v>
                </c:pt>
                <c:pt idx="7372">
                  <c:v>6.689</c:v>
                </c:pt>
                <c:pt idx="7373">
                  <c:v>5.6</c:v>
                </c:pt>
                <c:pt idx="7374">
                  <c:v>6.2</c:v>
                </c:pt>
                <c:pt idx="7375">
                  <c:v>5.6</c:v>
                </c:pt>
                <c:pt idx="7376">
                  <c:v>6.9</c:v>
                </c:pt>
                <c:pt idx="7377">
                  <c:v>5.842</c:v>
                </c:pt>
                <c:pt idx="7378">
                  <c:v>7.211</c:v>
                </c:pt>
                <c:pt idx="7379">
                  <c:v>5.2</c:v>
                </c:pt>
                <c:pt idx="7380">
                  <c:v>6.3</c:v>
                </c:pt>
                <c:pt idx="7381">
                  <c:v>6.3</c:v>
                </c:pt>
                <c:pt idx="7382">
                  <c:v>6.731</c:v>
                </c:pt>
                <c:pt idx="7383">
                  <c:v>6.8</c:v>
                </c:pt>
                <c:pt idx="7384">
                  <c:v>7.8</c:v>
                </c:pt>
                <c:pt idx="7385">
                  <c:v>6</c:v>
                </c:pt>
                <c:pt idx="7386">
                  <c:v>5.641</c:v>
                </c:pt>
                <c:pt idx="7387">
                  <c:v>6.7</c:v>
                </c:pt>
                <c:pt idx="7388">
                  <c:v>6.3</c:v>
                </c:pt>
                <c:pt idx="7389">
                  <c:v>5.6</c:v>
                </c:pt>
                <c:pt idx="7390">
                  <c:v>7.6</c:v>
                </c:pt>
                <c:pt idx="7391">
                  <c:v>7</c:v>
                </c:pt>
                <c:pt idx="7392">
                  <c:v>7</c:v>
                </c:pt>
                <c:pt idx="7393">
                  <c:v>5.9</c:v>
                </c:pt>
                <c:pt idx="7394">
                  <c:v>6.6</c:v>
                </c:pt>
                <c:pt idx="7395">
                  <c:v>6.276</c:v>
                </c:pt>
                <c:pt idx="7396">
                  <c:v>5.677</c:v>
                </c:pt>
                <c:pt idx="7397">
                  <c:v>6.6</c:v>
                </c:pt>
                <c:pt idx="7398">
                  <c:v>5.4</c:v>
                </c:pt>
                <c:pt idx="7399">
                  <c:v>6.4</c:v>
                </c:pt>
                <c:pt idx="7400">
                  <c:v>5.8</c:v>
                </c:pt>
                <c:pt idx="7401">
                  <c:v>7.3</c:v>
                </c:pt>
                <c:pt idx="7402">
                  <c:v>7</c:v>
                </c:pt>
                <c:pt idx="7403">
                  <c:v>6.1</c:v>
                </c:pt>
                <c:pt idx="7404">
                  <c:v>7.103</c:v>
                </c:pt>
                <c:pt idx="7405">
                  <c:v>5</c:v>
                </c:pt>
                <c:pt idx="7406">
                  <c:v>5.2</c:v>
                </c:pt>
                <c:pt idx="7407">
                  <c:v>6.443</c:v>
                </c:pt>
                <c:pt idx="7408">
                  <c:v>6.4</c:v>
                </c:pt>
                <c:pt idx="7409">
                  <c:v>5.6</c:v>
                </c:pt>
                <c:pt idx="7410">
                  <c:v>5.4</c:v>
                </c:pt>
                <c:pt idx="7411">
                  <c:v>4.9</c:v>
                </c:pt>
                <c:pt idx="7412">
                  <c:v>5.255</c:v>
                </c:pt>
                <c:pt idx="7413">
                  <c:v>6.6</c:v>
                </c:pt>
                <c:pt idx="7414">
                  <c:v>7.4</c:v>
                </c:pt>
                <c:pt idx="7415">
                  <c:v>5.9</c:v>
                </c:pt>
                <c:pt idx="7416">
                  <c:v>6.2</c:v>
                </c:pt>
                <c:pt idx="7417">
                  <c:v>7.8</c:v>
                </c:pt>
                <c:pt idx="7418">
                  <c:v>6.3</c:v>
                </c:pt>
                <c:pt idx="7419">
                  <c:v>7.3</c:v>
                </c:pt>
                <c:pt idx="7420">
                  <c:v>7.5</c:v>
                </c:pt>
                <c:pt idx="7421">
                  <c:v>6</c:v>
                </c:pt>
                <c:pt idx="7422">
                  <c:v>8</c:v>
                </c:pt>
                <c:pt idx="7423">
                  <c:v>7.2</c:v>
                </c:pt>
                <c:pt idx="7424">
                  <c:v>7.1</c:v>
                </c:pt>
                <c:pt idx="7425">
                  <c:v>6.5</c:v>
                </c:pt>
                <c:pt idx="7426">
                  <c:v>6.737</c:v>
                </c:pt>
                <c:pt idx="7427">
                  <c:v>7.9</c:v>
                </c:pt>
                <c:pt idx="7428">
                  <c:v>7.4</c:v>
                </c:pt>
                <c:pt idx="7429">
                  <c:v>6.1</c:v>
                </c:pt>
                <c:pt idx="7430">
                  <c:v>7.5</c:v>
                </c:pt>
                <c:pt idx="7431">
                  <c:v>6.9</c:v>
                </c:pt>
                <c:pt idx="7432">
                  <c:v>6.924</c:v>
                </c:pt>
                <c:pt idx="7433">
                  <c:v>7.4</c:v>
                </c:pt>
                <c:pt idx="7434">
                  <c:v>5.608</c:v>
                </c:pt>
                <c:pt idx="7435">
                  <c:v>6.434</c:v>
                </c:pt>
                <c:pt idx="7436">
                  <c:v>6.6</c:v>
                </c:pt>
                <c:pt idx="7437">
                  <c:v>6.642</c:v>
                </c:pt>
                <c:pt idx="7438">
                  <c:v>6.2</c:v>
                </c:pt>
                <c:pt idx="7439">
                  <c:v>7.2</c:v>
                </c:pt>
                <c:pt idx="7440">
                  <c:v>5.1</c:v>
                </c:pt>
                <c:pt idx="7441">
                  <c:v>5.4</c:v>
                </c:pt>
                <c:pt idx="7442">
                  <c:v>7.1</c:v>
                </c:pt>
                <c:pt idx="7443">
                  <c:v>5.003</c:v>
                </c:pt>
                <c:pt idx="7444">
                  <c:v>5.3</c:v>
                </c:pt>
                <c:pt idx="7445">
                  <c:v>6.9</c:v>
                </c:pt>
                <c:pt idx="7446">
                  <c:v>5.795</c:v>
                </c:pt>
                <c:pt idx="7447">
                  <c:v>6.7</c:v>
                </c:pt>
                <c:pt idx="7448">
                  <c:v>5.173</c:v>
                </c:pt>
                <c:pt idx="7449">
                  <c:v>5.656</c:v>
                </c:pt>
                <c:pt idx="7450">
                  <c:v>7.4</c:v>
                </c:pt>
                <c:pt idx="7451">
                  <c:v>6.3</c:v>
                </c:pt>
                <c:pt idx="7452">
                  <c:v>5.5</c:v>
                </c:pt>
                <c:pt idx="7453">
                  <c:v>6</c:v>
                </c:pt>
                <c:pt idx="7454">
                  <c:v>5.1</c:v>
                </c:pt>
                <c:pt idx="7455">
                  <c:v>5.6</c:v>
                </c:pt>
                <c:pt idx="7456">
                  <c:v>3.9</c:v>
                </c:pt>
                <c:pt idx="7457">
                  <c:v>7</c:v>
                </c:pt>
                <c:pt idx="7458">
                  <c:v>5.4</c:v>
                </c:pt>
                <c:pt idx="7459">
                  <c:v>6.5</c:v>
                </c:pt>
                <c:pt idx="7460">
                  <c:v>6.9</c:v>
                </c:pt>
                <c:pt idx="7461">
                  <c:v>5.6</c:v>
                </c:pt>
                <c:pt idx="7462">
                  <c:v>6.3</c:v>
                </c:pt>
                <c:pt idx="7463">
                  <c:v>6.5</c:v>
                </c:pt>
                <c:pt idx="7464">
                  <c:v>6.7</c:v>
                </c:pt>
                <c:pt idx="7465">
                  <c:v>7.4</c:v>
                </c:pt>
                <c:pt idx="7466">
                  <c:v>6</c:v>
                </c:pt>
                <c:pt idx="7467">
                  <c:v>6.609</c:v>
                </c:pt>
                <c:pt idx="7468">
                  <c:v>7.3</c:v>
                </c:pt>
                <c:pt idx="7469">
                  <c:v>5.9</c:v>
                </c:pt>
                <c:pt idx="7470">
                  <c:v>6.6</c:v>
                </c:pt>
                <c:pt idx="7471">
                  <c:v>7.1</c:v>
                </c:pt>
                <c:pt idx="7472">
                  <c:v>6</c:v>
                </c:pt>
                <c:pt idx="7473">
                  <c:v>6.295</c:v>
                </c:pt>
                <c:pt idx="7474">
                  <c:v>6.4</c:v>
                </c:pt>
                <c:pt idx="7475">
                  <c:v>5.614</c:v>
                </c:pt>
                <c:pt idx="7476">
                  <c:v>5.6</c:v>
                </c:pt>
                <c:pt idx="7477">
                  <c:v>6.9</c:v>
                </c:pt>
                <c:pt idx="7478">
                  <c:v>6</c:v>
                </c:pt>
                <c:pt idx="7479">
                  <c:v>6.2</c:v>
                </c:pt>
                <c:pt idx="7480">
                  <c:v>7.3</c:v>
                </c:pt>
                <c:pt idx="7481">
                  <c:v>6.4</c:v>
                </c:pt>
                <c:pt idx="7482">
                  <c:v>7.6</c:v>
                </c:pt>
                <c:pt idx="7483">
                  <c:v>6.6</c:v>
                </c:pt>
                <c:pt idx="7484">
                  <c:v>5.8</c:v>
                </c:pt>
                <c:pt idx="7485">
                  <c:v>7.7</c:v>
                </c:pt>
                <c:pt idx="7486">
                  <c:v>7.7</c:v>
                </c:pt>
                <c:pt idx="7487">
                  <c:v>7</c:v>
                </c:pt>
                <c:pt idx="7488">
                  <c:v>5.7</c:v>
                </c:pt>
                <c:pt idx="7489">
                  <c:v>4.771</c:v>
                </c:pt>
                <c:pt idx="7490">
                  <c:v>5.3</c:v>
                </c:pt>
                <c:pt idx="7491">
                  <c:v>6.2</c:v>
                </c:pt>
                <c:pt idx="7492">
                  <c:v>6.7</c:v>
                </c:pt>
                <c:pt idx="7493">
                  <c:v>6.1</c:v>
                </c:pt>
                <c:pt idx="7494">
                  <c:v>5.1</c:v>
                </c:pt>
                <c:pt idx="7495">
                  <c:v>5.4</c:v>
                </c:pt>
                <c:pt idx="7496">
                  <c:v>6.7</c:v>
                </c:pt>
                <c:pt idx="7497">
                  <c:v>8.012</c:v>
                </c:pt>
                <c:pt idx="7498">
                  <c:v>8.403</c:v>
                </c:pt>
                <c:pt idx="7499">
                  <c:v>6.49</c:v>
                </c:pt>
                <c:pt idx="7500">
                  <c:v>6.4</c:v>
                </c:pt>
                <c:pt idx="7501">
                  <c:v>6.1</c:v>
                </c:pt>
                <c:pt idx="7502">
                  <c:v>7.048</c:v>
                </c:pt>
                <c:pt idx="7503">
                  <c:v>5.7</c:v>
                </c:pt>
                <c:pt idx="7504">
                  <c:v>6.454</c:v>
                </c:pt>
                <c:pt idx="7505">
                  <c:v>8</c:v>
                </c:pt>
                <c:pt idx="7506">
                  <c:v>7</c:v>
                </c:pt>
                <c:pt idx="7507">
                  <c:v>6.777</c:v>
                </c:pt>
                <c:pt idx="7508">
                  <c:v>5.9</c:v>
                </c:pt>
                <c:pt idx="7509">
                  <c:v>7.7</c:v>
                </c:pt>
                <c:pt idx="7510">
                  <c:v>7.1</c:v>
                </c:pt>
                <c:pt idx="7511">
                  <c:v>6</c:v>
                </c:pt>
                <c:pt idx="7512">
                  <c:v>6.7</c:v>
                </c:pt>
                <c:pt idx="7513">
                  <c:v>6.9</c:v>
                </c:pt>
                <c:pt idx="7514">
                  <c:v>5</c:v>
                </c:pt>
                <c:pt idx="7515">
                  <c:v>6.3</c:v>
                </c:pt>
                <c:pt idx="7516">
                  <c:v>7.179</c:v>
                </c:pt>
                <c:pt idx="7517">
                  <c:v>5.5</c:v>
                </c:pt>
                <c:pt idx="7518">
                  <c:v>6.6</c:v>
                </c:pt>
                <c:pt idx="7519">
                  <c:v>5.472</c:v>
                </c:pt>
                <c:pt idx="7520">
                  <c:v>6.1</c:v>
                </c:pt>
                <c:pt idx="7521">
                  <c:v>2.8</c:v>
                </c:pt>
                <c:pt idx="7522">
                  <c:v>7.8</c:v>
                </c:pt>
                <c:pt idx="7523">
                  <c:v>5.8</c:v>
                </c:pt>
                <c:pt idx="7524">
                  <c:v>5.8</c:v>
                </c:pt>
                <c:pt idx="7525">
                  <c:v>5.2</c:v>
                </c:pt>
                <c:pt idx="7526">
                  <c:v>4.5</c:v>
                </c:pt>
                <c:pt idx="7527">
                  <c:v>4.6</c:v>
                </c:pt>
                <c:pt idx="7528">
                  <c:v>7.656</c:v>
                </c:pt>
                <c:pt idx="7529">
                  <c:v>5.9</c:v>
                </c:pt>
                <c:pt idx="7530">
                  <c:v>5.8</c:v>
                </c:pt>
                <c:pt idx="7531">
                  <c:v>6.7</c:v>
                </c:pt>
                <c:pt idx="7532">
                  <c:v>5.7</c:v>
                </c:pt>
                <c:pt idx="7533">
                  <c:v>6.732</c:v>
                </c:pt>
                <c:pt idx="7534">
                  <c:v>6.571</c:v>
                </c:pt>
                <c:pt idx="7535">
                  <c:v>6</c:v>
                </c:pt>
                <c:pt idx="7536">
                  <c:v>6.3</c:v>
                </c:pt>
                <c:pt idx="7537">
                  <c:v>6</c:v>
                </c:pt>
                <c:pt idx="7538">
                  <c:v>7.2</c:v>
                </c:pt>
                <c:pt idx="7539">
                  <c:v>6.3</c:v>
                </c:pt>
                <c:pt idx="7540">
                  <c:v>7.1</c:v>
                </c:pt>
                <c:pt idx="7541">
                  <c:v>6.673</c:v>
                </c:pt>
                <c:pt idx="7542">
                  <c:v>7.453</c:v>
                </c:pt>
                <c:pt idx="7543">
                  <c:v>7.5</c:v>
                </c:pt>
                <c:pt idx="7544">
                  <c:v>6.877</c:v>
                </c:pt>
                <c:pt idx="7545">
                  <c:v>5.892</c:v>
                </c:pt>
                <c:pt idx="7546">
                  <c:v>5.7</c:v>
                </c:pt>
                <c:pt idx="7547">
                  <c:v>5.8</c:v>
                </c:pt>
                <c:pt idx="7548">
                  <c:v>6.9</c:v>
                </c:pt>
                <c:pt idx="7549">
                  <c:v>6</c:v>
                </c:pt>
                <c:pt idx="7550">
                  <c:v>6.9</c:v>
                </c:pt>
                <c:pt idx="7551">
                  <c:v>5.2</c:v>
                </c:pt>
                <c:pt idx="7552">
                  <c:v>6</c:v>
                </c:pt>
                <c:pt idx="7553">
                  <c:v>7.4</c:v>
                </c:pt>
                <c:pt idx="7554">
                  <c:v>7.3</c:v>
                </c:pt>
                <c:pt idx="7555">
                  <c:v>6.2</c:v>
                </c:pt>
                <c:pt idx="7556">
                  <c:v>7.944</c:v>
                </c:pt>
                <c:pt idx="7557">
                  <c:v>5.3</c:v>
                </c:pt>
                <c:pt idx="7558">
                  <c:v>7.3</c:v>
                </c:pt>
                <c:pt idx="7559">
                  <c:v>6.6</c:v>
                </c:pt>
                <c:pt idx="7560">
                  <c:v>5.339</c:v>
                </c:pt>
                <c:pt idx="7561">
                  <c:v>6.7</c:v>
                </c:pt>
                <c:pt idx="7562">
                  <c:v>6.3</c:v>
                </c:pt>
                <c:pt idx="7563">
                  <c:v>4.7</c:v>
                </c:pt>
                <c:pt idx="7564">
                  <c:v>5.8</c:v>
                </c:pt>
                <c:pt idx="7565">
                  <c:v>7</c:v>
                </c:pt>
                <c:pt idx="7566">
                  <c:v>6.3</c:v>
                </c:pt>
                <c:pt idx="7567">
                  <c:v>4.203</c:v>
                </c:pt>
                <c:pt idx="7568">
                  <c:v>7.1</c:v>
                </c:pt>
                <c:pt idx="7569">
                  <c:v>7.4</c:v>
                </c:pt>
                <c:pt idx="7570">
                  <c:v>7.8</c:v>
                </c:pt>
                <c:pt idx="7571">
                  <c:v>7.1</c:v>
                </c:pt>
                <c:pt idx="7572">
                  <c:v>6.1</c:v>
                </c:pt>
                <c:pt idx="7573">
                  <c:v>5.759</c:v>
                </c:pt>
                <c:pt idx="7574">
                  <c:v>4.3</c:v>
                </c:pt>
                <c:pt idx="7575">
                  <c:v>6.6</c:v>
                </c:pt>
                <c:pt idx="7576">
                  <c:v>7.4</c:v>
                </c:pt>
                <c:pt idx="7577">
                  <c:v>6.1</c:v>
                </c:pt>
                <c:pt idx="7578">
                  <c:v>5.5</c:v>
                </c:pt>
                <c:pt idx="7579">
                  <c:v>6.2</c:v>
                </c:pt>
                <c:pt idx="7580">
                  <c:v>7.1</c:v>
                </c:pt>
                <c:pt idx="7581">
                  <c:v>5.9</c:v>
                </c:pt>
                <c:pt idx="7582">
                  <c:v>6</c:v>
                </c:pt>
                <c:pt idx="7583">
                  <c:v>5.5</c:v>
                </c:pt>
                <c:pt idx="7584">
                  <c:v>5.7</c:v>
                </c:pt>
                <c:pt idx="7585">
                  <c:v>7.7</c:v>
                </c:pt>
                <c:pt idx="7586">
                  <c:v>7.5</c:v>
                </c:pt>
                <c:pt idx="7587">
                  <c:v>5.5</c:v>
                </c:pt>
                <c:pt idx="7588">
                  <c:v>7.2</c:v>
                </c:pt>
                <c:pt idx="7589">
                  <c:v>7.2</c:v>
                </c:pt>
                <c:pt idx="7590">
                  <c:v>6.1</c:v>
                </c:pt>
                <c:pt idx="7591">
                  <c:v>7.627</c:v>
                </c:pt>
                <c:pt idx="7592">
                  <c:v>5.6</c:v>
                </c:pt>
                <c:pt idx="7593">
                  <c:v>7.2</c:v>
                </c:pt>
                <c:pt idx="7594">
                  <c:v>5.6</c:v>
                </c:pt>
                <c:pt idx="7595">
                  <c:v>6.7</c:v>
                </c:pt>
                <c:pt idx="7596">
                  <c:v>7.949</c:v>
                </c:pt>
                <c:pt idx="7597">
                  <c:v>3.8</c:v>
                </c:pt>
                <c:pt idx="7598">
                  <c:v>5</c:v>
                </c:pt>
                <c:pt idx="7599">
                  <c:v>5.9</c:v>
                </c:pt>
                <c:pt idx="7600">
                  <c:v>5.8</c:v>
                </c:pt>
                <c:pt idx="7601">
                  <c:v>5</c:v>
                </c:pt>
                <c:pt idx="7602">
                  <c:v>6</c:v>
                </c:pt>
                <c:pt idx="7603">
                  <c:v>4.6</c:v>
                </c:pt>
                <c:pt idx="7604">
                  <c:v>6.756</c:v>
                </c:pt>
                <c:pt idx="7605">
                  <c:v>5.4</c:v>
                </c:pt>
                <c:pt idx="7606">
                  <c:v>6.232</c:v>
                </c:pt>
                <c:pt idx="7607">
                  <c:v>5.9</c:v>
                </c:pt>
                <c:pt idx="7608">
                  <c:v>8</c:v>
                </c:pt>
                <c:pt idx="7609">
                  <c:v>4.105</c:v>
                </c:pt>
                <c:pt idx="7610">
                  <c:v>5.5</c:v>
                </c:pt>
                <c:pt idx="7611">
                  <c:v>6.1</c:v>
                </c:pt>
                <c:pt idx="7612">
                  <c:v>6</c:v>
                </c:pt>
                <c:pt idx="7613">
                  <c:v>7.439</c:v>
                </c:pt>
                <c:pt idx="7614">
                  <c:v>6.6</c:v>
                </c:pt>
                <c:pt idx="7615">
                  <c:v>6.1</c:v>
                </c:pt>
                <c:pt idx="7616">
                  <c:v>7.6</c:v>
                </c:pt>
                <c:pt idx="7617">
                  <c:v>4.5</c:v>
                </c:pt>
                <c:pt idx="7618">
                  <c:v>5.795</c:v>
                </c:pt>
                <c:pt idx="7619">
                  <c:v>5.1</c:v>
                </c:pt>
                <c:pt idx="7620">
                  <c:v>5.9</c:v>
                </c:pt>
                <c:pt idx="7621">
                  <c:v>5.8</c:v>
                </c:pt>
                <c:pt idx="7622">
                  <c:v>6.845</c:v>
                </c:pt>
                <c:pt idx="7623">
                  <c:v>6.199</c:v>
                </c:pt>
                <c:pt idx="7624">
                  <c:v>5.9</c:v>
                </c:pt>
                <c:pt idx="7625">
                  <c:v>5.4</c:v>
                </c:pt>
                <c:pt idx="7626">
                  <c:v>4.6</c:v>
                </c:pt>
                <c:pt idx="7627">
                  <c:v>4.9</c:v>
                </c:pt>
                <c:pt idx="7628">
                  <c:v>6.093</c:v>
                </c:pt>
                <c:pt idx="7629">
                  <c:v>5</c:v>
                </c:pt>
                <c:pt idx="7630">
                  <c:v>5.802</c:v>
                </c:pt>
                <c:pt idx="7631">
                  <c:v>6.6</c:v>
                </c:pt>
                <c:pt idx="7632">
                  <c:v>5.3</c:v>
                </c:pt>
                <c:pt idx="7633">
                  <c:v>4.4</c:v>
                </c:pt>
                <c:pt idx="7634">
                  <c:v>7.1</c:v>
                </c:pt>
                <c:pt idx="7635">
                  <c:v>6.9</c:v>
                </c:pt>
                <c:pt idx="7636">
                  <c:v>7.234</c:v>
                </c:pt>
                <c:pt idx="7637">
                  <c:v>6.4</c:v>
                </c:pt>
                <c:pt idx="7638">
                  <c:v>6.4</c:v>
                </c:pt>
                <c:pt idx="7639">
                  <c:v>6.6</c:v>
                </c:pt>
                <c:pt idx="7640">
                  <c:v>4.5</c:v>
                </c:pt>
                <c:pt idx="7641">
                  <c:v>4.735</c:v>
                </c:pt>
                <c:pt idx="7642">
                  <c:v>7.6</c:v>
                </c:pt>
                <c:pt idx="7643">
                  <c:v>7.528</c:v>
                </c:pt>
                <c:pt idx="7644">
                  <c:v>7.1</c:v>
                </c:pt>
                <c:pt idx="7645">
                  <c:v>8.2</c:v>
                </c:pt>
                <c:pt idx="7646">
                  <c:v>8.5</c:v>
                </c:pt>
                <c:pt idx="7647">
                  <c:v>7.8</c:v>
                </c:pt>
                <c:pt idx="7648">
                  <c:v>7.896</c:v>
                </c:pt>
                <c:pt idx="7649">
                  <c:v>6.3</c:v>
                </c:pt>
                <c:pt idx="7650">
                  <c:v>6.85</c:v>
                </c:pt>
                <c:pt idx="7651">
                  <c:v>7.7</c:v>
                </c:pt>
                <c:pt idx="7652">
                  <c:v>8.1</c:v>
                </c:pt>
                <c:pt idx="7653">
                  <c:v>7.4</c:v>
                </c:pt>
                <c:pt idx="7654">
                  <c:v>7.122</c:v>
                </c:pt>
                <c:pt idx="7655">
                  <c:v>7.443</c:v>
                </c:pt>
                <c:pt idx="7656">
                  <c:v>7.2</c:v>
                </c:pt>
                <c:pt idx="7657">
                  <c:v>6.839</c:v>
                </c:pt>
                <c:pt idx="7658">
                  <c:v>6.534</c:v>
                </c:pt>
                <c:pt idx="7659">
                  <c:v>7.844</c:v>
                </c:pt>
                <c:pt idx="7660">
                  <c:v>6.401</c:v>
                </c:pt>
                <c:pt idx="7661">
                  <c:v>6.8</c:v>
                </c:pt>
                <c:pt idx="7662">
                  <c:v>7.238</c:v>
                </c:pt>
                <c:pt idx="7663">
                  <c:v>6.898</c:v>
                </c:pt>
                <c:pt idx="7664">
                  <c:v>6.4</c:v>
                </c:pt>
                <c:pt idx="7665">
                  <c:v>7.095</c:v>
                </c:pt>
                <c:pt idx="7666">
                  <c:v>7.303</c:v>
                </c:pt>
                <c:pt idx="7667">
                  <c:v>7.2</c:v>
                </c:pt>
                <c:pt idx="7668">
                  <c:v>7.4</c:v>
                </c:pt>
                <c:pt idx="7669">
                  <c:v>7.5</c:v>
                </c:pt>
                <c:pt idx="7670">
                  <c:v>7</c:v>
                </c:pt>
                <c:pt idx="7671">
                  <c:v>6.693</c:v>
                </c:pt>
                <c:pt idx="7672">
                  <c:v>8</c:v>
                </c:pt>
                <c:pt idx="7673">
                  <c:v>8.242</c:v>
                </c:pt>
                <c:pt idx="7674">
                  <c:v>7.885</c:v>
                </c:pt>
                <c:pt idx="7675">
                  <c:v>6.3</c:v>
                </c:pt>
                <c:pt idx="7676">
                  <c:v>7.903</c:v>
                </c:pt>
                <c:pt idx="7677">
                  <c:v>7.025</c:v>
                </c:pt>
                <c:pt idx="7678">
                  <c:v>5.909</c:v>
                </c:pt>
                <c:pt idx="7679">
                  <c:v>5.7</c:v>
                </c:pt>
                <c:pt idx="7680">
                  <c:v>7.039</c:v>
                </c:pt>
                <c:pt idx="7681">
                  <c:v>6.9</c:v>
                </c:pt>
                <c:pt idx="7682">
                  <c:v>5.973</c:v>
                </c:pt>
                <c:pt idx="7683">
                  <c:v>7</c:v>
                </c:pt>
                <c:pt idx="7684">
                  <c:v>7.7</c:v>
                </c:pt>
                <c:pt idx="7685">
                  <c:v>6.955</c:v>
                </c:pt>
                <c:pt idx="7686">
                  <c:v>8.022</c:v>
                </c:pt>
                <c:pt idx="7687">
                  <c:v>6.923</c:v>
                </c:pt>
                <c:pt idx="7688">
                  <c:v>6.3</c:v>
                </c:pt>
                <c:pt idx="7689">
                  <c:v>6.5</c:v>
                </c:pt>
                <c:pt idx="7690">
                  <c:v>7.5</c:v>
                </c:pt>
                <c:pt idx="7691">
                  <c:v>8</c:v>
                </c:pt>
                <c:pt idx="7692">
                  <c:v>7.6</c:v>
                </c:pt>
                <c:pt idx="7693">
                  <c:v>5.7</c:v>
                </c:pt>
                <c:pt idx="7694">
                  <c:v>7.9</c:v>
                </c:pt>
                <c:pt idx="7695">
                  <c:v>6.92</c:v>
                </c:pt>
                <c:pt idx="7696">
                  <c:v>8.162</c:v>
                </c:pt>
                <c:pt idx="7697">
                  <c:v>6.7</c:v>
                </c:pt>
                <c:pt idx="7698">
                  <c:v>7.067</c:v>
                </c:pt>
                <c:pt idx="7699">
                  <c:v>6.593</c:v>
                </c:pt>
                <c:pt idx="7700">
                  <c:v>7.9</c:v>
                </c:pt>
                <c:pt idx="7701">
                  <c:v>6.7</c:v>
                </c:pt>
                <c:pt idx="7702">
                  <c:v>6.6</c:v>
                </c:pt>
                <c:pt idx="7703">
                  <c:v>5.6</c:v>
                </c:pt>
                <c:pt idx="7704">
                  <c:v>7.5</c:v>
                </c:pt>
                <c:pt idx="7705">
                  <c:v>8.1</c:v>
                </c:pt>
                <c:pt idx="7706">
                  <c:v>6.1</c:v>
                </c:pt>
                <c:pt idx="7707">
                  <c:v>7</c:v>
                </c:pt>
                <c:pt idx="7708">
                  <c:v>6.7</c:v>
                </c:pt>
                <c:pt idx="7709">
                  <c:v>5.4</c:v>
                </c:pt>
                <c:pt idx="7710">
                  <c:v>6.4</c:v>
                </c:pt>
                <c:pt idx="7711">
                  <c:v>7.123</c:v>
                </c:pt>
                <c:pt idx="7712">
                  <c:v>6.606</c:v>
                </c:pt>
                <c:pt idx="7713">
                  <c:v>6.324</c:v>
                </c:pt>
                <c:pt idx="7714">
                  <c:v>6.8</c:v>
                </c:pt>
                <c:pt idx="7715">
                  <c:v>6.7</c:v>
                </c:pt>
                <c:pt idx="7716">
                  <c:v>8.001</c:v>
                </c:pt>
                <c:pt idx="7717">
                  <c:v>7.5</c:v>
                </c:pt>
                <c:pt idx="7718">
                  <c:v>6.2</c:v>
                </c:pt>
                <c:pt idx="7719">
                  <c:v>6.5</c:v>
                </c:pt>
                <c:pt idx="7720">
                  <c:v>7.156</c:v>
                </c:pt>
                <c:pt idx="7721">
                  <c:v>6.61</c:v>
                </c:pt>
                <c:pt idx="7722">
                  <c:v>6.774</c:v>
                </c:pt>
                <c:pt idx="7723">
                  <c:v>8.3</c:v>
                </c:pt>
                <c:pt idx="7724">
                  <c:v>8.1</c:v>
                </c:pt>
                <c:pt idx="7725">
                  <c:v>6.964</c:v>
                </c:pt>
                <c:pt idx="7726">
                  <c:v>7.7</c:v>
                </c:pt>
                <c:pt idx="7727">
                  <c:v>6.27</c:v>
                </c:pt>
                <c:pt idx="7728">
                  <c:v>5.7</c:v>
                </c:pt>
                <c:pt idx="7729">
                  <c:v>7.4</c:v>
                </c:pt>
                <c:pt idx="7730">
                  <c:v>7.2</c:v>
                </c:pt>
                <c:pt idx="7731">
                  <c:v>6.3</c:v>
                </c:pt>
                <c:pt idx="7732">
                  <c:v>8.1</c:v>
                </c:pt>
                <c:pt idx="7733">
                  <c:v>6.622</c:v>
                </c:pt>
                <c:pt idx="7734">
                  <c:v>8.2</c:v>
                </c:pt>
                <c:pt idx="7735">
                  <c:v>6.6</c:v>
                </c:pt>
                <c:pt idx="7736">
                  <c:v>8.1</c:v>
                </c:pt>
                <c:pt idx="7737">
                  <c:v>8</c:v>
                </c:pt>
                <c:pt idx="7738">
                  <c:v>6.4</c:v>
                </c:pt>
                <c:pt idx="7739">
                  <c:v>6.282</c:v>
                </c:pt>
                <c:pt idx="7740">
                  <c:v>7.8</c:v>
                </c:pt>
                <c:pt idx="7741">
                  <c:v>7.7</c:v>
                </c:pt>
                <c:pt idx="7742">
                  <c:v>7.2</c:v>
                </c:pt>
                <c:pt idx="7743">
                  <c:v>7.6</c:v>
                </c:pt>
                <c:pt idx="7744">
                  <c:v>5.9</c:v>
                </c:pt>
                <c:pt idx="7745">
                  <c:v>5.968</c:v>
                </c:pt>
                <c:pt idx="7746">
                  <c:v>6.5</c:v>
                </c:pt>
                <c:pt idx="7747">
                  <c:v>7.144</c:v>
                </c:pt>
                <c:pt idx="7748">
                  <c:v>6.6</c:v>
                </c:pt>
                <c:pt idx="7749">
                  <c:v>6.9</c:v>
                </c:pt>
                <c:pt idx="7750">
                  <c:v>6.5</c:v>
                </c:pt>
                <c:pt idx="7751">
                  <c:v>6.8</c:v>
                </c:pt>
                <c:pt idx="7752">
                  <c:v>7.583</c:v>
                </c:pt>
                <c:pt idx="7753">
                  <c:v>5.83</c:v>
                </c:pt>
                <c:pt idx="7754">
                  <c:v>7.3</c:v>
                </c:pt>
                <c:pt idx="7755">
                  <c:v>6.1</c:v>
                </c:pt>
                <c:pt idx="7756">
                  <c:v>6.666</c:v>
                </c:pt>
                <c:pt idx="7757">
                  <c:v>5.3</c:v>
                </c:pt>
                <c:pt idx="7758">
                  <c:v>8.243</c:v>
                </c:pt>
                <c:pt idx="7759">
                  <c:v>7.4</c:v>
                </c:pt>
                <c:pt idx="7760">
                  <c:v>7.548</c:v>
                </c:pt>
                <c:pt idx="7761">
                  <c:v>7.1</c:v>
                </c:pt>
                <c:pt idx="7762">
                  <c:v>7.3</c:v>
                </c:pt>
                <c:pt idx="7763">
                  <c:v>7.7</c:v>
                </c:pt>
                <c:pt idx="7764">
                  <c:v>7.553</c:v>
                </c:pt>
                <c:pt idx="7765">
                  <c:v>6.3</c:v>
                </c:pt>
                <c:pt idx="7766">
                  <c:v>6.8</c:v>
                </c:pt>
                <c:pt idx="7767">
                  <c:v>7.327</c:v>
                </c:pt>
                <c:pt idx="7768">
                  <c:v>7.8</c:v>
                </c:pt>
                <c:pt idx="7769">
                  <c:v>6.9</c:v>
                </c:pt>
                <c:pt idx="7770">
                  <c:v>6</c:v>
                </c:pt>
                <c:pt idx="7771">
                  <c:v>5.4</c:v>
                </c:pt>
                <c:pt idx="7772">
                  <c:v>7</c:v>
                </c:pt>
                <c:pt idx="7773">
                  <c:v>6.7</c:v>
                </c:pt>
                <c:pt idx="7774">
                  <c:v>6.2</c:v>
                </c:pt>
                <c:pt idx="7775">
                  <c:v>6.062</c:v>
                </c:pt>
                <c:pt idx="7776">
                  <c:v>6.8</c:v>
                </c:pt>
                <c:pt idx="7777">
                  <c:v>8.1</c:v>
                </c:pt>
                <c:pt idx="7778">
                  <c:v>6.3</c:v>
                </c:pt>
                <c:pt idx="7779">
                  <c:v>6.3</c:v>
                </c:pt>
                <c:pt idx="7780">
                  <c:v>6.3</c:v>
                </c:pt>
                <c:pt idx="7781">
                  <c:v>5.5</c:v>
                </c:pt>
                <c:pt idx="7782">
                  <c:v>6.041</c:v>
                </c:pt>
                <c:pt idx="7783">
                  <c:v>7.543</c:v>
                </c:pt>
                <c:pt idx="7784">
                  <c:v>6.813</c:v>
                </c:pt>
                <c:pt idx="7785">
                  <c:v>6.2</c:v>
                </c:pt>
                <c:pt idx="7786">
                  <c:v>6.008</c:v>
                </c:pt>
                <c:pt idx="7787">
                  <c:v>6</c:v>
                </c:pt>
                <c:pt idx="7788">
                  <c:v>6.4</c:v>
                </c:pt>
                <c:pt idx="7789">
                  <c:v>8</c:v>
                </c:pt>
                <c:pt idx="7790">
                  <c:v>7.3</c:v>
                </c:pt>
                <c:pt idx="7791">
                  <c:v>6.4</c:v>
                </c:pt>
                <c:pt idx="7792">
                  <c:v>7.4</c:v>
                </c:pt>
                <c:pt idx="7793">
                  <c:v>5.4</c:v>
                </c:pt>
                <c:pt idx="7794">
                  <c:v>7.591</c:v>
                </c:pt>
                <c:pt idx="7795">
                  <c:v>8.355</c:v>
                </c:pt>
                <c:pt idx="7796">
                  <c:v>8.1</c:v>
                </c:pt>
                <c:pt idx="7797">
                  <c:v>7.973</c:v>
                </c:pt>
                <c:pt idx="7798">
                  <c:v>6.4</c:v>
                </c:pt>
                <c:pt idx="7799">
                  <c:v>6.5</c:v>
                </c:pt>
                <c:pt idx="7800">
                  <c:v>5.8</c:v>
                </c:pt>
                <c:pt idx="7801">
                  <c:v>5.4</c:v>
                </c:pt>
                <c:pt idx="7802">
                  <c:v>5.128</c:v>
                </c:pt>
                <c:pt idx="7803">
                  <c:v>7.6</c:v>
                </c:pt>
                <c:pt idx="7804">
                  <c:v>7.4</c:v>
                </c:pt>
                <c:pt idx="7805">
                  <c:v>7.2</c:v>
                </c:pt>
                <c:pt idx="7806">
                  <c:v>7.3</c:v>
                </c:pt>
                <c:pt idx="7807">
                  <c:v>6.5</c:v>
                </c:pt>
                <c:pt idx="7808">
                  <c:v>5.9</c:v>
                </c:pt>
                <c:pt idx="7809">
                  <c:v>6.9</c:v>
                </c:pt>
                <c:pt idx="7810">
                  <c:v>5.7</c:v>
                </c:pt>
                <c:pt idx="7811">
                  <c:v>6.5</c:v>
                </c:pt>
                <c:pt idx="7812">
                  <c:v>6.17</c:v>
                </c:pt>
                <c:pt idx="7813">
                  <c:v>6.589</c:v>
                </c:pt>
                <c:pt idx="7814">
                  <c:v>6.7</c:v>
                </c:pt>
                <c:pt idx="7815">
                  <c:v>6.053</c:v>
                </c:pt>
                <c:pt idx="7816">
                  <c:v>7</c:v>
                </c:pt>
                <c:pt idx="7817">
                  <c:v>7.7</c:v>
                </c:pt>
                <c:pt idx="7818">
                  <c:v>6.4</c:v>
                </c:pt>
                <c:pt idx="7819">
                  <c:v>7.1</c:v>
                </c:pt>
                <c:pt idx="7820">
                  <c:v>7.2</c:v>
                </c:pt>
                <c:pt idx="7821">
                  <c:v>7.409</c:v>
                </c:pt>
                <c:pt idx="7822">
                  <c:v>7.667</c:v>
                </c:pt>
                <c:pt idx="7823">
                  <c:v>6.023</c:v>
                </c:pt>
                <c:pt idx="7824">
                  <c:v>6</c:v>
                </c:pt>
                <c:pt idx="7825">
                  <c:v>6</c:v>
                </c:pt>
                <c:pt idx="7826">
                  <c:v>6.5</c:v>
                </c:pt>
                <c:pt idx="7827">
                  <c:v>6.3</c:v>
                </c:pt>
                <c:pt idx="7828">
                  <c:v>3</c:v>
                </c:pt>
                <c:pt idx="7829">
                  <c:v>7.9</c:v>
                </c:pt>
                <c:pt idx="7830">
                  <c:v>6.6</c:v>
                </c:pt>
                <c:pt idx="7831">
                  <c:v>7</c:v>
                </c:pt>
                <c:pt idx="7832">
                  <c:v>6.6</c:v>
                </c:pt>
                <c:pt idx="7833">
                  <c:v>5.8</c:v>
                </c:pt>
                <c:pt idx="7834">
                  <c:v>6.73</c:v>
                </c:pt>
                <c:pt idx="7835">
                  <c:v>7</c:v>
                </c:pt>
                <c:pt idx="7836">
                  <c:v>7</c:v>
                </c:pt>
                <c:pt idx="7837">
                  <c:v>7.5</c:v>
                </c:pt>
                <c:pt idx="7838">
                  <c:v>6.2</c:v>
                </c:pt>
                <c:pt idx="7839">
                  <c:v>5.9</c:v>
                </c:pt>
                <c:pt idx="7840">
                  <c:v>6.165</c:v>
                </c:pt>
                <c:pt idx="7841">
                  <c:v>6</c:v>
                </c:pt>
                <c:pt idx="7842">
                  <c:v>7.1</c:v>
                </c:pt>
                <c:pt idx="7843">
                  <c:v>5.4</c:v>
                </c:pt>
                <c:pt idx="7844">
                  <c:v>6.2</c:v>
                </c:pt>
                <c:pt idx="7845">
                  <c:v>7.152</c:v>
                </c:pt>
                <c:pt idx="7846">
                  <c:v>7.308</c:v>
                </c:pt>
                <c:pt idx="7847">
                  <c:v>7.1</c:v>
                </c:pt>
                <c:pt idx="7848">
                  <c:v>6.9</c:v>
                </c:pt>
                <c:pt idx="7849">
                  <c:v>6.9</c:v>
                </c:pt>
                <c:pt idx="7850">
                  <c:v>8.2</c:v>
                </c:pt>
                <c:pt idx="7851">
                  <c:v>6.1</c:v>
                </c:pt>
                <c:pt idx="7852">
                  <c:v>5.73</c:v>
                </c:pt>
                <c:pt idx="7853">
                  <c:v>7.6</c:v>
                </c:pt>
                <c:pt idx="7854">
                  <c:v>7</c:v>
                </c:pt>
                <c:pt idx="7855">
                  <c:v>7.6</c:v>
                </c:pt>
                <c:pt idx="7856">
                  <c:v>6.982</c:v>
                </c:pt>
                <c:pt idx="7857">
                  <c:v>6.783</c:v>
                </c:pt>
                <c:pt idx="7858">
                  <c:v>5.4</c:v>
                </c:pt>
                <c:pt idx="7859">
                  <c:v>7.8</c:v>
                </c:pt>
                <c:pt idx="7860">
                  <c:v>6.702</c:v>
                </c:pt>
                <c:pt idx="7861">
                  <c:v>7.1</c:v>
                </c:pt>
                <c:pt idx="7862">
                  <c:v>7.2</c:v>
                </c:pt>
                <c:pt idx="7863">
                  <c:v>6.5</c:v>
                </c:pt>
                <c:pt idx="7864">
                  <c:v>5.4</c:v>
                </c:pt>
                <c:pt idx="7865">
                  <c:v>7</c:v>
                </c:pt>
                <c:pt idx="7866">
                  <c:v>6.4</c:v>
                </c:pt>
                <c:pt idx="7867">
                  <c:v>6.731</c:v>
                </c:pt>
                <c:pt idx="7868">
                  <c:v>6.961</c:v>
                </c:pt>
                <c:pt idx="7869">
                  <c:v>5.8</c:v>
                </c:pt>
                <c:pt idx="7870">
                  <c:v>8.2</c:v>
                </c:pt>
                <c:pt idx="7871">
                  <c:v>4.1</c:v>
                </c:pt>
                <c:pt idx="7872">
                  <c:v>6.6</c:v>
                </c:pt>
                <c:pt idx="7873">
                  <c:v>6.2</c:v>
                </c:pt>
                <c:pt idx="7874">
                  <c:v>7.8</c:v>
                </c:pt>
                <c:pt idx="7875">
                  <c:v>7.848</c:v>
                </c:pt>
                <c:pt idx="7876">
                  <c:v>5.4</c:v>
                </c:pt>
                <c:pt idx="7877">
                  <c:v>7</c:v>
                </c:pt>
                <c:pt idx="7878">
                  <c:v>5.6</c:v>
                </c:pt>
                <c:pt idx="7879">
                  <c:v>6.4</c:v>
                </c:pt>
                <c:pt idx="7880">
                  <c:v>6.8</c:v>
                </c:pt>
                <c:pt idx="7881">
                  <c:v>6.9</c:v>
                </c:pt>
                <c:pt idx="7882">
                  <c:v>7.4</c:v>
                </c:pt>
                <c:pt idx="7883">
                  <c:v>6.612</c:v>
                </c:pt>
                <c:pt idx="7884">
                  <c:v>7.1</c:v>
                </c:pt>
                <c:pt idx="7885">
                  <c:v>6.9</c:v>
                </c:pt>
                <c:pt idx="7886">
                  <c:v>5.6</c:v>
                </c:pt>
                <c:pt idx="7887">
                  <c:v>6.9</c:v>
                </c:pt>
                <c:pt idx="7888">
                  <c:v>6.8</c:v>
                </c:pt>
                <c:pt idx="7889">
                  <c:v>6.9</c:v>
                </c:pt>
                <c:pt idx="7890">
                  <c:v>6.6</c:v>
                </c:pt>
                <c:pt idx="7891">
                  <c:v>4.9</c:v>
                </c:pt>
                <c:pt idx="7892">
                  <c:v>6.5</c:v>
                </c:pt>
                <c:pt idx="7893">
                  <c:v>6</c:v>
                </c:pt>
                <c:pt idx="7894">
                  <c:v>6.7</c:v>
                </c:pt>
                <c:pt idx="7895">
                  <c:v>6.1</c:v>
                </c:pt>
                <c:pt idx="7896">
                  <c:v>7.1</c:v>
                </c:pt>
                <c:pt idx="7897">
                  <c:v>6.835</c:v>
                </c:pt>
                <c:pt idx="7898">
                  <c:v>6.6</c:v>
                </c:pt>
                <c:pt idx="7899">
                  <c:v>6.793</c:v>
                </c:pt>
                <c:pt idx="7900">
                  <c:v>7.638</c:v>
                </c:pt>
                <c:pt idx="7901">
                  <c:v>6.2</c:v>
                </c:pt>
                <c:pt idx="7902">
                  <c:v>5.5</c:v>
                </c:pt>
                <c:pt idx="7903">
                  <c:v>5.6</c:v>
                </c:pt>
                <c:pt idx="7904">
                  <c:v>7.6</c:v>
                </c:pt>
                <c:pt idx="7905">
                  <c:v>6.4</c:v>
                </c:pt>
                <c:pt idx="7906">
                  <c:v>6.885</c:v>
                </c:pt>
                <c:pt idx="7907">
                  <c:v>4.1</c:v>
                </c:pt>
                <c:pt idx="7908">
                  <c:v>6</c:v>
                </c:pt>
                <c:pt idx="7909">
                  <c:v>7.578</c:v>
                </c:pt>
                <c:pt idx="7910">
                  <c:v>5.9</c:v>
                </c:pt>
                <c:pt idx="7911">
                  <c:v>7.3</c:v>
                </c:pt>
                <c:pt idx="7912">
                  <c:v>6.765</c:v>
                </c:pt>
                <c:pt idx="7913">
                  <c:v>6.2</c:v>
                </c:pt>
                <c:pt idx="7914">
                  <c:v>6.8</c:v>
                </c:pt>
                <c:pt idx="7915">
                  <c:v>6.6</c:v>
                </c:pt>
                <c:pt idx="7916">
                  <c:v>8.3</c:v>
                </c:pt>
                <c:pt idx="7917">
                  <c:v>6.6</c:v>
                </c:pt>
                <c:pt idx="7918">
                  <c:v>6.8</c:v>
                </c:pt>
                <c:pt idx="7919">
                  <c:v>7.2</c:v>
                </c:pt>
                <c:pt idx="7920">
                  <c:v>7.1</c:v>
                </c:pt>
                <c:pt idx="7921">
                  <c:v>5.9</c:v>
                </c:pt>
                <c:pt idx="7922">
                  <c:v>7.664</c:v>
                </c:pt>
                <c:pt idx="7923">
                  <c:v>6.8</c:v>
                </c:pt>
                <c:pt idx="7924">
                  <c:v>6.8</c:v>
                </c:pt>
                <c:pt idx="7925">
                  <c:v>4.667</c:v>
                </c:pt>
                <c:pt idx="7926">
                  <c:v>5.5</c:v>
                </c:pt>
                <c:pt idx="7927">
                  <c:v>5.9</c:v>
                </c:pt>
                <c:pt idx="7928">
                  <c:v>6.738</c:v>
                </c:pt>
                <c:pt idx="7929">
                  <c:v>6.8</c:v>
                </c:pt>
                <c:pt idx="7930">
                  <c:v>6.7</c:v>
                </c:pt>
                <c:pt idx="7931">
                  <c:v>6.4</c:v>
                </c:pt>
                <c:pt idx="7932">
                  <c:v>6.631</c:v>
                </c:pt>
                <c:pt idx="7933">
                  <c:v>7.2</c:v>
                </c:pt>
                <c:pt idx="7934">
                  <c:v>6.9</c:v>
                </c:pt>
                <c:pt idx="7935">
                  <c:v>6.8</c:v>
                </c:pt>
                <c:pt idx="7936">
                  <c:v>6.6</c:v>
                </c:pt>
                <c:pt idx="7937">
                  <c:v>6.4</c:v>
                </c:pt>
                <c:pt idx="7938">
                  <c:v>4.7</c:v>
                </c:pt>
                <c:pt idx="7939">
                  <c:v>7.2</c:v>
                </c:pt>
                <c:pt idx="7940">
                  <c:v>5.4</c:v>
                </c:pt>
                <c:pt idx="7941">
                  <c:v>2.8</c:v>
                </c:pt>
                <c:pt idx="7942">
                  <c:v>6.967</c:v>
                </c:pt>
                <c:pt idx="7943">
                  <c:v>7.5</c:v>
                </c:pt>
                <c:pt idx="7944">
                  <c:v>7.6</c:v>
                </c:pt>
                <c:pt idx="7945">
                  <c:v>6.5</c:v>
                </c:pt>
                <c:pt idx="7946">
                  <c:v>6.4</c:v>
                </c:pt>
                <c:pt idx="7947">
                  <c:v>7</c:v>
                </c:pt>
                <c:pt idx="7948">
                  <c:v>5.966</c:v>
                </c:pt>
                <c:pt idx="7949">
                  <c:v>6.5</c:v>
                </c:pt>
                <c:pt idx="7950">
                  <c:v>7.3</c:v>
                </c:pt>
                <c:pt idx="7951">
                  <c:v>6.4</c:v>
                </c:pt>
                <c:pt idx="7952">
                  <c:v>6.3</c:v>
                </c:pt>
                <c:pt idx="7953">
                  <c:v>6.4</c:v>
                </c:pt>
                <c:pt idx="7954">
                  <c:v>6.7</c:v>
                </c:pt>
                <c:pt idx="7955">
                  <c:v>7.1</c:v>
                </c:pt>
                <c:pt idx="7956">
                  <c:v>5.9</c:v>
                </c:pt>
                <c:pt idx="7957">
                  <c:v>6.6</c:v>
                </c:pt>
                <c:pt idx="7958">
                  <c:v>6.557</c:v>
                </c:pt>
                <c:pt idx="7959">
                  <c:v>6.688</c:v>
                </c:pt>
                <c:pt idx="7960">
                  <c:v>5</c:v>
                </c:pt>
                <c:pt idx="7961">
                  <c:v>6.1</c:v>
                </c:pt>
                <c:pt idx="7962">
                  <c:v>6</c:v>
                </c:pt>
                <c:pt idx="7963">
                  <c:v>7.3</c:v>
                </c:pt>
                <c:pt idx="7964">
                  <c:v>6.4</c:v>
                </c:pt>
                <c:pt idx="7965">
                  <c:v>6.108</c:v>
                </c:pt>
                <c:pt idx="7966">
                  <c:v>7.2</c:v>
                </c:pt>
                <c:pt idx="7967">
                  <c:v>7.074</c:v>
                </c:pt>
                <c:pt idx="7968">
                  <c:v>7.7</c:v>
                </c:pt>
                <c:pt idx="7969">
                  <c:v>7.1</c:v>
                </c:pt>
                <c:pt idx="7970">
                  <c:v>6.5</c:v>
                </c:pt>
                <c:pt idx="7971">
                  <c:v>7.9</c:v>
                </c:pt>
                <c:pt idx="7972">
                  <c:v>5.458</c:v>
                </c:pt>
                <c:pt idx="7973">
                  <c:v>4.4</c:v>
                </c:pt>
                <c:pt idx="7974">
                  <c:v>7.9</c:v>
                </c:pt>
                <c:pt idx="7975">
                  <c:v>7.1</c:v>
                </c:pt>
                <c:pt idx="7976">
                  <c:v>7.423</c:v>
                </c:pt>
                <c:pt idx="7977">
                  <c:v>5.5</c:v>
                </c:pt>
                <c:pt idx="7978">
                  <c:v>7.1</c:v>
                </c:pt>
                <c:pt idx="7979">
                  <c:v>5.1</c:v>
                </c:pt>
                <c:pt idx="7980">
                  <c:v>5.2</c:v>
                </c:pt>
                <c:pt idx="7981">
                  <c:v>7</c:v>
                </c:pt>
                <c:pt idx="7982">
                  <c:v>7.4</c:v>
                </c:pt>
                <c:pt idx="7983">
                  <c:v>8.4</c:v>
                </c:pt>
                <c:pt idx="7984">
                  <c:v>7.1</c:v>
                </c:pt>
                <c:pt idx="7985">
                  <c:v>6.7</c:v>
                </c:pt>
                <c:pt idx="7986">
                  <c:v>6.2</c:v>
                </c:pt>
                <c:pt idx="7987">
                  <c:v>7.5</c:v>
                </c:pt>
                <c:pt idx="7988">
                  <c:v>7.3</c:v>
                </c:pt>
                <c:pt idx="7989">
                  <c:v>6.9</c:v>
                </c:pt>
                <c:pt idx="7990">
                  <c:v>5.1</c:v>
                </c:pt>
                <c:pt idx="7991">
                  <c:v>7.137</c:v>
                </c:pt>
                <c:pt idx="7992">
                  <c:v>7</c:v>
                </c:pt>
                <c:pt idx="7993">
                  <c:v>6.1</c:v>
                </c:pt>
                <c:pt idx="7994">
                  <c:v>6.6</c:v>
                </c:pt>
                <c:pt idx="7995">
                  <c:v>7</c:v>
                </c:pt>
                <c:pt idx="7996">
                  <c:v>6</c:v>
                </c:pt>
                <c:pt idx="7997">
                  <c:v>7.1</c:v>
                </c:pt>
                <c:pt idx="7998">
                  <c:v>5.4</c:v>
                </c:pt>
                <c:pt idx="7999">
                  <c:v>6.6</c:v>
                </c:pt>
                <c:pt idx="8000">
                  <c:v>7.7</c:v>
                </c:pt>
                <c:pt idx="8001">
                  <c:v>7.2</c:v>
                </c:pt>
                <c:pt idx="8002">
                  <c:v>6.4</c:v>
                </c:pt>
                <c:pt idx="8003">
                  <c:v>7.3</c:v>
                </c:pt>
                <c:pt idx="8004">
                  <c:v>6.7</c:v>
                </c:pt>
                <c:pt idx="8005">
                  <c:v>5.5</c:v>
                </c:pt>
                <c:pt idx="8006">
                  <c:v>6.4</c:v>
                </c:pt>
                <c:pt idx="8007">
                  <c:v>6.3</c:v>
                </c:pt>
                <c:pt idx="8008">
                  <c:v>5.8</c:v>
                </c:pt>
                <c:pt idx="8009">
                  <c:v>7.1</c:v>
                </c:pt>
                <c:pt idx="8010">
                  <c:v>5.5</c:v>
                </c:pt>
                <c:pt idx="8011">
                  <c:v>5.6</c:v>
                </c:pt>
                <c:pt idx="8012">
                  <c:v>6.7</c:v>
                </c:pt>
                <c:pt idx="8013">
                  <c:v>5.469</c:v>
                </c:pt>
                <c:pt idx="8014">
                  <c:v>6.343</c:v>
                </c:pt>
                <c:pt idx="8015">
                  <c:v>7</c:v>
                </c:pt>
                <c:pt idx="8016">
                  <c:v>7.323</c:v>
                </c:pt>
                <c:pt idx="8017">
                  <c:v>6</c:v>
                </c:pt>
                <c:pt idx="8018">
                  <c:v>6.773</c:v>
                </c:pt>
                <c:pt idx="8019">
                  <c:v>5.3</c:v>
                </c:pt>
                <c:pt idx="8020">
                  <c:v>5.8</c:v>
                </c:pt>
                <c:pt idx="8021">
                  <c:v>7.367</c:v>
                </c:pt>
                <c:pt idx="8022">
                  <c:v>6.2</c:v>
                </c:pt>
                <c:pt idx="8023">
                  <c:v>7.1</c:v>
                </c:pt>
                <c:pt idx="8024">
                  <c:v>6.4</c:v>
                </c:pt>
                <c:pt idx="8025">
                  <c:v>7.3</c:v>
                </c:pt>
                <c:pt idx="8026">
                  <c:v>6.9</c:v>
                </c:pt>
                <c:pt idx="8027">
                  <c:v>6.6</c:v>
                </c:pt>
                <c:pt idx="8028">
                  <c:v>6.7</c:v>
                </c:pt>
                <c:pt idx="8029">
                  <c:v>5.9</c:v>
                </c:pt>
                <c:pt idx="8030">
                  <c:v>5.7</c:v>
                </c:pt>
                <c:pt idx="8031">
                  <c:v>5.4</c:v>
                </c:pt>
                <c:pt idx="8032">
                  <c:v>7</c:v>
                </c:pt>
                <c:pt idx="8033">
                  <c:v>6.1</c:v>
                </c:pt>
                <c:pt idx="8034">
                  <c:v>7</c:v>
                </c:pt>
                <c:pt idx="8035">
                  <c:v>6.9</c:v>
                </c:pt>
                <c:pt idx="8036">
                  <c:v>5.8</c:v>
                </c:pt>
                <c:pt idx="8037">
                  <c:v>7.6</c:v>
                </c:pt>
                <c:pt idx="8038">
                  <c:v>5.8</c:v>
                </c:pt>
                <c:pt idx="8039">
                  <c:v>6.1</c:v>
                </c:pt>
                <c:pt idx="8040">
                  <c:v>7.6</c:v>
                </c:pt>
                <c:pt idx="8041">
                  <c:v>8.1</c:v>
                </c:pt>
                <c:pt idx="8042">
                  <c:v>6.1</c:v>
                </c:pt>
                <c:pt idx="8043">
                  <c:v>7.5</c:v>
                </c:pt>
                <c:pt idx="8044">
                  <c:v>7.8</c:v>
                </c:pt>
                <c:pt idx="8045">
                  <c:v>6.681</c:v>
                </c:pt>
                <c:pt idx="8046">
                  <c:v>4.482</c:v>
                </c:pt>
                <c:pt idx="8047">
                  <c:v>6.7</c:v>
                </c:pt>
                <c:pt idx="8048">
                  <c:v>5.9</c:v>
                </c:pt>
                <c:pt idx="8049">
                  <c:v>5.7</c:v>
                </c:pt>
                <c:pt idx="8050">
                  <c:v>6.1</c:v>
                </c:pt>
                <c:pt idx="8051">
                  <c:v>5.2</c:v>
                </c:pt>
                <c:pt idx="8052">
                  <c:v>6.013</c:v>
                </c:pt>
                <c:pt idx="8053">
                  <c:v>6</c:v>
                </c:pt>
                <c:pt idx="8054">
                  <c:v>5.9</c:v>
                </c:pt>
                <c:pt idx="8055">
                  <c:v>5.6</c:v>
                </c:pt>
                <c:pt idx="8056">
                  <c:v>5.9</c:v>
                </c:pt>
                <c:pt idx="8057">
                  <c:v>6.3</c:v>
                </c:pt>
                <c:pt idx="8058">
                  <c:v>6.6</c:v>
                </c:pt>
                <c:pt idx="8059">
                  <c:v>6.1</c:v>
                </c:pt>
                <c:pt idx="8060">
                  <c:v>6.834</c:v>
                </c:pt>
                <c:pt idx="8061">
                  <c:v>5</c:v>
                </c:pt>
                <c:pt idx="8062">
                  <c:v>7.2</c:v>
                </c:pt>
                <c:pt idx="8063">
                  <c:v>5.6</c:v>
                </c:pt>
                <c:pt idx="8064">
                  <c:v>6.5</c:v>
                </c:pt>
                <c:pt idx="8065">
                  <c:v>6.9</c:v>
                </c:pt>
                <c:pt idx="8066">
                  <c:v>6.6</c:v>
                </c:pt>
                <c:pt idx="8067">
                  <c:v>6.604</c:v>
                </c:pt>
                <c:pt idx="8068">
                  <c:v>6.521</c:v>
                </c:pt>
                <c:pt idx="8069">
                  <c:v>6.9</c:v>
                </c:pt>
                <c:pt idx="8070">
                  <c:v>6.4</c:v>
                </c:pt>
                <c:pt idx="8071">
                  <c:v>7.6</c:v>
                </c:pt>
                <c:pt idx="8072">
                  <c:v>5.9</c:v>
                </c:pt>
                <c:pt idx="8073">
                  <c:v>6.365</c:v>
                </c:pt>
                <c:pt idx="8074">
                  <c:v>6.4</c:v>
                </c:pt>
                <c:pt idx="8075">
                  <c:v>7.1</c:v>
                </c:pt>
                <c:pt idx="8076">
                  <c:v>6.9</c:v>
                </c:pt>
                <c:pt idx="8077">
                  <c:v>5.9</c:v>
                </c:pt>
                <c:pt idx="8078">
                  <c:v>5.8</c:v>
                </c:pt>
                <c:pt idx="8079">
                  <c:v>6.7</c:v>
                </c:pt>
                <c:pt idx="8080">
                  <c:v>7.3</c:v>
                </c:pt>
                <c:pt idx="8081">
                  <c:v>6.7</c:v>
                </c:pt>
                <c:pt idx="8082">
                  <c:v>6</c:v>
                </c:pt>
                <c:pt idx="8083">
                  <c:v>6.4</c:v>
                </c:pt>
                <c:pt idx="8084">
                  <c:v>5.3</c:v>
                </c:pt>
                <c:pt idx="8085">
                  <c:v>5.8</c:v>
                </c:pt>
                <c:pt idx="8086">
                  <c:v>6.596</c:v>
                </c:pt>
                <c:pt idx="8087">
                  <c:v>7.577</c:v>
                </c:pt>
                <c:pt idx="8088">
                  <c:v>6.3</c:v>
                </c:pt>
                <c:pt idx="8089">
                  <c:v>6.633</c:v>
                </c:pt>
                <c:pt idx="8090">
                  <c:v>5.291</c:v>
                </c:pt>
                <c:pt idx="8091">
                  <c:v>6.1</c:v>
                </c:pt>
                <c:pt idx="8092">
                  <c:v>7.2</c:v>
                </c:pt>
                <c:pt idx="8093">
                  <c:v>7.497</c:v>
                </c:pt>
                <c:pt idx="8094">
                  <c:v>7.221</c:v>
                </c:pt>
                <c:pt idx="8095">
                  <c:v>5.5</c:v>
                </c:pt>
                <c:pt idx="8096">
                  <c:v>7.473</c:v>
                </c:pt>
                <c:pt idx="8097">
                  <c:v>5.4</c:v>
                </c:pt>
                <c:pt idx="8098">
                  <c:v>5.9</c:v>
                </c:pt>
                <c:pt idx="8099">
                  <c:v>4.7</c:v>
                </c:pt>
                <c:pt idx="8100">
                  <c:v>5.8</c:v>
                </c:pt>
                <c:pt idx="8101">
                  <c:v>5.2</c:v>
                </c:pt>
                <c:pt idx="8102">
                  <c:v>5.191</c:v>
                </c:pt>
                <c:pt idx="8103">
                  <c:v>7.138</c:v>
                </c:pt>
                <c:pt idx="8104">
                  <c:v>6.597</c:v>
                </c:pt>
                <c:pt idx="8105">
                  <c:v>5.8</c:v>
                </c:pt>
                <c:pt idx="8106">
                  <c:v>7.3</c:v>
                </c:pt>
                <c:pt idx="8107">
                  <c:v>5.1</c:v>
                </c:pt>
                <c:pt idx="8108">
                  <c:v>6.8</c:v>
                </c:pt>
                <c:pt idx="8109">
                  <c:v>6.4</c:v>
                </c:pt>
                <c:pt idx="8110">
                  <c:v>6.3</c:v>
                </c:pt>
                <c:pt idx="8111">
                  <c:v>7.564</c:v>
                </c:pt>
                <c:pt idx="8112">
                  <c:v>5.5</c:v>
                </c:pt>
                <c:pt idx="8113">
                  <c:v>6.235</c:v>
                </c:pt>
                <c:pt idx="8114">
                  <c:v>6.7</c:v>
                </c:pt>
                <c:pt idx="8115">
                  <c:v>5.7</c:v>
                </c:pt>
                <c:pt idx="8116">
                  <c:v>7.9</c:v>
                </c:pt>
                <c:pt idx="8117">
                  <c:v>7.4</c:v>
                </c:pt>
                <c:pt idx="8118">
                  <c:v>6.1</c:v>
                </c:pt>
                <c:pt idx="8119">
                  <c:v>5.634</c:v>
                </c:pt>
                <c:pt idx="8120">
                  <c:v>7.2</c:v>
                </c:pt>
                <c:pt idx="8121">
                  <c:v>5.4</c:v>
                </c:pt>
                <c:pt idx="8122">
                  <c:v>5.22</c:v>
                </c:pt>
                <c:pt idx="8123">
                  <c:v>6.2</c:v>
                </c:pt>
                <c:pt idx="8124">
                  <c:v>6.3</c:v>
                </c:pt>
                <c:pt idx="8125">
                  <c:v>6</c:v>
                </c:pt>
                <c:pt idx="8126">
                  <c:v>6.709</c:v>
                </c:pt>
                <c:pt idx="8127">
                  <c:v>6.2</c:v>
                </c:pt>
                <c:pt idx="8128">
                  <c:v>6.3</c:v>
                </c:pt>
                <c:pt idx="8129">
                  <c:v>6.48</c:v>
                </c:pt>
                <c:pt idx="8130">
                  <c:v>6.4</c:v>
                </c:pt>
                <c:pt idx="8131">
                  <c:v>7.094</c:v>
                </c:pt>
                <c:pt idx="8132">
                  <c:v>6.7</c:v>
                </c:pt>
                <c:pt idx="8133">
                  <c:v>5.4</c:v>
                </c:pt>
                <c:pt idx="8134">
                  <c:v>6.364</c:v>
                </c:pt>
                <c:pt idx="8135">
                  <c:v>7.8</c:v>
                </c:pt>
                <c:pt idx="8136">
                  <c:v>6.677</c:v>
                </c:pt>
                <c:pt idx="8137">
                  <c:v>4.6</c:v>
                </c:pt>
                <c:pt idx="8138">
                  <c:v>7.032</c:v>
                </c:pt>
                <c:pt idx="8139">
                  <c:v>6.6</c:v>
                </c:pt>
                <c:pt idx="8140">
                  <c:v>7.2</c:v>
                </c:pt>
                <c:pt idx="8141">
                  <c:v>6.4</c:v>
                </c:pt>
                <c:pt idx="8142">
                  <c:v>6.8</c:v>
                </c:pt>
                <c:pt idx="8143">
                  <c:v>5.7</c:v>
                </c:pt>
                <c:pt idx="8144">
                  <c:v>5.4</c:v>
                </c:pt>
                <c:pt idx="8145">
                  <c:v>7.1</c:v>
                </c:pt>
                <c:pt idx="8146">
                  <c:v>6.4</c:v>
                </c:pt>
                <c:pt idx="8147">
                  <c:v>7</c:v>
                </c:pt>
                <c:pt idx="8148">
                  <c:v>5.6</c:v>
                </c:pt>
                <c:pt idx="8149">
                  <c:v>6.3</c:v>
                </c:pt>
                <c:pt idx="8150">
                  <c:v>6.6</c:v>
                </c:pt>
                <c:pt idx="8151">
                  <c:v>7.8</c:v>
                </c:pt>
                <c:pt idx="8152">
                  <c:v>6</c:v>
                </c:pt>
                <c:pt idx="8153">
                  <c:v>6.85</c:v>
                </c:pt>
                <c:pt idx="8154">
                  <c:v>7.2</c:v>
                </c:pt>
                <c:pt idx="8155">
                  <c:v>6.5</c:v>
                </c:pt>
                <c:pt idx="8156">
                  <c:v>7.7</c:v>
                </c:pt>
                <c:pt idx="8157">
                  <c:v>6.13</c:v>
                </c:pt>
                <c:pt idx="8158">
                  <c:v>6.283</c:v>
                </c:pt>
                <c:pt idx="8159">
                  <c:v>7.2</c:v>
                </c:pt>
                <c:pt idx="8160">
                  <c:v>7.2</c:v>
                </c:pt>
                <c:pt idx="8161">
                  <c:v>7.6</c:v>
                </c:pt>
                <c:pt idx="8162">
                  <c:v>5</c:v>
                </c:pt>
                <c:pt idx="8163">
                  <c:v>7.5</c:v>
                </c:pt>
                <c:pt idx="8164">
                  <c:v>5.342</c:v>
                </c:pt>
                <c:pt idx="8165">
                  <c:v>6.008</c:v>
                </c:pt>
                <c:pt idx="8166">
                  <c:v>6.7</c:v>
                </c:pt>
                <c:pt idx="8167">
                  <c:v>6.3</c:v>
                </c:pt>
                <c:pt idx="8168">
                  <c:v>7.1</c:v>
                </c:pt>
                <c:pt idx="8169">
                  <c:v>7.3</c:v>
                </c:pt>
                <c:pt idx="8170">
                  <c:v>6.2</c:v>
                </c:pt>
                <c:pt idx="8171">
                  <c:v>6.1</c:v>
                </c:pt>
                <c:pt idx="8172">
                  <c:v>5.9</c:v>
                </c:pt>
                <c:pt idx="8173">
                  <c:v>6.7</c:v>
                </c:pt>
                <c:pt idx="8174">
                  <c:v>6.8</c:v>
                </c:pt>
                <c:pt idx="8175">
                  <c:v>6.5</c:v>
                </c:pt>
                <c:pt idx="8176">
                  <c:v>7</c:v>
                </c:pt>
                <c:pt idx="8177">
                  <c:v>6.395</c:v>
                </c:pt>
                <c:pt idx="8178">
                  <c:v>5.9</c:v>
                </c:pt>
                <c:pt idx="8179">
                  <c:v>5.4</c:v>
                </c:pt>
                <c:pt idx="8180">
                  <c:v>5.3</c:v>
                </c:pt>
                <c:pt idx="8181">
                  <c:v>5.3</c:v>
                </c:pt>
                <c:pt idx="8182">
                  <c:v>7.4</c:v>
                </c:pt>
                <c:pt idx="8183">
                  <c:v>6.5</c:v>
                </c:pt>
                <c:pt idx="8184">
                  <c:v>5.966</c:v>
                </c:pt>
                <c:pt idx="8185">
                  <c:v>6.8</c:v>
                </c:pt>
                <c:pt idx="8186">
                  <c:v>5.9</c:v>
                </c:pt>
                <c:pt idx="8187">
                  <c:v>5.671</c:v>
                </c:pt>
                <c:pt idx="8188">
                  <c:v>6.547</c:v>
                </c:pt>
                <c:pt idx="8189">
                  <c:v>6.1</c:v>
                </c:pt>
                <c:pt idx="8190">
                  <c:v>6.2</c:v>
                </c:pt>
                <c:pt idx="8191">
                  <c:v>6.1</c:v>
                </c:pt>
                <c:pt idx="8192">
                  <c:v>4.1</c:v>
                </c:pt>
                <c:pt idx="8193">
                  <c:v>7.4</c:v>
                </c:pt>
                <c:pt idx="8194">
                  <c:v>5.8</c:v>
                </c:pt>
                <c:pt idx="8195">
                  <c:v>7.451</c:v>
                </c:pt>
                <c:pt idx="8196">
                  <c:v>6.8</c:v>
                </c:pt>
                <c:pt idx="8197">
                  <c:v>6.822</c:v>
                </c:pt>
                <c:pt idx="8198">
                  <c:v>6.6</c:v>
                </c:pt>
                <c:pt idx="8199">
                  <c:v>7.3</c:v>
                </c:pt>
                <c:pt idx="8200">
                  <c:v>8.3</c:v>
                </c:pt>
                <c:pt idx="8201">
                  <c:v>5.846</c:v>
                </c:pt>
                <c:pt idx="8202">
                  <c:v>6.7</c:v>
                </c:pt>
                <c:pt idx="8203">
                  <c:v>7.2</c:v>
                </c:pt>
                <c:pt idx="8204">
                  <c:v>6.2</c:v>
                </c:pt>
                <c:pt idx="8205">
                  <c:v>6.8</c:v>
                </c:pt>
                <c:pt idx="8206">
                  <c:v>4</c:v>
                </c:pt>
                <c:pt idx="8207">
                  <c:v>7.4</c:v>
                </c:pt>
                <c:pt idx="8208">
                  <c:v>6.5</c:v>
                </c:pt>
                <c:pt idx="8209">
                  <c:v>6.8</c:v>
                </c:pt>
                <c:pt idx="8210">
                  <c:v>7.018</c:v>
                </c:pt>
                <c:pt idx="8211">
                  <c:v>7.1</c:v>
                </c:pt>
                <c:pt idx="8212">
                  <c:v>4.981</c:v>
                </c:pt>
                <c:pt idx="8213">
                  <c:v>5.8</c:v>
                </c:pt>
                <c:pt idx="8214">
                  <c:v>6.6</c:v>
                </c:pt>
                <c:pt idx="8215">
                  <c:v>4.2</c:v>
                </c:pt>
                <c:pt idx="8216">
                  <c:v>7.5</c:v>
                </c:pt>
                <c:pt idx="8217">
                  <c:v>4.857</c:v>
                </c:pt>
                <c:pt idx="8218">
                  <c:v>6.5</c:v>
                </c:pt>
                <c:pt idx="8219">
                  <c:v>7.779</c:v>
                </c:pt>
                <c:pt idx="8220">
                  <c:v>5.9</c:v>
                </c:pt>
                <c:pt idx="8221">
                  <c:v>6.8</c:v>
                </c:pt>
                <c:pt idx="8222">
                  <c:v>7.9</c:v>
                </c:pt>
                <c:pt idx="8223">
                  <c:v>6.9</c:v>
                </c:pt>
                <c:pt idx="8224">
                  <c:v>5.9</c:v>
                </c:pt>
                <c:pt idx="8225">
                  <c:v>5.247</c:v>
                </c:pt>
                <c:pt idx="8226">
                  <c:v>6.9</c:v>
                </c:pt>
                <c:pt idx="8227">
                  <c:v>6.4</c:v>
                </c:pt>
                <c:pt idx="8228">
                  <c:v>5.9</c:v>
                </c:pt>
                <c:pt idx="8229">
                  <c:v>6.8</c:v>
                </c:pt>
                <c:pt idx="8230">
                  <c:v>6.1</c:v>
                </c:pt>
                <c:pt idx="8231">
                  <c:v>6</c:v>
                </c:pt>
                <c:pt idx="8232">
                  <c:v>8.7</c:v>
                </c:pt>
                <c:pt idx="8233">
                  <c:v>7.5</c:v>
                </c:pt>
                <c:pt idx="8234">
                  <c:v>5.3</c:v>
                </c:pt>
                <c:pt idx="8235">
                  <c:v>4.6</c:v>
                </c:pt>
                <c:pt idx="8236">
                  <c:v>6.264</c:v>
                </c:pt>
                <c:pt idx="8237">
                  <c:v>6.8</c:v>
                </c:pt>
                <c:pt idx="8238">
                  <c:v>7.106</c:v>
                </c:pt>
                <c:pt idx="8239">
                  <c:v>6.535</c:v>
                </c:pt>
                <c:pt idx="8240">
                  <c:v>7.4</c:v>
                </c:pt>
                <c:pt idx="8241">
                  <c:v>5.6</c:v>
                </c:pt>
                <c:pt idx="8242">
                  <c:v>6.118</c:v>
                </c:pt>
                <c:pt idx="8243">
                  <c:v>7.1</c:v>
                </c:pt>
                <c:pt idx="8244">
                  <c:v>4.51</c:v>
                </c:pt>
                <c:pt idx="8245">
                  <c:v>5.9</c:v>
                </c:pt>
                <c:pt idx="8246">
                  <c:v>7.5</c:v>
                </c:pt>
                <c:pt idx="8247">
                  <c:v>6.544</c:v>
                </c:pt>
                <c:pt idx="8248">
                  <c:v>7</c:v>
                </c:pt>
                <c:pt idx="8249">
                  <c:v>7.7</c:v>
                </c:pt>
                <c:pt idx="8250">
                  <c:v>5.7</c:v>
                </c:pt>
                <c:pt idx="8251">
                  <c:v>7.603</c:v>
                </c:pt>
                <c:pt idx="8252">
                  <c:v>8.4</c:v>
                </c:pt>
                <c:pt idx="8253">
                  <c:v>7</c:v>
                </c:pt>
                <c:pt idx="8254">
                  <c:v>6.822</c:v>
                </c:pt>
                <c:pt idx="8255">
                  <c:v>6.9</c:v>
                </c:pt>
                <c:pt idx="8256">
                  <c:v>6.7</c:v>
                </c:pt>
                <c:pt idx="8257">
                  <c:v>5.983</c:v>
                </c:pt>
                <c:pt idx="8258">
                  <c:v>6.2</c:v>
                </c:pt>
                <c:pt idx="8259">
                  <c:v>5.7</c:v>
                </c:pt>
                <c:pt idx="8260">
                  <c:v>8.1</c:v>
                </c:pt>
                <c:pt idx="8261">
                  <c:v>6.6</c:v>
                </c:pt>
                <c:pt idx="8262">
                  <c:v>6.4</c:v>
                </c:pt>
                <c:pt idx="8263">
                  <c:v>7.777</c:v>
                </c:pt>
                <c:pt idx="8264">
                  <c:v>5.9</c:v>
                </c:pt>
                <c:pt idx="8265">
                  <c:v>6</c:v>
                </c:pt>
                <c:pt idx="8266">
                  <c:v>6.9</c:v>
                </c:pt>
                <c:pt idx="8267">
                  <c:v>5.7</c:v>
                </c:pt>
                <c:pt idx="8268">
                  <c:v>4.6</c:v>
                </c:pt>
                <c:pt idx="8269">
                  <c:v>6</c:v>
                </c:pt>
                <c:pt idx="8270">
                  <c:v>6.9</c:v>
                </c:pt>
                <c:pt idx="8271">
                  <c:v>6.784</c:v>
                </c:pt>
                <c:pt idx="8272">
                  <c:v>6.818</c:v>
                </c:pt>
                <c:pt idx="8273">
                  <c:v>6.9</c:v>
                </c:pt>
                <c:pt idx="8274">
                  <c:v>6.5</c:v>
                </c:pt>
                <c:pt idx="8275">
                  <c:v>6.777</c:v>
                </c:pt>
                <c:pt idx="8276">
                  <c:v>7.1</c:v>
                </c:pt>
                <c:pt idx="8277">
                  <c:v>5.2</c:v>
                </c:pt>
                <c:pt idx="8278">
                  <c:v>5.3</c:v>
                </c:pt>
                <c:pt idx="8279">
                  <c:v>8.232</c:v>
                </c:pt>
                <c:pt idx="8280">
                  <c:v>6.1</c:v>
                </c:pt>
                <c:pt idx="8281">
                  <c:v>6.7</c:v>
                </c:pt>
                <c:pt idx="8282">
                  <c:v>7</c:v>
                </c:pt>
                <c:pt idx="8283">
                  <c:v>5.1</c:v>
                </c:pt>
                <c:pt idx="8284">
                  <c:v>5.8</c:v>
                </c:pt>
                <c:pt idx="8285">
                  <c:v>7.7</c:v>
                </c:pt>
                <c:pt idx="8286">
                  <c:v>7.6</c:v>
                </c:pt>
                <c:pt idx="8287">
                  <c:v>6.191</c:v>
                </c:pt>
                <c:pt idx="8288">
                  <c:v>6.2</c:v>
                </c:pt>
                <c:pt idx="8289">
                  <c:v>7.5</c:v>
                </c:pt>
                <c:pt idx="8290">
                  <c:v>5.2</c:v>
                </c:pt>
                <c:pt idx="8291">
                  <c:v>6.6</c:v>
                </c:pt>
                <c:pt idx="8292">
                  <c:v>6.4</c:v>
                </c:pt>
                <c:pt idx="8293">
                  <c:v>6.5</c:v>
                </c:pt>
                <c:pt idx="8294">
                  <c:v>6.654</c:v>
                </c:pt>
                <c:pt idx="8295">
                  <c:v>7.6</c:v>
                </c:pt>
                <c:pt idx="8296">
                  <c:v>4.9</c:v>
                </c:pt>
                <c:pt idx="8297">
                  <c:v>7.1</c:v>
                </c:pt>
                <c:pt idx="8298">
                  <c:v>5.908</c:v>
                </c:pt>
                <c:pt idx="8299">
                  <c:v>8.1</c:v>
                </c:pt>
                <c:pt idx="8300">
                  <c:v>6.2</c:v>
                </c:pt>
                <c:pt idx="8301">
                  <c:v>6.888</c:v>
                </c:pt>
                <c:pt idx="8302">
                  <c:v>6.4</c:v>
                </c:pt>
                <c:pt idx="8303">
                  <c:v>8.5</c:v>
                </c:pt>
                <c:pt idx="8304">
                  <c:v>6.5</c:v>
                </c:pt>
                <c:pt idx="8305">
                  <c:v>7.4</c:v>
                </c:pt>
                <c:pt idx="8306">
                  <c:v>5.7</c:v>
                </c:pt>
                <c:pt idx="8307">
                  <c:v>7.2</c:v>
                </c:pt>
                <c:pt idx="8308">
                  <c:v>8.548</c:v>
                </c:pt>
                <c:pt idx="8309">
                  <c:v>6.6</c:v>
                </c:pt>
                <c:pt idx="8310">
                  <c:v>6.047</c:v>
                </c:pt>
                <c:pt idx="8311">
                  <c:v>6.4</c:v>
                </c:pt>
                <c:pt idx="8312">
                  <c:v>7.6</c:v>
                </c:pt>
                <c:pt idx="8313">
                  <c:v>6</c:v>
                </c:pt>
                <c:pt idx="8314">
                  <c:v>6.1</c:v>
                </c:pt>
                <c:pt idx="8315">
                  <c:v>6.4</c:v>
                </c:pt>
                <c:pt idx="8316">
                  <c:v>5.7</c:v>
                </c:pt>
                <c:pt idx="8317">
                  <c:v>6.7</c:v>
                </c:pt>
                <c:pt idx="8318">
                  <c:v>7.2</c:v>
                </c:pt>
                <c:pt idx="8319">
                  <c:v>5.3</c:v>
                </c:pt>
                <c:pt idx="8320">
                  <c:v>6.5</c:v>
                </c:pt>
                <c:pt idx="8321">
                  <c:v>5.3</c:v>
                </c:pt>
                <c:pt idx="8322">
                  <c:v>5.84</c:v>
                </c:pt>
                <c:pt idx="8323">
                  <c:v>6.8</c:v>
                </c:pt>
                <c:pt idx="8324">
                  <c:v>6.2</c:v>
                </c:pt>
                <c:pt idx="8325">
                  <c:v>6.2</c:v>
                </c:pt>
                <c:pt idx="8326">
                  <c:v>5.844</c:v>
                </c:pt>
                <c:pt idx="8327">
                  <c:v>7.6</c:v>
                </c:pt>
                <c:pt idx="8328">
                  <c:v>6.921</c:v>
                </c:pt>
                <c:pt idx="8329">
                  <c:v>7</c:v>
                </c:pt>
                <c:pt idx="8330">
                  <c:v>5.5</c:v>
                </c:pt>
                <c:pt idx="8331">
                  <c:v>4.3</c:v>
                </c:pt>
                <c:pt idx="8332">
                  <c:v>5.754</c:v>
                </c:pt>
                <c:pt idx="8333">
                  <c:v>6.007</c:v>
                </c:pt>
                <c:pt idx="8334">
                  <c:v>5.4</c:v>
                </c:pt>
                <c:pt idx="8335">
                  <c:v>7.2</c:v>
                </c:pt>
                <c:pt idx="8336">
                  <c:v>7.1</c:v>
                </c:pt>
                <c:pt idx="8337">
                  <c:v>6.8</c:v>
                </c:pt>
                <c:pt idx="8338">
                  <c:v>6.5</c:v>
                </c:pt>
                <c:pt idx="8339">
                  <c:v>6.1</c:v>
                </c:pt>
                <c:pt idx="8340">
                  <c:v>5.5</c:v>
                </c:pt>
                <c:pt idx="8341">
                  <c:v>7.29</c:v>
                </c:pt>
                <c:pt idx="8342">
                  <c:v>5.5</c:v>
                </c:pt>
                <c:pt idx="8343">
                  <c:v>5.9</c:v>
                </c:pt>
                <c:pt idx="8344">
                  <c:v>5.3</c:v>
                </c:pt>
                <c:pt idx="8345">
                  <c:v>7</c:v>
                </c:pt>
                <c:pt idx="8346">
                  <c:v>7.6</c:v>
                </c:pt>
                <c:pt idx="8347">
                  <c:v>7.1</c:v>
                </c:pt>
                <c:pt idx="8348">
                  <c:v>5.935</c:v>
                </c:pt>
                <c:pt idx="8349">
                  <c:v>5.8</c:v>
                </c:pt>
                <c:pt idx="8350">
                  <c:v>5.9</c:v>
                </c:pt>
                <c:pt idx="8351">
                  <c:v>6.4</c:v>
                </c:pt>
                <c:pt idx="8352">
                  <c:v>5.5</c:v>
                </c:pt>
                <c:pt idx="8353">
                  <c:v>7.4</c:v>
                </c:pt>
                <c:pt idx="8354">
                  <c:v>7.8</c:v>
                </c:pt>
                <c:pt idx="8355">
                  <c:v>6.5</c:v>
                </c:pt>
                <c:pt idx="8356">
                  <c:v>5.1</c:v>
                </c:pt>
                <c:pt idx="8357">
                  <c:v>8.3</c:v>
                </c:pt>
                <c:pt idx="8358">
                  <c:v>4.4</c:v>
                </c:pt>
                <c:pt idx="8359">
                  <c:v>5.4</c:v>
                </c:pt>
                <c:pt idx="8360">
                  <c:v>5.8</c:v>
                </c:pt>
                <c:pt idx="8361">
                  <c:v>5.5</c:v>
                </c:pt>
                <c:pt idx="8362">
                  <c:v>7.266</c:v>
                </c:pt>
                <c:pt idx="8363">
                  <c:v>7</c:v>
                </c:pt>
                <c:pt idx="8364">
                  <c:v>4.8</c:v>
                </c:pt>
                <c:pt idx="8365">
                  <c:v>6.7</c:v>
                </c:pt>
                <c:pt idx="8366">
                  <c:v>7.3</c:v>
                </c:pt>
                <c:pt idx="8367">
                  <c:v>6.2</c:v>
                </c:pt>
                <c:pt idx="8368">
                  <c:v>4.4</c:v>
                </c:pt>
                <c:pt idx="8369">
                  <c:v>6.3</c:v>
                </c:pt>
                <c:pt idx="8370">
                  <c:v>6.4</c:v>
                </c:pt>
                <c:pt idx="8371">
                  <c:v>6.9</c:v>
                </c:pt>
                <c:pt idx="8372">
                  <c:v>7</c:v>
                </c:pt>
                <c:pt idx="8373">
                  <c:v>5.927</c:v>
                </c:pt>
                <c:pt idx="8374">
                  <c:v>7.8</c:v>
                </c:pt>
                <c:pt idx="8375">
                  <c:v>6.7</c:v>
                </c:pt>
                <c:pt idx="8376">
                  <c:v>5.87</c:v>
                </c:pt>
                <c:pt idx="8377">
                  <c:v>7.5</c:v>
                </c:pt>
                <c:pt idx="8378">
                  <c:v>5</c:v>
                </c:pt>
                <c:pt idx="8379">
                  <c:v>7.5</c:v>
                </c:pt>
                <c:pt idx="8380">
                  <c:v>7.4</c:v>
                </c:pt>
                <c:pt idx="8381">
                  <c:v>6.7</c:v>
                </c:pt>
                <c:pt idx="8382">
                  <c:v>7.2</c:v>
                </c:pt>
                <c:pt idx="8383">
                  <c:v>7</c:v>
                </c:pt>
                <c:pt idx="8384">
                  <c:v>7.1</c:v>
                </c:pt>
                <c:pt idx="8385">
                  <c:v>5.2</c:v>
                </c:pt>
                <c:pt idx="8386">
                  <c:v>6.207</c:v>
                </c:pt>
                <c:pt idx="8387">
                  <c:v>7.1</c:v>
                </c:pt>
                <c:pt idx="8388">
                  <c:v>7</c:v>
                </c:pt>
                <c:pt idx="8389">
                  <c:v>7.649</c:v>
                </c:pt>
                <c:pt idx="8390">
                  <c:v>6.4</c:v>
                </c:pt>
                <c:pt idx="8391">
                  <c:v>7.1</c:v>
                </c:pt>
                <c:pt idx="8392">
                  <c:v>5.9</c:v>
                </c:pt>
                <c:pt idx="8393">
                  <c:v>6.5</c:v>
                </c:pt>
                <c:pt idx="8394">
                  <c:v>5.8</c:v>
                </c:pt>
                <c:pt idx="8395">
                  <c:v>6.2</c:v>
                </c:pt>
                <c:pt idx="8396">
                  <c:v>6.29</c:v>
                </c:pt>
                <c:pt idx="8397">
                  <c:v>6.1</c:v>
                </c:pt>
                <c:pt idx="8398">
                  <c:v>7.9</c:v>
                </c:pt>
                <c:pt idx="8399">
                  <c:v>7.1</c:v>
                </c:pt>
                <c:pt idx="8400">
                  <c:v>6</c:v>
                </c:pt>
                <c:pt idx="8401">
                  <c:v>7.1</c:v>
                </c:pt>
                <c:pt idx="8402">
                  <c:v>7.1</c:v>
                </c:pt>
                <c:pt idx="8403">
                  <c:v>5.4</c:v>
                </c:pt>
                <c:pt idx="8404">
                  <c:v>6.715</c:v>
                </c:pt>
                <c:pt idx="8405">
                  <c:v>5.7</c:v>
                </c:pt>
                <c:pt idx="8406">
                  <c:v>5.3</c:v>
                </c:pt>
                <c:pt idx="8407">
                  <c:v>7.2</c:v>
                </c:pt>
                <c:pt idx="8408">
                  <c:v>5.962</c:v>
                </c:pt>
                <c:pt idx="8409">
                  <c:v>7.6</c:v>
                </c:pt>
                <c:pt idx="8410">
                  <c:v>7.2</c:v>
                </c:pt>
                <c:pt idx="8411">
                  <c:v>6.2</c:v>
                </c:pt>
                <c:pt idx="8412">
                  <c:v>6.729</c:v>
                </c:pt>
                <c:pt idx="8413">
                  <c:v>6.5</c:v>
                </c:pt>
                <c:pt idx="8414">
                  <c:v>7.2</c:v>
                </c:pt>
                <c:pt idx="8415">
                  <c:v>6.9</c:v>
                </c:pt>
                <c:pt idx="8416">
                  <c:v>7.1</c:v>
                </c:pt>
                <c:pt idx="8417">
                  <c:v>5</c:v>
                </c:pt>
                <c:pt idx="8418">
                  <c:v>6.4</c:v>
                </c:pt>
                <c:pt idx="8419">
                  <c:v>6.3</c:v>
                </c:pt>
                <c:pt idx="8420">
                  <c:v>5.365</c:v>
                </c:pt>
                <c:pt idx="8421">
                  <c:v>6</c:v>
                </c:pt>
                <c:pt idx="8422">
                  <c:v>7</c:v>
                </c:pt>
                <c:pt idx="8423">
                  <c:v>5.5</c:v>
                </c:pt>
                <c:pt idx="8424">
                  <c:v>5.9</c:v>
                </c:pt>
                <c:pt idx="8425">
                  <c:v>5.68</c:v>
                </c:pt>
                <c:pt idx="8426">
                  <c:v>5.883</c:v>
                </c:pt>
                <c:pt idx="8427">
                  <c:v>6.9</c:v>
                </c:pt>
                <c:pt idx="8428">
                  <c:v>4.5</c:v>
                </c:pt>
                <c:pt idx="8429">
                  <c:v>6.9</c:v>
                </c:pt>
                <c:pt idx="8430">
                  <c:v>5.6</c:v>
                </c:pt>
                <c:pt idx="8431">
                  <c:v>4.4</c:v>
                </c:pt>
                <c:pt idx="8432">
                  <c:v>6.4</c:v>
                </c:pt>
                <c:pt idx="8433">
                  <c:v>5.246</c:v>
                </c:pt>
                <c:pt idx="8434">
                  <c:v>5</c:v>
                </c:pt>
                <c:pt idx="8435">
                  <c:v>6.1</c:v>
                </c:pt>
                <c:pt idx="8436">
                  <c:v>6.046</c:v>
                </c:pt>
                <c:pt idx="8437">
                  <c:v>5.8</c:v>
                </c:pt>
                <c:pt idx="8438">
                  <c:v>6.5</c:v>
                </c:pt>
                <c:pt idx="8439">
                  <c:v>6.86</c:v>
                </c:pt>
                <c:pt idx="8440">
                  <c:v>5</c:v>
                </c:pt>
                <c:pt idx="8441">
                  <c:v>5.986</c:v>
                </c:pt>
                <c:pt idx="8442">
                  <c:v>6.3</c:v>
                </c:pt>
                <c:pt idx="8443">
                  <c:v>5.5</c:v>
                </c:pt>
                <c:pt idx="8444">
                  <c:v>6</c:v>
                </c:pt>
                <c:pt idx="8445">
                  <c:v>6.3</c:v>
                </c:pt>
                <c:pt idx="8446">
                  <c:v>6.2</c:v>
                </c:pt>
                <c:pt idx="8447">
                  <c:v>5.595</c:v>
                </c:pt>
                <c:pt idx="8448">
                  <c:v>7.589</c:v>
                </c:pt>
                <c:pt idx="8449">
                  <c:v>6.8</c:v>
                </c:pt>
                <c:pt idx="8450">
                  <c:v>6.71</c:v>
                </c:pt>
                <c:pt idx="8451">
                  <c:v>5</c:v>
                </c:pt>
                <c:pt idx="8452">
                  <c:v>6.5</c:v>
                </c:pt>
                <c:pt idx="8453">
                  <c:v>6.7</c:v>
                </c:pt>
                <c:pt idx="8454">
                  <c:v>7</c:v>
                </c:pt>
                <c:pt idx="8455">
                  <c:v>6.151</c:v>
                </c:pt>
                <c:pt idx="8456">
                  <c:v>7.8</c:v>
                </c:pt>
                <c:pt idx="8457">
                  <c:v>7.6</c:v>
                </c:pt>
                <c:pt idx="8458">
                  <c:v>6.4</c:v>
                </c:pt>
                <c:pt idx="8459">
                  <c:v>3.9</c:v>
                </c:pt>
                <c:pt idx="8460">
                  <c:v>6.3</c:v>
                </c:pt>
                <c:pt idx="8461">
                  <c:v>5.2</c:v>
                </c:pt>
                <c:pt idx="8462">
                  <c:v>5.2</c:v>
                </c:pt>
                <c:pt idx="8463">
                  <c:v>6.6</c:v>
                </c:pt>
                <c:pt idx="8464">
                  <c:v>7.4</c:v>
                </c:pt>
                <c:pt idx="8465">
                  <c:v>7.9</c:v>
                </c:pt>
                <c:pt idx="8466">
                  <c:v>7.1</c:v>
                </c:pt>
                <c:pt idx="8467">
                  <c:v>5.1</c:v>
                </c:pt>
                <c:pt idx="8468">
                  <c:v>5.7</c:v>
                </c:pt>
                <c:pt idx="8469">
                  <c:v>6.462</c:v>
                </c:pt>
                <c:pt idx="8470">
                  <c:v>6.2</c:v>
                </c:pt>
                <c:pt idx="8471">
                  <c:v>5.6</c:v>
                </c:pt>
                <c:pt idx="8472">
                  <c:v>7.2</c:v>
                </c:pt>
                <c:pt idx="8473">
                  <c:v>6.3</c:v>
                </c:pt>
                <c:pt idx="8474">
                  <c:v>6.504</c:v>
                </c:pt>
                <c:pt idx="8475">
                  <c:v>5.514</c:v>
                </c:pt>
                <c:pt idx="8476">
                  <c:v>8.2</c:v>
                </c:pt>
                <c:pt idx="8477">
                  <c:v>5.7</c:v>
                </c:pt>
                <c:pt idx="8478">
                  <c:v>5.5</c:v>
                </c:pt>
                <c:pt idx="8479">
                  <c:v>7.7</c:v>
                </c:pt>
                <c:pt idx="8480">
                  <c:v>6.1</c:v>
                </c:pt>
                <c:pt idx="8481">
                  <c:v>5.79</c:v>
                </c:pt>
                <c:pt idx="8482">
                  <c:v>6.242</c:v>
                </c:pt>
                <c:pt idx="8483">
                  <c:v>5</c:v>
                </c:pt>
                <c:pt idx="8484">
                  <c:v>5.8</c:v>
                </c:pt>
                <c:pt idx="8485">
                  <c:v>5.8</c:v>
                </c:pt>
                <c:pt idx="8486">
                  <c:v>6.2</c:v>
                </c:pt>
                <c:pt idx="8487">
                  <c:v>6.7</c:v>
                </c:pt>
                <c:pt idx="8488">
                  <c:v>5.4</c:v>
                </c:pt>
                <c:pt idx="8489">
                  <c:v>6.6</c:v>
                </c:pt>
                <c:pt idx="8490">
                  <c:v>6.6</c:v>
                </c:pt>
                <c:pt idx="8491">
                  <c:v>6.908</c:v>
                </c:pt>
                <c:pt idx="8492">
                  <c:v>6.4</c:v>
                </c:pt>
                <c:pt idx="8493">
                  <c:v>6</c:v>
                </c:pt>
                <c:pt idx="8494">
                  <c:v>6.717</c:v>
                </c:pt>
                <c:pt idx="8495">
                  <c:v>5.6</c:v>
                </c:pt>
                <c:pt idx="8496">
                  <c:v>6</c:v>
                </c:pt>
                <c:pt idx="8497">
                  <c:v>5.2</c:v>
                </c:pt>
                <c:pt idx="8498">
                  <c:v>8.4</c:v>
                </c:pt>
                <c:pt idx="8499">
                  <c:v>5.9</c:v>
                </c:pt>
                <c:pt idx="8500">
                  <c:v>5.9</c:v>
                </c:pt>
                <c:pt idx="8501">
                  <c:v>6.5</c:v>
                </c:pt>
                <c:pt idx="8502">
                  <c:v>7.6</c:v>
                </c:pt>
                <c:pt idx="8503">
                  <c:v>7.6</c:v>
                </c:pt>
                <c:pt idx="8504">
                  <c:v>6.6</c:v>
                </c:pt>
                <c:pt idx="8505">
                  <c:v>5.6</c:v>
                </c:pt>
                <c:pt idx="8506">
                  <c:v>4.5</c:v>
                </c:pt>
                <c:pt idx="8507">
                  <c:v>7.115</c:v>
                </c:pt>
                <c:pt idx="8508">
                  <c:v>6.671</c:v>
                </c:pt>
                <c:pt idx="8509">
                  <c:v>7.33</c:v>
                </c:pt>
                <c:pt idx="8510">
                  <c:v>7.6</c:v>
                </c:pt>
                <c:pt idx="8511">
                  <c:v>6.937</c:v>
                </c:pt>
                <c:pt idx="8512">
                  <c:v>6.5</c:v>
                </c:pt>
                <c:pt idx="8513">
                  <c:v>5.3</c:v>
                </c:pt>
                <c:pt idx="8514">
                  <c:v>6.294</c:v>
                </c:pt>
                <c:pt idx="8515">
                  <c:v>4.8</c:v>
                </c:pt>
                <c:pt idx="8516">
                  <c:v>5.4</c:v>
                </c:pt>
                <c:pt idx="8517">
                  <c:v>5.6</c:v>
                </c:pt>
                <c:pt idx="8518">
                  <c:v>6.1</c:v>
                </c:pt>
                <c:pt idx="8519">
                  <c:v>5.307</c:v>
                </c:pt>
                <c:pt idx="8520">
                  <c:v>6.1</c:v>
                </c:pt>
                <c:pt idx="8521">
                  <c:v>7.308</c:v>
                </c:pt>
                <c:pt idx="8522">
                  <c:v>8.2</c:v>
                </c:pt>
                <c:pt idx="8523">
                  <c:v>6</c:v>
                </c:pt>
                <c:pt idx="8524">
                  <c:v>7.135</c:v>
                </c:pt>
                <c:pt idx="8525">
                  <c:v>8.1</c:v>
                </c:pt>
                <c:pt idx="8526">
                  <c:v>7.1</c:v>
                </c:pt>
                <c:pt idx="8527">
                  <c:v>7.5</c:v>
                </c:pt>
                <c:pt idx="8528">
                  <c:v>8.4</c:v>
                </c:pt>
                <c:pt idx="8529">
                  <c:v>7.2</c:v>
                </c:pt>
                <c:pt idx="8530">
                  <c:v>7.3</c:v>
                </c:pt>
                <c:pt idx="8531">
                  <c:v>6.9</c:v>
                </c:pt>
                <c:pt idx="8532">
                  <c:v>7.317</c:v>
                </c:pt>
                <c:pt idx="8533">
                  <c:v>6.416</c:v>
                </c:pt>
                <c:pt idx="8534">
                  <c:v>6.191</c:v>
                </c:pt>
                <c:pt idx="8535">
                  <c:v>7.182</c:v>
                </c:pt>
                <c:pt idx="8536">
                  <c:v>6.9</c:v>
                </c:pt>
                <c:pt idx="8537">
                  <c:v>7.5</c:v>
                </c:pt>
                <c:pt idx="8538">
                  <c:v>6.7</c:v>
                </c:pt>
                <c:pt idx="8539">
                  <c:v>7.7</c:v>
                </c:pt>
                <c:pt idx="8540">
                  <c:v>7.3</c:v>
                </c:pt>
                <c:pt idx="8541">
                  <c:v>7.5</c:v>
                </c:pt>
                <c:pt idx="8542">
                  <c:v>6.637</c:v>
                </c:pt>
                <c:pt idx="8543">
                  <c:v>6.4</c:v>
                </c:pt>
                <c:pt idx="8544">
                  <c:v>7.3</c:v>
                </c:pt>
                <c:pt idx="8545">
                  <c:v>6.4</c:v>
                </c:pt>
                <c:pt idx="8546">
                  <c:v>6.2</c:v>
                </c:pt>
                <c:pt idx="8547">
                  <c:v>6.751</c:v>
                </c:pt>
                <c:pt idx="8548">
                  <c:v>7.1</c:v>
                </c:pt>
                <c:pt idx="8549">
                  <c:v>8.083</c:v>
                </c:pt>
                <c:pt idx="8550">
                  <c:v>6.8</c:v>
                </c:pt>
                <c:pt idx="8551">
                  <c:v>6.6</c:v>
                </c:pt>
                <c:pt idx="8552">
                  <c:v>7.406</c:v>
                </c:pt>
                <c:pt idx="8553">
                  <c:v>8.1</c:v>
                </c:pt>
                <c:pt idx="8554">
                  <c:v>6.098</c:v>
                </c:pt>
                <c:pt idx="8555">
                  <c:v>6.9</c:v>
                </c:pt>
                <c:pt idx="8556">
                  <c:v>6.2</c:v>
                </c:pt>
                <c:pt idx="8557">
                  <c:v>6.287</c:v>
                </c:pt>
                <c:pt idx="8558">
                  <c:v>7.7</c:v>
                </c:pt>
                <c:pt idx="8559">
                  <c:v>7.6</c:v>
                </c:pt>
                <c:pt idx="8560">
                  <c:v>6.9</c:v>
                </c:pt>
                <c:pt idx="8561">
                  <c:v>6</c:v>
                </c:pt>
                <c:pt idx="8562">
                  <c:v>8.245</c:v>
                </c:pt>
                <c:pt idx="8563">
                  <c:v>7.135</c:v>
                </c:pt>
                <c:pt idx="8564">
                  <c:v>7.234</c:v>
                </c:pt>
                <c:pt idx="8565">
                  <c:v>6.5</c:v>
                </c:pt>
                <c:pt idx="8566">
                  <c:v>7.028</c:v>
                </c:pt>
                <c:pt idx="8567">
                  <c:v>5.836</c:v>
                </c:pt>
                <c:pt idx="8568">
                  <c:v>7.194</c:v>
                </c:pt>
                <c:pt idx="8569">
                  <c:v>6.6</c:v>
                </c:pt>
                <c:pt idx="8570">
                  <c:v>7.3</c:v>
                </c:pt>
                <c:pt idx="8571">
                  <c:v>7.6</c:v>
                </c:pt>
                <c:pt idx="8572">
                  <c:v>6.3</c:v>
                </c:pt>
                <c:pt idx="8573">
                  <c:v>7.8</c:v>
                </c:pt>
                <c:pt idx="8574">
                  <c:v>8.1</c:v>
                </c:pt>
                <c:pt idx="8575">
                  <c:v>6.493</c:v>
                </c:pt>
                <c:pt idx="8576">
                  <c:v>4.7</c:v>
                </c:pt>
                <c:pt idx="8577">
                  <c:v>6</c:v>
                </c:pt>
                <c:pt idx="8578">
                  <c:v>7.2</c:v>
                </c:pt>
                <c:pt idx="8579">
                  <c:v>8.297</c:v>
                </c:pt>
                <c:pt idx="8580">
                  <c:v>7.9</c:v>
                </c:pt>
                <c:pt idx="8581">
                  <c:v>6.453</c:v>
                </c:pt>
                <c:pt idx="8582">
                  <c:v>7</c:v>
                </c:pt>
                <c:pt idx="8583">
                  <c:v>7.6</c:v>
                </c:pt>
                <c:pt idx="8584">
                  <c:v>7.5</c:v>
                </c:pt>
                <c:pt idx="8585">
                  <c:v>7.4</c:v>
                </c:pt>
                <c:pt idx="8586">
                  <c:v>7</c:v>
                </c:pt>
                <c:pt idx="8587">
                  <c:v>7.6</c:v>
                </c:pt>
                <c:pt idx="8588">
                  <c:v>7.181</c:v>
                </c:pt>
                <c:pt idx="8589">
                  <c:v>5.2</c:v>
                </c:pt>
                <c:pt idx="8590">
                  <c:v>7.6</c:v>
                </c:pt>
                <c:pt idx="8591">
                  <c:v>6.2</c:v>
                </c:pt>
                <c:pt idx="8592">
                  <c:v>6.4</c:v>
                </c:pt>
                <c:pt idx="8593">
                  <c:v>5.8</c:v>
                </c:pt>
                <c:pt idx="8594">
                  <c:v>8.218</c:v>
                </c:pt>
                <c:pt idx="8595">
                  <c:v>6.1</c:v>
                </c:pt>
                <c:pt idx="8596">
                  <c:v>6.4</c:v>
                </c:pt>
                <c:pt idx="8597">
                  <c:v>7</c:v>
                </c:pt>
                <c:pt idx="8598">
                  <c:v>7.4</c:v>
                </c:pt>
                <c:pt idx="8599">
                  <c:v>6.441</c:v>
                </c:pt>
                <c:pt idx="8600">
                  <c:v>6.447</c:v>
                </c:pt>
                <c:pt idx="8601">
                  <c:v>6.6</c:v>
                </c:pt>
                <c:pt idx="8602">
                  <c:v>6.3</c:v>
                </c:pt>
                <c:pt idx="8603">
                  <c:v>5.9</c:v>
                </c:pt>
                <c:pt idx="8604">
                  <c:v>7.5</c:v>
                </c:pt>
                <c:pt idx="8605">
                  <c:v>7.1</c:v>
                </c:pt>
                <c:pt idx="8606">
                  <c:v>6.36</c:v>
                </c:pt>
                <c:pt idx="8607">
                  <c:v>7.3</c:v>
                </c:pt>
                <c:pt idx="8608">
                  <c:v>5.62</c:v>
                </c:pt>
                <c:pt idx="8609">
                  <c:v>8.4</c:v>
                </c:pt>
                <c:pt idx="8610">
                  <c:v>7.2</c:v>
                </c:pt>
                <c:pt idx="8611">
                  <c:v>5.8</c:v>
                </c:pt>
                <c:pt idx="8612">
                  <c:v>7.8</c:v>
                </c:pt>
                <c:pt idx="8613">
                  <c:v>6.5</c:v>
                </c:pt>
                <c:pt idx="8614">
                  <c:v>6.1</c:v>
                </c:pt>
                <c:pt idx="8615">
                  <c:v>5.9</c:v>
                </c:pt>
                <c:pt idx="8616">
                  <c:v>7.4</c:v>
                </c:pt>
                <c:pt idx="8617">
                  <c:v>6.6</c:v>
                </c:pt>
                <c:pt idx="8618">
                  <c:v>7.091</c:v>
                </c:pt>
                <c:pt idx="8619">
                  <c:v>7.26</c:v>
                </c:pt>
                <c:pt idx="8620">
                  <c:v>7.3</c:v>
                </c:pt>
                <c:pt idx="8621">
                  <c:v>5.7</c:v>
                </c:pt>
                <c:pt idx="8622">
                  <c:v>7.83</c:v>
                </c:pt>
                <c:pt idx="8623">
                  <c:v>7.5</c:v>
                </c:pt>
                <c:pt idx="8624">
                  <c:v>7.055</c:v>
                </c:pt>
                <c:pt idx="8625">
                  <c:v>5.8</c:v>
                </c:pt>
                <c:pt idx="8626">
                  <c:v>7.5</c:v>
                </c:pt>
                <c:pt idx="8627">
                  <c:v>6.1</c:v>
                </c:pt>
                <c:pt idx="8628">
                  <c:v>7.6</c:v>
                </c:pt>
                <c:pt idx="8629">
                  <c:v>5.553</c:v>
                </c:pt>
                <c:pt idx="8630">
                  <c:v>7.3</c:v>
                </c:pt>
                <c:pt idx="8631">
                  <c:v>7.4</c:v>
                </c:pt>
                <c:pt idx="8632">
                  <c:v>6.391</c:v>
                </c:pt>
                <c:pt idx="8633">
                  <c:v>6.7</c:v>
                </c:pt>
                <c:pt idx="8634">
                  <c:v>7.3</c:v>
                </c:pt>
                <c:pt idx="8635">
                  <c:v>6.8</c:v>
                </c:pt>
                <c:pt idx="8636">
                  <c:v>5.6</c:v>
                </c:pt>
                <c:pt idx="8637">
                  <c:v>8.137</c:v>
                </c:pt>
                <c:pt idx="8638">
                  <c:v>8.219</c:v>
                </c:pt>
                <c:pt idx="8639">
                  <c:v>6.8</c:v>
                </c:pt>
                <c:pt idx="8640">
                  <c:v>8.3</c:v>
                </c:pt>
                <c:pt idx="8641">
                  <c:v>7.4</c:v>
                </c:pt>
                <c:pt idx="8642">
                  <c:v>5.7</c:v>
                </c:pt>
                <c:pt idx="8643">
                  <c:v>5.6</c:v>
                </c:pt>
                <c:pt idx="8644">
                  <c:v>6.8</c:v>
                </c:pt>
                <c:pt idx="8645">
                  <c:v>6.4</c:v>
                </c:pt>
                <c:pt idx="8646">
                  <c:v>5.2</c:v>
                </c:pt>
                <c:pt idx="8647">
                  <c:v>6.348</c:v>
                </c:pt>
                <c:pt idx="8648">
                  <c:v>6.3</c:v>
                </c:pt>
                <c:pt idx="8649">
                  <c:v>6.812</c:v>
                </c:pt>
                <c:pt idx="8650">
                  <c:v>7.6</c:v>
                </c:pt>
                <c:pt idx="8651">
                  <c:v>6.898</c:v>
                </c:pt>
                <c:pt idx="8652">
                  <c:v>7</c:v>
                </c:pt>
                <c:pt idx="8653">
                  <c:v>6.1</c:v>
                </c:pt>
                <c:pt idx="8654">
                  <c:v>6.9</c:v>
                </c:pt>
                <c:pt idx="8655">
                  <c:v>6.132</c:v>
                </c:pt>
                <c:pt idx="8656">
                  <c:v>6.9</c:v>
                </c:pt>
                <c:pt idx="8657">
                  <c:v>8.2</c:v>
                </c:pt>
                <c:pt idx="8658">
                  <c:v>6.5</c:v>
                </c:pt>
                <c:pt idx="8659">
                  <c:v>6.4</c:v>
                </c:pt>
                <c:pt idx="8660">
                  <c:v>6.53</c:v>
                </c:pt>
                <c:pt idx="8661">
                  <c:v>4.8</c:v>
                </c:pt>
                <c:pt idx="8662">
                  <c:v>6.326</c:v>
                </c:pt>
                <c:pt idx="8663">
                  <c:v>6.8</c:v>
                </c:pt>
                <c:pt idx="8664">
                  <c:v>6.2</c:v>
                </c:pt>
                <c:pt idx="8665">
                  <c:v>5.6</c:v>
                </c:pt>
                <c:pt idx="8666">
                  <c:v>6.504</c:v>
                </c:pt>
                <c:pt idx="8667">
                  <c:v>6.4</c:v>
                </c:pt>
                <c:pt idx="8668">
                  <c:v>7.4</c:v>
                </c:pt>
                <c:pt idx="8669">
                  <c:v>5.3</c:v>
                </c:pt>
                <c:pt idx="8670">
                  <c:v>7.4</c:v>
                </c:pt>
                <c:pt idx="8671">
                  <c:v>7.422</c:v>
                </c:pt>
                <c:pt idx="8672">
                  <c:v>7.7</c:v>
                </c:pt>
                <c:pt idx="8673">
                  <c:v>6.4</c:v>
                </c:pt>
                <c:pt idx="8674">
                  <c:v>7.534</c:v>
                </c:pt>
                <c:pt idx="8675">
                  <c:v>5.724</c:v>
                </c:pt>
                <c:pt idx="8676">
                  <c:v>7.1</c:v>
                </c:pt>
                <c:pt idx="8677">
                  <c:v>5.9</c:v>
                </c:pt>
                <c:pt idx="8678">
                  <c:v>7.4</c:v>
                </c:pt>
                <c:pt idx="8679">
                  <c:v>5.5</c:v>
                </c:pt>
                <c:pt idx="8680">
                  <c:v>7</c:v>
                </c:pt>
                <c:pt idx="8681">
                  <c:v>5.3</c:v>
                </c:pt>
                <c:pt idx="8682">
                  <c:v>7.9</c:v>
                </c:pt>
                <c:pt idx="8683">
                  <c:v>6.4</c:v>
                </c:pt>
                <c:pt idx="8684">
                  <c:v>7.77</c:v>
                </c:pt>
                <c:pt idx="8685">
                  <c:v>7.1</c:v>
                </c:pt>
                <c:pt idx="8686">
                  <c:v>7</c:v>
                </c:pt>
                <c:pt idx="8687">
                  <c:v>6.1</c:v>
                </c:pt>
                <c:pt idx="8688">
                  <c:v>7.3</c:v>
                </c:pt>
                <c:pt idx="8689">
                  <c:v>7.7</c:v>
                </c:pt>
                <c:pt idx="8690">
                  <c:v>6</c:v>
                </c:pt>
                <c:pt idx="8691">
                  <c:v>7.1</c:v>
                </c:pt>
                <c:pt idx="8692">
                  <c:v>7.2</c:v>
                </c:pt>
                <c:pt idx="8693">
                  <c:v>7.2</c:v>
                </c:pt>
                <c:pt idx="8694">
                  <c:v>7</c:v>
                </c:pt>
                <c:pt idx="8695">
                  <c:v>7.7</c:v>
                </c:pt>
                <c:pt idx="8696">
                  <c:v>7.1</c:v>
                </c:pt>
                <c:pt idx="8697">
                  <c:v>6.5</c:v>
                </c:pt>
                <c:pt idx="8698">
                  <c:v>7.5</c:v>
                </c:pt>
                <c:pt idx="8699">
                  <c:v>6.7</c:v>
                </c:pt>
                <c:pt idx="8700">
                  <c:v>7.1</c:v>
                </c:pt>
                <c:pt idx="8701">
                  <c:v>6.7</c:v>
                </c:pt>
                <c:pt idx="8702">
                  <c:v>6.2</c:v>
                </c:pt>
                <c:pt idx="8703">
                  <c:v>6.9</c:v>
                </c:pt>
                <c:pt idx="8704">
                  <c:v>7</c:v>
                </c:pt>
                <c:pt idx="8705">
                  <c:v>6</c:v>
                </c:pt>
                <c:pt idx="8706">
                  <c:v>6.1</c:v>
                </c:pt>
                <c:pt idx="8707">
                  <c:v>6.4</c:v>
                </c:pt>
                <c:pt idx="8708">
                  <c:v>5.4</c:v>
                </c:pt>
                <c:pt idx="8709">
                  <c:v>6.7</c:v>
                </c:pt>
                <c:pt idx="8710">
                  <c:v>7</c:v>
                </c:pt>
                <c:pt idx="8711">
                  <c:v>5.5</c:v>
                </c:pt>
                <c:pt idx="8712">
                  <c:v>7.1</c:v>
                </c:pt>
                <c:pt idx="8713">
                  <c:v>6.3</c:v>
                </c:pt>
                <c:pt idx="8714">
                  <c:v>7.879</c:v>
                </c:pt>
                <c:pt idx="8715">
                  <c:v>7.2</c:v>
                </c:pt>
                <c:pt idx="8716">
                  <c:v>5.6</c:v>
                </c:pt>
                <c:pt idx="8717">
                  <c:v>5.3</c:v>
                </c:pt>
                <c:pt idx="8718">
                  <c:v>4.171</c:v>
                </c:pt>
                <c:pt idx="8719">
                  <c:v>6.5</c:v>
                </c:pt>
                <c:pt idx="8720">
                  <c:v>5.7</c:v>
                </c:pt>
                <c:pt idx="8721">
                  <c:v>5.2</c:v>
                </c:pt>
                <c:pt idx="8722">
                  <c:v>8.3</c:v>
                </c:pt>
                <c:pt idx="8723">
                  <c:v>6.6</c:v>
                </c:pt>
                <c:pt idx="8724">
                  <c:v>8</c:v>
                </c:pt>
                <c:pt idx="8725">
                  <c:v>6.2</c:v>
                </c:pt>
                <c:pt idx="8726">
                  <c:v>6.6</c:v>
                </c:pt>
                <c:pt idx="8727">
                  <c:v>6.3</c:v>
                </c:pt>
                <c:pt idx="8728">
                  <c:v>7</c:v>
                </c:pt>
                <c:pt idx="8729">
                  <c:v>7.263</c:v>
                </c:pt>
                <c:pt idx="8730">
                  <c:v>6.901</c:v>
                </c:pt>
                <c:pt idx="8731">
                  <c:v>6.9</c:v>
                </c:pt>
                <c:pt idx="8732">
                  <c:v>6.9</c:v>
                </c:pt>
                <c:pt idx="8733">
                  <c:v>8.3</c:v>
                </c:pt>
                <c:pt idx="8734">
                  <c:v>6.4</c:v>
                </c:pt>
                <c:pt idx="8735">
                  <c:v>5.5</c:v>
                </c:pt>
                <c:pt idx="8736">
                  <c:v>6.8</c:v>
                </c:pt>
                <c:pt idx="8737">
                  <c:v>7.4</c:v>
                </c:pt>
                <c:pt idx="8738">
                  <c:v>6.3</c:v>
                </c:pt>
                <c:pt idx="8739">
                  <c:v>6.678</c:v>
                </c:pt>
                <c:pt idx="8740">
                  <c:v>7.3</c:v>
                </c:pt>
                <c:pt idx="8741">
                  <c:v>5.5</c:v>
                </c:pt>
                <c:pt idx="8742">
                  <c:v>6.5</c:v>
                </c:pt>
                <c:pt idx="8743">
                  <c:v>7.5</c:v>
                </c:pt>
                <c:pt idx="8744">
                  <c:v>5.6</c:v>
                </c:pt>
                <c:pt idx="8745">
                  <c:v>6.1</c:v>
                </c:pt>
                <c:pt idx="8746">
                  <c:v>6.1</c:v>
                </c:pt>
                <c:pt idx="8747">
                  <c:v>7.1</c:v>
                </c:pt>
                <c:pt idx="8748">
                  <c:v>7.3</c:v>
                </c:pt>
                <c:pt idx="8749">
                  <c:v>7.4</c:v>
                </c:pt>
                <c:pt idx="8750">
                  <c:v>6.4</c:v>
                </c:pt>
                <c:pt idx="8751">
                  <c:v>7.9</c:v>
                </c:pt>
                <c:pt idx="8752">
                  <c:v>6.6</c:v>
                </c:pt>
                <c:pt idx="8753">
                  <c:v>6.7</c:v>
                </c:pt>
                <c:pt idx="8754">
                  <c:v>6.3</c:v>
                </c:pt>
                <c:pt idx="8755">
                  <c:v>6.3</c:v>
                </c:pt>
                <c:pt idx="8756">
                  <c:v>6.7</c:v>
                </c:pt>
                <c:pt idx="8757">
                  <c:v>6.1</c:v>
                </c:pt>
                <c:pt idx="8758">
                  <c:v>6.2</c:v>
                </c:pt>
                <c:pt idx="8759">
                  <c:v>6.251</c:v>
                </c:pt>
                <c:pt idx="8760">
                  <c:v>5.6</c:v>
                </c:pt>
                <c:pt idx="8761">
                  <c:v>6.959</c:v>
                </c:pt>
                <c:pt idx="8762">
                  <c:v>6.3</c:v>
                </c:pt>
                <c:pt idx="8763">
                  <c:v>6.228</c:v>
                </c:pt>
                <c:pt idx="8764">
                  <c:v>6.7</c:v>
                </c:pt>
                <c:pt idx="8765">
                  <c:v>7.3</c:v>
                </c:pt>
                <c:pt idx="8766">
                  <c:v>7.2</c:v>
                </c:pt>
                <c:pt idx="8767">
                  <c:v>7.1</c:v>
                </c:pt>
                <c:pt idx="8768">
                  <c:v>4.865</c:v>
                </c:pt>
                <c:pt idx="8769">
                  <c:v>7.7</c:v>
                </c:pt>
                <c:pt idx="8770">
                  <c:v>7.2</c:v>
                </c:pt>
                <c:pt idx="8771">
                  <c:v>6.4</c:v>
                </c:pt>
                <c:pt idx="8772">
                  <c:v>6.499</c:v>
                </c:pt>
                <c:pt idx="8773">
                  <c:v>6.5</c:v>
                </c:pt>
                <c:pt idx="8774">
                  <c:v>7.3</c:v>
                </c:pt>
                <c:pt idx="8775">
                  <c:v>6.9</c:v>
                </c:pt>
                <c:pt idx="8776">
                  <c:v>6.5</c:v>
                </c:pt>
                <c:pt idx="8777">
                  <c:v>5.91</c:v>
                </c:pt>
                <c:pt idx="8778">
                  <c:v>6.6</c:v>
                </c:pt>
                <c:pt idx="8779">
                  <c:v>6.5</c:v>
                </c:pt>
                <c:pt idx="8780">
                  <c:v>5.7</c:v>
                </c:pt>
                <c:pt idx="8781">
                  <c:v>6.6</c:v>
                </c:pt>
                <c:pt idx="8782">
                  <c:v>8.41</c:v>
                </c:pt>
                <c:pt idx="8783">
                  <c:v>6.6</c:v>
                </c:pt>
                <c:pt idx="8784">
                  <c:v>6</c:v>
                </c:pt>
                <c:pt idx="8785">
                  <c:v>5</c:v>
                </c:pt>
                <c:pt idx="8786">
                  <c:v>6.6</c:v>
                </c:pt>
                <c:pt idx="8787">
                  <c:v>8.254</c:v>
                </c:pt>
                <c:pt idx="8788">
                  <c:v>5.706</c:v>
                </c:pt>
                <c:pt idx="8789">
                  <c:v>7.1</c:v>
                </c:pt>
                <c:pt idx="8790">
                  <c:v>5.808</c:v>
                </c:pt>
                <c:pt idx="8791">
                  <c:v>5.1</c:v>
                </c:pt>
                <c:pt idx="8792">
                  <c:v>6</c:v>
                </c:pt>
                <c:pt idx="8793">
                  <c:v>5.8</c:v>
                </c:pt>
                <c:pt idx="8794">
                  <c:v>8.038</c:v>
                </c:pt>
                <c:pt idx="8795">
                  <c:v>7.1</c:v>
                </c:pt>
                <c:pt idx="8796">
                  <c:v>6.4</c:v>
                </c:pt>
                <c:pt idx="8797">
                  <c:v>7.8</c:v>
                </c:pt>
                <c:pt idx="8798">
                  <c:v>6.6</c:v>
                </c:pt>
                <c:pt idx="8799">
                  <c:v>6.3</c:v>
                </c:pt>
                <c:pt idx="8800">
                  <c:v>8.2</c:v>
                </c:pt>
                <c:pt idx="8801">
                  <c:v>7.6</c:v>
                </c:pt>
                <c:pt idx="8802">
                  <c:v>6.6</c:v>
                </c:pt>
                <c:pt idx="8803">
                  <c:v>5</c:v>
                </c:pt>
                <c:pt idx="8804">
                  <c:v>7.2</c:v>
                </c:pt>
                <c:pt idx="8805">
                  <c:v>6.6</c:v>
                </c:pt>
                <c:pt idx="8806">
                  <c:v>5.8</c:v>
                </c:pt>
                <c:pt idx="8807">
                  <c:v>7.074</c:v>
                </c:pt>
                <c:pt idx="8808">
                  <c:v>7</c:v>
                </c:pt>
                <c:pt idx="8809">
                  <c:v>6.5</c:v>
                </c:pt>
                <c:pt idx="8810">
                  <c:v>6.1</c:v>
                </c:pt>
                <c:pt idx="8811">
                  <c:v>7.3</c:v>
                </c:pt>
                <c:pt idx="8812">
                  <c:v>5.733</c:v>
                </c:pt>
                <c:pt idx="8813">
                  <c:v>6.3</c:v>
                </c:pt>
                <c:pt idx="8814">
                  <c:v>5.9</c:v>
                </c:pt>
                <c:pt idx="8815">
                  <c:v>6.2</c:v>
                </c:pt>
                <c:pt idx="8816">
                  <c:v>6.4</c:v>
                </c:pt>
                <c:pt idx="8817">
                  <c:v>6.6</c:v>
                </c:pt>
                <c:pt idx="8818">
                  <c:v>7</c:v>
                </c:pt>
                <c:pt idx="8819">
                  <c:v>5</c:v>
                </c:pt>
                <c:pt idx="8820">
                  <c:v>6.378</c:v>
                </c:pt>
                <c:pt idx="8821">
                  <c:v>6.727</c:v>
                </c:pt>
                <c:pt idx="8822">
                  <c:v>6.1</c:v>
                </c:pt>
                <c:pt idx="8823">
                  <c:v>5.6</c:v>
                </c:pt>
                <c:pt idx="8824">
                  <c:v>6.7</c:v>
                </c:pt>
                <c:pt idx="8825">
                  <c:v>6</c:v>
                </c:pt>
                <c:pt idx="8826">
                  <c:v>6.1</c:v>
                </c:pt>
                <c:pt idx="8827">
                  <c:v>7.115</c:v>
                </c:pt>
                <c:pt idx="8828">
                  <c:v>6.4</c:v>
                </c:pt>
                <c:pt idx="8829">
                  <c:v>6.9</c:v>
                </c:pt>
                <c:pt idx="8830">
                  <c:v>6.7</c:v>
                </c:pt>
                <c:pt idx="8831">
                  <c:v>6.1</c:v>
                </c:pt>
                <c:pt idx="8832">
                  <c:v>5.7</c:v>
                </c:pt>
                <c:pt idx="8833">
                  <c:v>7.8</c:v>
                </c:pt>
                <c:pt idx="8834">
                  <c:v>6.3</c:v>
                </c:pt>
                <c:pt idx="8835">
                  <c:v>5.7</c:v>
                </c:pt>
                <c:pt idx="8836">
                  <c:v>6.6</c:v>
                </c:pt>
                <c:pt idx="8837">
                  <c:v>5.5</c:v>
                </c:pt>
                <c:pt idx="8838">
                  <c:v>6.5</c:v>
                </c:pt>
                <c:pt idx="8839">
                  <c:v>7.5</c:v>
                </c:pt>
                <c:pt idx="8840">
                  <c:v>5.86</c:v>
                </c:pt>
                <c:pt idx="8841">
                  <c:v>6.1</c:v>
                </c:pt>
                <c:pt idx="8842">
                  <c:v>6.476</c:v>
                </c:pt>
                <c:pt idx="8843">
                  <c:v>7.1</c:v>
                </c:pt>
                <c:pt idx="8844">
                  <c:v>7.6</c:v>
                </c:pt>
                <c:pt idx="8845">
                  <c:v>5.9</c:v>
                </c:pt>
                <c:pt idx="8846">
                  <c:v>5.3</c:v>
                </c:pt>
                <c:pt idx="8847">
                  <c:v>5.6</c:v>
                </c:pt>
                <c:pt idx="8848">
                  <c:v>5.3</c:v>
                </c:pt>
                <c:pt idx="8849">
                  <c:v>6.4</c:v>
                </c:pt>
                <c:pt idx="8850">
                  <c:v>6.1</c:v>
                </c:pt>
                <c:pt idx="8851">
                  <c:v>4.8</c:v>
                </c:pt>
                <c:pt idx="8852">
                  <c:v>7.6</c:v>
                </c:pt>
                <c:pt idx="8853">
                  <c:v>7</c:v>
                </c:pt>
                <c:pt idx="8854">
                  <c:v>6.3</c:v>
                </c:pt>
                <c:pt idx="8855">
                  <c:v>6.4</c:v>
                </c:pt>
                <c:pt idx="8856">
                  <c:v>5.8</c:v>
                </c:pt>
                <c:pt idx="8857">
                  <c:v>5.3</c:v>
                </c:pt>
                <c:pt idx="8858">
                  <c:v>5.7</c:v>
                </c:pt>
                <c:pt idx="8859">
                  <c:v>6.2</c:v>
                </c:pt>
                <c:pt idx="8860">
                  <c:v>6.1</c:v>
                </c:pt>
                <c:pt idx="8861">
                  <c:v>7.5</c:v>
                </c:pt>
                <c:pt idx="8862">
                  <c:v>7</c:v>
                </c:pt>
                <c:pt idx="8863">
                  <c:v>5.5</c:v>
                </c:pt>
                <c:pt idx="8864">
                  <c:v>6</c:v>
                </c:pt>
                <c:pt idx="8865">
                  <c:v>6.6</c:v>
                </c:pt>
                <c:pt idx="8866">
                  <c:v>6.9</c:v>
                </c:pt>
                <c:pt idx="8867">
                  <c:v>6.4</c:v>
                </c:pt>
                <c:pt idx="8868">
                  <c:v>8.5</c:v>
                </c:pt>
                <c:pt idx="8869">
                  <c:v>6.475</c:v>
                </c:pt>
                <c:pt idx="8870">
                  <c:v>6.3</c:v>
                </c:pt>
                <c:pt idx="8871">
                  <c:v>6.728</c:v>
                </c:pt>
                <c:pt idx="8872">
                  <c:v>7.6</c:v>
                </c:pt>
                <c:pt idx="8873">
                  <c:v>5.8</c:v>
                </c:pt>
                <c:pt idx="8874">
                  <c:v>6.2</c:v>
                </c:pt>
                <c:pt idx="8875">
                  <c:v>5.9</c:v>
                </c:pt>
                <c:pt idx="8876">
                  <c:v>7.5</c:v>
                </c:pt>
                <c:pt idx="8877">
                  <c:v>6.6</c:v>
                </c:pt>
                <c:pt idx="8878">
                  <c:v>5.2</c:v>
                </c:pt>
                <c:pt idx="8879">
                  <c:v>6.5</c:v>
                </c:pt>
                <c:pt idx="8880">
                  <c:v>6.4</c:v>
                </c:pt>
                <c:pt idx="8881">
                  <c:v>5.8</c:v>
                </c:pt>
                <c:pt idx="8882">
                  <c:v>7.1</c:v>
                </c:pt>
                <c:pt idx="8883">
                  <c:v>7.3</c:v>
                </c:pt>
                <c:pt idx="8884">
                  <c:v>6.669</c:v>
                </c:pt>
                <c:pt idx="8885">
                  <c:v>5.5</c:v>
                </c:pt>
                <c:pt idx="8886">
                  <c:v>8.017</c:v>
                </c:pt>
                <c:pt idx="8887">
                  <c:v>6.5</c:v>
                </c:pt>
                <c:pt idx="8888">
                  <c:v>8.5</c:v>
                </c:pt>
                <c:pt idx="8889">
                  <c:v>6</c:v>
                </c:pt>
                <c:pt idx="8890">
                  <c:v>6.1</c:v>
                </c:pt>
                <c:pt idx="8891">
                  <c:v>7.8</c:v>
                </c:pt>
                <c:pt idx="8892">
                  <c:v>6</c:v>
                </c:pt>
                <c:pt idx="8893">
                  <c:v>7.2</c:v>
                </c:pt>
                <c:pt idx="8894">
                  <c:v>6.518</c:v>
                </c:pt>
                <c:pt idx="8895">
                  <c:v>6.093</c:v>
                </c:pt>
                <c:pt idx="8896">
                  <c:v>5.1</c:v>
                </c:pt>
                <c:pt idx="8897">
                  <c:v>5.5</c:v>
                </c:pt>
                <c:pt idx="8898">
                  <c:v>6.7</c:v>
                </c:pt>
                <c:pt idx="8899">
                  <c:v>5.3</c:v>
                </c:pt>
                <c:pt idx="8900">
                  <c:v>6.7</c:v>
                </c:pt>
                <c:pt idx="8901">
                  <c:v>6</c:v>
                </c:pt>
                <c:pt idx="8902">
                  <c:v>6.3</c:v>
                </c:pt>
                <c:pt idx="8903">
                  <c:v>5.1</c:v>
                </c:pt>
                <c:pt idx="8904">
                  <c:v>5.3</c:v>
                </c:pt>
                <c:pt idx="8905">
                  <c:v>6.5</c:v>
                </c:pt>
                <c:pt idx="8906">
                  <c:v>5.1</c:v>
                </c:pt>
                <c:pt idx="8907">
                  <c:v>6.2</c:v>
                </c:pt>
                <c:pt idx="8908">
                  <c:v>5.6</c:v>
                </c:pt>
                <c:pt idx="8909">
                  <c:v>6.7</c:v>
                </c:pt>
                <c:pt idx="8910">
                  <c:v>5.9</c:v>
                </c:pt>
                <c:pt idx="8911">
                  <c:v>5.3</c:v>
                </c:pt>
                <c:pt idx="8912">
                  <c:v>6.8</c:v>
                </c:pt>
                <c:pt idx="8913">
                  <c:v>7.4</c:v>
                </c:pt>
                <c:pt idx="8914">
                  <c:v>4.9</c:v>
                </c:pt>
                <c:pt idx="8915">
                  <c:v>6.9</c:v>
                </c:pt>
                <c:pt idx="8916">
                  <c:v>6.223</c:v>
                </c:pt>
                <c:pt idx="8917">
                  <c:v>6.8</c:v>
                </c:pt>
                <c:pt idx="8918">
                  <c:v>6.5</c:v>
                </c:pt>
                <c:pt idx="8919">
                  <c:v>5.7</c:v>
                </c:pt>
                <c:pt idx="8920">
                  <c:v>4.9</c:v>
                </c:pt>
                <c:pt idx="8921">
                  <c:v>5.744</c:v>
                </c:pt>
                <c:pt idx="8922">
                  <c:v>7.9</c:v>
                </c:pt>
                <c:pt idx="8923">
                  <c:v>7.2</c:v>
                </c:pt>
                <c:pt idx="8924">
                  <c:v>5.7</c:v>
                </c:pt>
                <c:pt idx="8925">
                  <c:v>6.5</c:v>
                </c:pt>
                <c:pt idx="8926">
                  <c:v>6.7</c:v>
                </c:pt>
                <c:pt idx="8927">
                  <c:v>6.6</c:v>
                </c:pt>
                <c:pt idx="8928">
                  <c:v>6.4</c:v>
                </c:pt>
                <c:pt idx="8929">
                  <c:v>5.3</c:v>
                </c:pt>
                <c:pt idx="8930">
                  <c:v>6</c:v>
                </c:pt>
                <c:pt idx="8931">
                  <c:v>6.8</c:v>
                </c:pt>
                <c:pt idx="8932">
                  <c:v>7.1</c:v>
                </c:pt>
                <c:pt idx="8933">
                  <c:v>7.3</c:v>
                </c:pt>
                <c:pt idx="8934">
                  <c:v>6.49</c:v>
                </c:pt>
                <c:pt idx="8935">
                  <c:v>6.3</c:v>
                </c:pt>
                <c:pt idx="8936">
                  <c:v>5.6</c:v>
                </c:pt>
                <c:pt idx="8937">
                  <c:v>6.2</c:v>
                </c:pt>
                <c:pt idx="8938">
                  <c:v>5.3</c:v>
                </c:pt>
                <c:pt idx="8939">
                  <c:v>5.3</c:v>
                </c:pt>
                <c:pt idx="8940">
                  <c:v>4.858</c:v>
                </c:pt>
                <c:pt idx="8941">
                  <c:v>5.3</c:v>
                </c:pt>
                <c:pt idx="8942">
                  <c:v>6.8</c:v>
                </c:pt>
                <c:pt idx="8943">
                  <c:v>5.4</c:v>
                </c:pt>
                <c:pt idx="8944">
                  <c:v>5.757</c:v>
                </c:pt>
                <c:pt idx="8945">
                  <c:v>7.2</c:v>
                </c:pt>
                <c:pt idx="8946">
                  <c:v>7</c:v>
                </c:pt>
                <c:pt idx="8947">
                  <c:v>7.1</c:v>
                </c:pt>
                <c:pt idx="8948">
                  <c:v>6</c:v>
                </c:pt>
                <c:pt idx="8949">
                  <c:v>7.833</c:v>
                </c:pt>
                <c:pt idx="8950">
                  <c:v>6.1</c:v>
                </c:pt>
                <c:pt idx="8951">
                  <c:v>6.7</c:v>
                </c:pt>
                <c:pt idx="8952">
                  <c:v>6.2</c:v>
                </c:pt>
                <c:pt idx="8953">
                  <c:v>6</c:v>
                </c:pt>
                <c:pt idx="8954">
                  <c:v>6.4</c:v>
                </c:pt>
                <c:pt idx="8955">
                  <c:v>6.8</c:v>
                </c:pt>
                <c:pt idx="8956">
                  <c:v>7</c:v>
                </c:pt>
                <c:pt idx="8957">
                  <c:v>5.4</c:v>
                </c:pt>
                <c:pt idx="8958">
                  <c:v>6.6</c:v>
                </c:pt>
                <c:pt idx="8959">
                  <c:v>6.9</c:v>
                </c:pt>
                <c:pt idx="8960">
                  <c:v>6.4</c:v>
                </c:pt>
                <c:pt idx="8961">
                  <c:v>6.2</c:v>
                </c:pt>
                <c:pt idx="8962">
                  <c:v>7.1</c:v>
                </c:pt>
                <c:pt idx="8963">
                  <c:v>6.2</c:v>
                </c:pt>
                <c:pt idx="8964">
                  <c:v>6.3</c:v>
                </c:pt>
                <c:pt idx="8965">
                  <c:v>5.839</c:v>
                </c:pt>
                <c:pt idx="8966">
                  <c:v>6.1</c:v>
                </c:pt>
                <c:pt idx="8967">
                  <c:v>6.3</c:v>
                </c:pt>
                <c:pt idx="8968">
                  <c:v>6.5</c:v>
                </c:pt>
                <c:pt idx="8969">
                  <c:v>6.1</c:v>
                </c:pt>
                <c:pt idx="8970">
                  <c:v>7.5</c:v>
                </c:pt>
                <c:pt idx="8971">
                  <c:v>7.4</c:v>
                </c:pt>
                <c:pt idx="8972">
                  <c:v>6.4</c:v>
                </c:pt>
                <c:pt idx="8973">
                  <c:v>7.5</c:v>
                </c:pt>
                <c:pt idx="8974">
                  <c:v>4.432</c:v>
                </c:pt>
                <c:pt idx="8975">
                  <c:v>5.6</c:v>
                </c:pt>
                <c:pt idx="8976">
                  <c:v>7.6</c:v>
                </c:pt>
                <c:pt idx="8977">
                  <c:v>4.6</c:v>
                </c:pt>
                <c:pt idx="8978">
                  <c:v>6.9</c:v>
                </c:pt>
                <c:pt idx="8979">
                  <c:v>6.431</c:v>
                </c:pt>
                <c:pt idx="8980">
                  <c:v>7.2</c:v>
                </c:pt>
                <c:pt idx="8981">
                  <c:v>7.7</c:v>
                </c:pt>
                <c:pt idx="8982">
                  <c:v>6.2</c:v>
                </c:pt>
                <c:pt idx="8983">
                  <c:v>7.922</c:v>
                </c:pt>
                <c:pt idx="8984">
                  <c:v>6.4</c:v>
                </c:pt>
                <c:pt idx="8985">
                  <c:v>6.954</c:v>
                </c:pt>
                <c:pt idx="8986">
                  <c:v>6.9</c:v>
                </c:pt>
                <c:pt idx="8987">
                  <c:v>5.5</c:v>
                </c:pt>
                <c:pt idx="8988">
                  <c:v>5.6</c:v>
                </c:pt>
                <c:pt idx="8989">
                  <c:v>6.7</c:v>
                </c:pt>
                <c:pt idx="8990">
                  <c:v>7.3</c:v>
                </c:pt>
                <c:pt idx="8991">
                  <c:v>6.7</c:v>
                </c:pt>
                <c:pt idx="8992">
                  <c:v>6</c:v>
                </c:pt>
                <c:pt idx="8993">
                  <c:v>7.289</c:v>
                </c:pt>
                <c:pt idx="8994">
                  <c:v>5.4</c:v>
                </c:pt>
                <c:pt idx="8995">
                  <c:v>5.7</c:v>
                </c:pt>
                <c:pt idx="8996">
                  <c:v>5.9</c:v>
                </c:pt>
                <c:pt idx="8997">
                  <c:v>6.9</c:v>
                </c:pt>
                <c:pt idx="8998">
                  <c:v>7.3</c:v>
                </c:pt>
                <c:pt idx="8999">
                  <c:v>7.1</c:v>
                </c:pt>
                <c:pt idx="9000">
                  <c:v>7.5</c:v>
                </c:pt>
                <c:pt idx="9001">
                  <c:v>5.8</c:v>
                </c:pt>
                <c:pt idx="9002">
                  <c:v>6.5</c:v>
                </c:pt>
                <c:pt idx="9003">
                  <c:v>6.7</c:v>
                </c:pt>
                <c:pt idx="9004">
                  <c:v>5.9</c:v>
                </c:pt>
                <c:pt idx="9005">
                  <c:v>5.9</c:v>
                </c:pt>
                <c:pt idx="9006">
                  <c:v>7.3</c:v>
                </c:pt>
                <c:pt idx="9007">
                  <c:v>6.3</c:v>
                </c:pt>
                <c:pt idx="9008">
                  <c:v>6.6</c:v>
                </c:pt>
                <c:pt idx="9009">
                  <c:v>7.9</c:v>
                </c:pt>
                <c:pt idx="9010">
                  <c:v>7.1</c:v>
                </c:pt>
                <c:pt idx="9011">
                  <c:v>7.3</c:v>
                </c:pt>
                <c:pt idx="9012">
                  <c:v>6.745</c:v>
                </c:pt>
                <c:pt idx="9013">
                  <c:v>5.8</c:v>
                </c:pt>
                <c:pt idx="9014">
                  <c:v>6.1</c:v>
                </c:pt>
                <c:pt idx="9015">
                  <c:v>6.2</c:v>
                </c:pt>
                <c:pt idx="9016">
                  <c:v>6.2</c:v>
                </c:pt>
                <c:pt idx="9017">
                  <c:v>6.8</c:v>
                </c:pt>
                <c:pt idx="9018">
                  <c:v>4.7</c:v>
                </c:pt>
                <c:pt idx="9019">
                  <c:v>6.2</c:v>
                </c:pt>
                <c:pt idx="9020">
                  <c:v>6.6</c:v>
                </c:pt>
                <c:pt idx="9021">
                  <c:v>5.61</c:v>
                </c:pt>
                <c:pt idx="9022">
                  <c:v>5.4</c:v>
                </c:pt>
                <c:pt idx="9023">
                  <c:v>8.2</c:v>
                </c:pt>
                <c:pt idx="9024">
                  <c:v>7.1</c:v>
                </c:pt>
                <c:pt idx="9025">
                  <c:v>6.7</c:v>
                </c:pt>
                <c:pt idx="9026">
                  <c:v>6.4</c:v>
                </c:pt>
                <c:pt idx="9027">
                  <c:v>8.9</c:v>
                </c:pt>
                <c:pt idx="9028">
                  <c:v>6</c:v>
                </c:pt>
                <c:pt idx="9029">
                  <c:v>6.3</c:v>
                </c:pt>
                <c:pt idx="9030">
                  <c:v>6.8</c:v>
                </c:pt>
                <c:pt idx="9031">
                  <c:v>6.1</c:v>
                </c:pt>
                <c:pt idx="9032">
                  <c:v>6</c:v>
                </c:pt>
                <c:pt idx="9033">
                  <c:v>5.8</c:v>
                </c:pt>
                <c:pt idx="9034">
                  <c:v>7</c:v>
                </c:pt>
                <c:pt idx="9035">
                  <c:v>6.4</c:v>
                </c:pt>
                <c:pt idx="9036">
                  <c:v>6.5</c:v>
                </c:pt>
                <c:pt idx="9037">
                  <c:v>5.3</c:v>
                </c:pt>
                <c:pt idx="9038">
                  <c:v>6.472</c:v>
                </c:pt>
                <c:pt idx="9039">
                  <c:v>6.1</c:v>
                </c:pt>
                <c:pt idx="9040">
                  <c:v>5.2</c:v>
                </c:pt>
                <c:pt idx="9041">
                  <c:v>7.1</c:v>
                </c:pt>
                <c:pt idx="9042">
                  <c:v>5.798</c:v>
                </c:pt>
                <c:pt idx="9043">
                  <c:v>6.6</c:v>
                </c:pt>
                <c:pt idx="9044">
                  <c:v>5.6</c:v>
                </c:pt>
                <c:pt idx="9045">
                  <c:v>6.9</c:v>
                </c:pt>
                <c:pt idx="9046">
                  <c:v>5.232</c:v>
                </c:pt>
                <c:pt idx="9047">
                  <c:v>5.9</c:v>
                </c:pt>
                <c:pt idx="9048">
                  <c:v>5.743</c:v>
                </c:pt>
                <c:pt idx="9049">
                  <c:v>6.3</c:v>
                </c:pt>
                <c:pt idx="9050">
                  <c:v>6.5</c:v>
                </c:pt>
                <c:pt idx="9051">
                  <c:v>5.7</c:v>
                </c:pt>
                <c:pt idx="9052">
                  <c:v>7.686</c:v>
                </c:pt>
                <c:pt idx="9053">
                  <c:v>7.554</c:v>
                </c:pt>
                <c:pt idx="9054">
                  <c:v>6.9</c:v>
                </c:pt>
                <c:pt idx="9055">
                  <c:v>5.4</c:v>
                </c:pt>
                <c:pt idx="9056">
                  <c:v>7.156</c:v>
                </c:pt>
                <c:pt idx="9057">
                  <c:v>6.5</c:v>
                </c:pt>
                <c:pt idx="9058">
                  <c:v>6.4</c:v>
                </c:pt>
                <c:pt idx="9059">
                  <c:v>8.4</c:v>
                </c:pt>
                <c:pt idx="9060">
                  <c:v>6.8</c:v>
                </c:pt>
                <c:pt idx="9061">
                  <c:v>6</c:v>
                </c:pt>
                <c:pt idx="9062">
                  <c:v>6.7</c:v>
                </c:pt>
                <c:pt idx="9063">
                  <c:v>6.9</c:v>
                </c:pt>
                <c:pt idx="9064">
                  <c:v>6.3</c:v>
                </c:pt>
                <c:pt idx="9065">
                  <c:v>6.5</c:v>
                </c:pt>
                <c:pt idx="9066">
                  <c:v>7.2</c:v>
                </c:pt>
                <c:pt idx="9067">
                  <c:v>7.2</c:v>
                </c:pt>
                <c:pt idx="9068">
                  <c:v>8.1</c:v>
                </c:pt>
                <c:pt idx="9069">
                  <c:v>5.5</c:v>
                </c:pt>
                <c:pt idx="9070">
                  <c:v>7.4</c:v>
                </c:pt>
                <c:pt idx="9071">
                  <c:v>6.8</c:v>
                </c:pt>
                <c:pt idx="9072">
                  <c:v>7.7</c:v>
                </c:pt>
                <c:pt idx="9073">
                  <c:v>6.2</c:v>
                </c:pt>
                <c:pt idx="9074">
                  <c:v>6.2</c:v>
                </c:pt>
                <c:pt idx="9075">
                  <c:v>6.4</c:v>
                </c:pt>
                <c:pt idx="9076">
                  <c:v>6.2</c:v>
                </c:pt>
                <c:pt idx="9077">
                  <c:v>6.2</c:v>
                </c:pt>
                <c:pt idx="9078">
                  <c:v>5.7</c:v>
                </c:pt>
                <c:pt idx="9079">
                  <c:v>5.8</c:v>
                </c:pt>
                <c:pt idx="9080">
                  <c:v>5.1</c:v>
                </c:pt>
                <c:pt idx="9081">
                  <c:v>6.9</c:v>
                </c:pt>
                <c:pt idx="9082">
                  <c:v>6.6</c:v>
                </c:pt>
                <c:pt idx="9083">
                  <c:v>6.4</c:v>
                </c:pt>
                <c:pt idx="9084">
                  <c:v>6.9</c:v>
                </c:pt>
                <c:pt idx="9085">
                  <c:v>6.8</c:v>
                </c:pt>
                <c:pt idx="9086">
                  <c:v>5.6</c:v>
                </c:pt>
                <c:pt idx="9087">
                  <c:v>5</c:v>
                </c:pt>
                <c:pt idx="9088">
                  <c:v>5.3</c:v>
                </c:pt>
                <c:pt idx="9089">
                  <c:v>6.2</c:v>
                </c:pt>
                <c:pt idx="9090">
                  <c:v>7.7</c:v>
                </c:pt>
                <c:pt idx="9091">
                  <c:v>5.9</c:v>
                </c:pt>
                <c:pt idx="9092">
                  <c:v>5.722</c:v>
                </c:pt>
                <c:pt idx="9093">
                  <c:v>5.5</c:v>
                </c:pt>
                <c:pt idx="9094">
                  <c:v>6.1</c:v>
                </c:pt>
                <c:pt idx="9095">
                  <c:v>6.2</c:v>
                </c:pt>
                <c:pt idx="9096">
                  <c:v>6</c:v>
                </c:pt>
                <c:pt idx="9097">
                  <c:v>6.111</c:v>
                </c:pt>
                <c:pt idx="9098">
                  <c:v>6.4</c:v>
                </c:pt>
                <c:pt idx="9099">
                  <c:v>6.3</c:v>
                </c:pt>
                <c:pt idx="9100">
                  <c:v>6.3</c:v>
                </c:pt>
                <c:pt idx="9101">
                  <c:v>6.7</c:v>
                </c:pt>
                <c:pt idx="9102">
                  <c:v>7.152</c:v>
                </c:pt>
                <c:pt idx="9103">
                  <c:v>5.1</c:v>
                </c:pt>
                <c:pt idx="9104">
                  <c:v>6.4</c:v>
                </c:pt>
                <c:pt idx="9105">
                  <c:v>5.2</c:v>
                </c:pt>
                <c:pt idx="9106">
                  <c:v>7.479</c:v>
                </c:pt>
                <c:pt idx="9107">
                  <c:v>5.676</c:v>
                </c:pt>
                <c:pt idx="9108">
                  <c:v>7.4</c:v>
                </c:pt>
                <c:pt idx="9109">
                  <c:v>7.519</c:v>
                </c:pt>
                <c:pt idx="9110">
                  <c:v>7.9</c:v>
                </c:pt>
                <c:pt idx="9111">
                  <c:v>6</c:v>
                </c:pt>
                <c:pt idx="9112">
                  <c:v>5.7</c:v>
                </c:pt>
                <c:pt idx="9113">
                  <c:v>6.3</c:v>
                </c:pt>
                <c:pt idx="9114">
                  <c:v>8.2</c:v>
                </c:pt>
                <c:pt idx="9115">
                  <c:v>6.2</c:v>
                </c:pt>
                <c:pt idx="9116">
                  <c:v>5.6</c:v>
                </c:pt>
                <c:pt idx="9117">
                  <c:v>6.2</c:v>
                </c:pt>
                <c:pt idx="9118">
                  <c:v>5.7</c:v>
                </c:pt>
                <c:pt idx="9119">
                  <c:v>6.5</c:v>
                </c:pt>
                <c:pt idx="9120">
                  <c:v>5.7</c:v>
                </c:pt>
                <c:pt idx="9121">
                  <c:v>6.3</c:v>
                </c:pt>
                <c:pt idx="9122">
                  <c:v>7.353</c:v>
                </c:pt>
                <c:pt idx="9123">
                  <c:v>4.9</c:v>
                </c:pt>
                <c:pt idx="9124">
                  <c:v>6.2</c:v>
                </c:pt>
                <c:pt idx="9125">
                  <c:v>6.813</c:v>
                </c:pt>
                <c:pt idx="9126">
                  <c:v>7.2</c:v>
                </c:pt>
                <c:pt idx="9127">
                  <c:v>6.882</c:v>
                </c:pt>
                <c:pt idx="9128">
                  <c:v>5.9</c:v>
                </c:pt>
                <c:pt idx="9129">
                  <c:v>5.8</c:v>
                </c:pt>
                <c:pt idx="9130">
                  <c:v>6.4</c:v>
                </c:pt>
                <c:pt idx="9131">
                  <c:v>6.485</c:v>
                </c:pt>
                <c:pt idx="9132">
                  <c:v>7.1</c:v>
                </c:pt>
                <c:pt idx="9133">
                  <c:v>8.1</c:v>
                </c:pt>
                <c:pt idx="9134">
                  <c:v>6.3</c:v>
                </c:pt>
                <c:pt idx="9135">
                  <c:v>6.7</c:v>
                </c:pt>
                <c:pt idx="9136">
                  <c:v>5.8</c:v>
                </c:pt>
                <c:pt idx="9137">
                  <c:v>7</c:v>
                </c:pt>
                <c:pt idx="9138">
                  <c:v>6.471</c:v>
                </c:pt>
                <c:pt idx="9139">
                  <c:v>6.3</c:v>
                </c:pt>
                <c:pt idx="9140">
                  <c:v>7.027</c:v>
                </c:pt>
                <c:pt idx="9141">
                  <c:v>6.7</c:v>
                </c:pt>
                <c:pt idx="9142">
                  <c:v>5.217</c:v>
                </c:pt>
                <c:pt idx="9143">
                  <c:v>7.073</c:v>
                </c:pt>
                <c:pt idx="9144">
                  <c:v>5.4</c:v>
                </c:pt>
                <c:pt idx="9145">
                  <c:v>7.453</c:v>
                </c:pt>
                <c:pt idx="9146">
                  <c:v>5.5</c:v>
                </c:pt>
                <c:pt idx="9147">
                  <c:v>6.4</c:v>
                </c:pt>
                <c:pt idx="9148">
                  <c:v>4.425</c:v>
                </c:pt>
                <c:pt idx="9149">
                  <c:v>5.679</c:v>
                </c:pt>
                <c:pt idx="9150">
                  <c:v>6.462</c:v>
                </c:pt>
                <c:pt idx="9151">
                  <c:v>6</c:v>
                </c:pt>
                <c:pt idx="9152">
                  <c:v>5.9</c:v>
                </c:pt>
                <c:pt idx="9153">
                  <c:v>5.27</c:v>
                </c:pt>
                <c:pt idx="9154">
                  <c:v>7.1</c:v>
                </c:pt>
                <c:pt idx="9155">
                  <c:v>5.8</c:v>
                </c:pt>
                <c:pt idx="9156">
                  <c:v>6.6</c:v>
                </c:pt>
                <c:pt idx="9157">
                  <c:v>5.5</c:v>
                </c:pt>
                <c:pt idx="9158">
                  <c:v>5.9</c:v>
                </c:pt>
                <c:pt idx="9159">
                  <c:v>5.7</c:v>
                </c:pt>
                <c:pt idx="9160">
                  <c:v>7.1</c:v>
                </c:pt>
                <c:pt idx="9161">
                  <c:v>6</c:v>
                </c:pt>
                <c:pt idx="9162">
                  <c:v>6</c:v>
                </c:pt>
                <c:pt idx="9163">
                  <c:v>5.9</c:v>
                </c:pt>
                <c:pt idx="9164">
                  <c:v>5.5</c:v>
                </c:pt>
                <c:pt idx="9165">
                  <c:v>6.2</c:v>
                </c:pt>
                <c:pt idx="9166">
                  <c:v>6.7</c:v>
                </c:pt>
                <c:pt idx="9167">
                  <c:v>6.6</c:v>
                </c:pt>
                <c:pt idx="9168">
                  <c:v>5.9</c:v>
                </c:pt>
                <c:pt idx="9169">
                  <c:v>5.8</c:v>
                </c:pt>
                <c:pt idx="9170">
                  <c:v>5.8</c:v>
                </c:pt>
                <c:pt idx="9171">
                  <c:v>7.5</c:v>
                </c:pt>
                <c:pt idx="9172">
                  <c:v>6.8</c:v>
                </c:pt>
                <c:pt idx="9173">
                  <c:v>6.6</c:v>
                </c:pt>
                <c:pt idx="9174">
                  <c:v>6.3</c:v>
                </c:pt>
                <c:pt idx="9175">
                  <c:v>4.7</c:v>
                </c:pt>
                <c:pt idx="9176">
                  <c:v>5.8</c:v>
                </c:pt>
                <c:pt idx="9177">
                  <c:v>6.8</c:v>
                </c:pt>
                <c:pt idx="9178">
                  <c:v>5.9</c:v>
                </c:pt>
                <c:pt idx="9179">
                  <c:v>6.1</c:v>
                </c:pt>
                <c:pt idx="9180">
                  <c:v>7.5</c:v>
                </c:pt>
                <c:pt idx="9181">
                  <c:v>5.738</c:v>
                </c:pt>
                <c:pt idx="9182">
                  <c:v>6.8</c:v>
                </c:pt>
                <c:pt idx="9183">
                  <c:v>6.7</c:v>
                </c:pt>
                <c:pt idx="9184">
                  <c:v>6</c:v>
                </c:pt>
                <c:pt idx="9185">
                  <c:v>7.2</c:v>
                </c:pt>
                <c:pt idx="9186">
                  <c:v>6.913</c:v>
                </c:pt>
                <c:pt idx="9187">
                  <c:v>6</c:v>
                </c:pt>
                <c:pt idx="9188">
                  <c:v>6.8</c:v>
                </c:pt>
                <c:pt idx="9189">
                  <c:v>6.1</c:v>
                </c:pt>
                <c:pt idx="9190">
                  <c:v>6.4</c:v>
                </c:pt>
                <c:pt idx="9191">
                  <c:v>6.6</c:v>
                </c:pt>
                <c:pt idx="9192">
                  <c:v>7.3</c:v>
                </c:pt>
                <c:pt idx="9193">
                  <c:v>6.335</c:v>
                </c:pt>
                <c:pt idx="9194">
                  <c:v>6.2</c:v>
                </c:pt>
                <c:pt idx="9195">
                  <c:v>6.8</c:v>
                </c:pt>
                <c:pt idx="9196">
                  <c:v>4.885</c:v>
                </c:pt>
                <c:pt idx="9197">
                  <c:v>4.5</c:v>
                </c:pt>
                <c:pt idx="9198">
                  <c:v>5.183</c:v>
                </c:pt>
                <c:pt idx="9199">
                  <c:v>7.1</c:v>
                </c:pt>
                <c:pt idx="9200">
                  <c:v>6.6</c:v>
                </c:pt>
                <c:pt idx="9201">
                  <c:v>5.8</c:v>
                </c:pt>
                <c:pt idx="9202">
                  <c:v>5.1</c:v>
                </c:pt>
                <c:pt idx="9203">
                  <c:v>6</c:v>
                </c:pt>
                <c:pt idx="9204">
                  <c:v>6.5</c:v>
                </c:pt>
                <c:pt idx="9205">
                  <c:v>7.3</c:v>
                </c:pt>
                <c:pt idx="9206">
                  <c:v>7.4</c:v>
                </c:pt>
                <c:pt idx="9207">
                  <c:v>6.464</c:v>
                </c:pt>
                <c:pt idx="9208">
                  <c:v>5.8</c:v>
                </c:pt>
                <c:pt idx="9209">
                  <c:v>7.5</c:v>
                </c:pt>
                <c:pt idx="9210">
                  <c:v>6</c:v>
                </c:pt>
                <c:pt idx="9211">
                  <c:v>6.2</c:v>
                </c:pt>
                <c:pt idx="9212">
                  <c:v>6.9</c:v>
                </c:pt>
                <c:pt idx="9213">
                  <c:v>5.4</c:v>
                </c:pt>
                <c:pt idx="9214">
                  <c:v>4.087</c:v>
                </c:pt>
                <c:pt idx="9215">
                  <c:v>6</c:v>
                </c:pt>
                <c:pt idx="9216">
                  <c:v>6.7</c:v>
                </c:pt>
                <c:pt idx="9217">
                  <c:v>7.9</c:v>
                </c:pt>
                <c:pt idx="9218">
                  <c:v>6.388</c:v>
                </c:pt>
                <c:pt idx="9219">
                  <c:v>6.4</c:v>
                </c:pt>
                <c:pt idx="9220">
                  <c:v>5.5</c:v>
                </c:pt>
                <c:pt idx="9221">
                  <c:v>5.8</c:v>
                </c:pt>
                <c:pt idx="9222">
                  <c:v>8.2</c:v>
                </c:pt>
                <c:pt idx="9223">
                  <c:v>7.5</c:v>
                </c:pt>
                <c:pt idx="9224">
                  <c:v>6.1</c:v>
                </c:pt>
                <c:pt idx="9225">
                  <c:v>7.6</c:v>
                </c:pt>
                <c:pt idx="9226">
                  <c:v>6</c:v>
                </c:pt>
                <c:pt idx="9227">
                  <c:v>6.3</c:v>
                </c:pt>
                <c:pt idx="9228">
                  <c:v>5</c:v>
                </c:pt>
                <c:pt idx="9229">
                  <c:v>9</c:v>
                </c:pt>
                <c:pt idx="9230">
                  <c:v>6.6</c:v>
                </c:pt>
                <c:pt idx="9231">
                  <c:v>7.3</c:v>
                </c:pt>
                <c:pt idx="9232">
                  <c:v>6.114</c:v>
                </c:pt>
                <c:pt idx="9233">
                  <c:v>7.7</c:v>
                </c:pt>
                <c:pt idx="9234">
                  <c:v>7.101</c:v>
                </c:pt>
                <c:pt idx="9235">
                  <c:v>7.3</c:v>
                </c:pt>
                <c:pt idx="9236">
                  <c:v>7</c:v>
                </c:pt>
                <c:pt idx="9237">
                  <c:v>6.7</c:v>
                </c:pt>
                <c:pt idx="9238">
                  <c:v>5.475</c:v>
                </c:pt>
                <c:pt idx="9239">
                  <c:v>7</c:v>
                </c:pt>
                <c:pt idx="9240">
                  <c:v>6.3</c:v>
                </c:pt>
                <c:pt idx="9241">
                  <c:v>5.17</c:v>
                </c:pt>
                <c:pt idx="9242">
                  <c:v>5.731</c:v>
                </c:pt>
                <c:pt idx="9243">
                  <c:v>5.8</c:v>
                </c:pt>
                <c:pt idx="9244">
                  <c:v>6.803</c:v>
                </c:pt>
                <c:pt idx="9245">
                  <c:v>7.9</c:v>
                </c:pt>
                <c:pt idx="9246">
                  <c:v>6.3</c:v>
                </c:pt>
                <c:pt idx="9247">
                  <c:v>6.2</c:v>
                </c:pt>
                <c:pt idx="9248">
                  <c:v>6.6</c:v>
                </c:pt>
                <c:pt idx="9249">
                  <c:v>5.7</c:v>
                </c:pt>
                <c:pt idx="9250">
                  <c:v>5.1</c:v>
                </c:pt>
                <c:pt idx="9251">
                  <c:v>4</c:v>
                </c:pt>
                <c:pt idx="9252">
                  <c:v>6.7</c:v>
                </c:pt>
                <c:pt idx="9253">
                  <c:v>5.2</c:v>
                </c:pt>
                <c:pt idx="9254">
                  <c:v>6.2</c:v>
                </c:pt>
                <c:pt idx="9255">
                  <c:v>6.686</c:v>
                </c:pt>
                <c:pt idx="9256">
                  <c:v>5.8</c:v>
                </c:pt>
                <c:pt idx="9257">
                  <c:v>6.139</c:v>
                </c:pt>
                <c:pt idx="9258">
                  <c:v>7.3</c:v>
                </c:pt>
                <c:pt idx="9259">
                  <c:v>6.705</c:v>
                </c:pt>
                <c:pt idx="9260">
                  <c:v>5.2</c:v>
                </c:pt>
                <c:pt idx="9261">
                  <c:v>6.7</c:v>
                </c:pt>
                <c:pt idx="9262">
                  <c:v>6.1</c:v>
                </c:pt>
                <c:pt idx="9263">
                  <c:v>7.142</c:v>
                </c:pt>
                <c:pt idx="9264">
                  <c:v>5.6</c:v>
                </c:pt>
                <c:pt idx="9265">
                  <c:v>6.6</c:v>
                </c:pt>
                <c:pt idx="9266">
                  <c:v>6.3</c:v>
                </c:pt>
                <c:pt idx="9267">
                  <c:v>7.6</c:v>
                </c:pt>
                <c:pt idx="9268">
                  <c:v>6</c:v>
                </c:pt>
                <c:pt idx="9269">
                  <c:v>5.7</c:v>
                </c:pt>
                <c:pt idx="9270">
                  <c:v>6</c:v>
                </c:pt>
                <c:pt idx="9271">
                  <c:v>7</c:v>
                </c:pt>
                <c:pt idx="9272">
                  <c:v>6.6</c:v>
                </c:pt>
                <c:pt idx="9273">
                  <c:v>3.3</c:v>
                </c:pt>
                <c:pt idx="9274">
                  <c:v>6.3</c:v>
                </c:pt>
                <c:pt idx="9275">
                  <c:v>5.1</c:v>
                </c:pt>
                <c:pt idx="9276">
                  <c:v>5.1</c:v>
                </c:pt>
                <c:pt idx="9277">
                  <c:v>7</c:v>
                </c:pt>
                <c:pt idx="9278">
                  <c:v>6</c:v>
                </c:pt>
                <c:pt idx="9279">
                  <c:v>6.5</c:v>
                </c:pt>
                <c:pt idx="9280">
                  <c:v>5.929</c:v>
                </c:pt>
                <c:pt idx="9281">
                  <c:v>6.8</c:v>
                </c:pt>
                <c:pt idx="9282">
                  <c:v>7.6</c:v>
                </c:pt>
                <c:pt idx="9283">
                  <c:v>6.4</c:v>
                </c:pt>
                <c:pt idx="9284">
                  <c:v>7.525</c:v>
                </c:pt>
                <c:pt idx="9285">
                  <c:v>5.2</c:v>
                </c:pt>
                <c:pt idx="9286">
                  <c:v>5.5</c:v>
                </c:pt>
                <c:pt idx="9287">
                  <c:v>6.097</c:v>
                </c:pt>
                <c:pt idx="9288">
                  <c:v>7.2</c:v>
                </c:pt>
                <c:pt idx="9289">
                  <c:v>8.018</c:v>
                </c:pt>
                <c:pt idx="9290">
                  <c:v>6.4</c:v>
                </c:pt>
                <c:pt idx="9291">
                  <c:v>6.656</c:v>
                </c:pt>
                <c:pt idx="9292">
                  <c:v>6.8</c:v>
                </c:pt>
                <c:pt idx="9293">
                  <c:v>7.525</c:v>
                </c:pt>
                <c:pt idx="9294">
                  <c:v>7</c:v>
                </c:pt>
                <c:pt idx="9295">
                  <c:v>6.5</c:v>
                </c:pt>
                <c:pt idx="9296">
                  <c:v>5.297</c:v>
                </c:pt>
                <c:pt idx="9297">
                  <c:v>6.3</c:v>
                </c:pt>
                <c:pt idx="9298">
                  <c:v>6.5</c:v>
                </c:pt>
                <c:pt idx="9299">
                  <c:v>6.1</c:v>
                </c:pt>
                <c:pt idx="9300">
                  <c:v>6</c:v>
                </c:pt>
                <c:pt idx="9301">
                  <c:v>7.4</c:v>
                </c:pt>
                <c:pt idx="9302">
                  <c:v>6.802</c:v>
                </c:pt>
                <c:pt idx="9303">
                  <c:v>6.6</c:v>
                </c:pt>
                <c:pt idx="9304">
                  <c:v>7.949</c:v>
                </c:pt>
                <c:pt idx="9305">
                  <c:v>7.6</c:v>
                </c:pt>
                <c:pt idx="9306">
                  <c:v>6.2</c:v>
                </c:pt>
                <c:pt idx="9307">
                  <c:v>7.783</c:v>
                </c:pt>
                <c:pt idx="9308">
                  <c:v>7.6</c:v>
                </c:pt>
                <c:pt idx="9309">
                  <c:v>7.6</c:v>
                </c:pt>
                <c:pt idx="9310">
                  <c:v>7.528</c:v>
                </c:pt>
                <c:pt idx="9311">
                  <c:v>7.5</c:v>
                </c:pt>
                <c:pt idx="9312">
                  <c:v>7.5</c:v>
                </c:pt>
                <c:pt idx="9313">
                  <c:v>6.779</c:v>
                </c:pt>
                <c:pt idx="9314">
                  <c:v>7.9</c:v>
                </c:pt>
                <c:pt idx="9315">
                  <c:v>7.413</c:v>
                </c:pt>
                <c:pt idx="9316">
                  <c:v>8</c:v>
                </c:pt>
                <c:pt idx="9317">
                  <c:v>7.8</c:v>
                </c:pt>
                <c:pt idx="9318">
                  <c:v>6.83</c:v>
                </c:pt>
                <c:pt idx="9319">
                  <c:v>5.965</c:v>
                </c:pt>
                <c:pt idx="9320">
                  <c:v>7.841</c:v>
                </c:pt>
                <c:pt idx="9321">
                  <c:v>8.1</c:v>
                </c:pt>
                <c:pt idx="9322">
                  <c:v>7.214</c:v>
                </c:pt>
                <c:pt idx="9323">
                  <c:v>6.388</c:v>
                </c:pt>
                <c:pt idx="9324">
                  <c:v>7.04</c:v>
                </c:pt>
                <c:pt idx="9325">
                  <c:v>7.485</c:v>
                </c:pt>
                <c:pt idx="9326">
                  <c:v>7.4</c:v>
                </c:pt>
                <c:pt idx="9327">
                  <c:v>7.4</c:v>
                </c:pt>
                <c:pt idx="9328">
                  <c:v>7.7</c:v>
                </c:pt>
                <c:pt idx="9329">
                  <c:v>7.475</c:v>
                </c:pt>
                <c:pt idx="9330">
                  <c:v>6.6</c:v>
                </c:pt>
                <c:pt idx="9331">
                  <c:v>7.3</c:v>
                </c:pt>
                <c:pt idx="9332">
                  <c:v>6.605</c:v>
                </c:pt>
                <c:pt idx="9333">
                  <c:v>7.9</c:v>
                </c:pt>
                <c:pt idx="9334">
                  <c:v>7.056</c:v>
                </c:pt>
                <c:pt idx="9335">
                  <c:v>7.351</c:v>
                </c:pt>
                <c:pt idx="9336">
                  <c:v>6.8</c:v>
                </c:pt>
                <c:pt idx="9337">
                  <c:v>8.1</c:v>
                </c:pt>
                <c:pt idx="9338">
                  <c:v>6.751</c:v>
                </c:pt>
                <c:pt idx="9339">
                  <c:v>7.583</c:v>
                </c:pt>
                <c:pt idx="9340">
                  <c:v>5.4</c:v>
                </c:pt>
                <c:pt idx="9341">
                  <c:v>7.2</c:v>
                </c:pt>
                <c:pt idx="9342">
                  <c:v>6</c:v>
                </c:pt>
                <c:pt idx="9343">
                  <c:v>7.6</c:v>
                </c:pt>
                <c:pt idx="9344">
                  <c:v>7.9</c:v>
                </c:pt>
                <c:pt idx="9345">
                  <c:v>7.026</c:v>
                </c:pt>
                <c:pt idx="9346">
                  <c:v>6.486</c:v>
                </c:pt>
                <c:pt idx="9347">
                  <c:v>6.9</c:v>
                </c:pt>
                <c:pt idx="9348">
                  <c:v>6.332</c:v>
                </c:pt>
                <c:pt idx="9349">
                  <c:v>7.9</c:v>
                </c:pt>
                <c:pt idx="9350">
                  <c:v>6.5</c:v>
                </c:pt>
                <c:pt idx="9351">
                  <c:v>7.6</c:v>
                </c:pt>
                <c:pt idx="9352">
                  <c:v>6.8</c:v>
                </c:pt>
                <c:pt idx="9353">
                  <c:v>7.356</c:v>
                </c:pt>
                <c:pt idx="9354">
                  <c:v>7</c:v>
                </c:pt>
                <c:pt idx="9355">
                  <c:v>6.334</c:v>
                </c:pt>
                <c:pt idx="9356">
                  <c:v>6</c:v>
                </c:pt>
                <c:pt idx="9357">
                  <c:v>8.1</c:v>
                </c:pt>
                <c:pt idx="9358">
                  <c:v>7.9</c:v>
                </c:pt>
                <c:pt idx="9359">
                  <c:v>6.668</c:v>
                </c:pt>
                <c:pt idx="9360">
                  <c:v>7.2</c:v>
                </c:pt>
                <c:pt idx="9361">
                  <c:v>7.075</c:v>
                </c:pt>
                <c:pt idx="9362">
                  <c:v>6.6</c:v>
                </c:pt>
                <c:pt idx="9363">
                  <c:v>6.7</c:v>
                </c:pt>
                <c:pt idx="9364">
                  <c:v>7.884</c:v>
                </c:pt>
                <c:pt idx="9365">
                  <c:v>6.8</c:v>
                </c:pt>
                <c:pt idx="9366">
                  <c:v>7.9</c:v>
                </c:pt>
                <c:pt idx="9367">
                  <c:v>6.835</c:v>
                </c:pt>
                <c:pt idx="9368">
                  <c:v>6.97</c:v>
                </c:pt>
                <c:pt idx="9369">
                  <c:v>7.2</c:v>
                </c:pt>
                <c:pt idx="9370">
                  <c:v>6.2</c:v>
                </c:pt>
                <c:pt idx="9371">
                  <c:v>7.683</c:v>
                </c:pt>
                <c:pt idx="9372">
                  <c:v>7.9</c:v>
                </c:pt>
                <c:pt idx="9373">
                  <c:v>7.5</c:v>
                </c:pt>
                <c:pt idx="9374">
                  <c:v>7.8</c:v>
                </c:pt>
                <c:pt idx="9375">
                  <c:v>6.787</c:v>
                </c:pt>
                <c:pt idx="9376">
                  <c:v>6.854</c:v>
                </c:pt>
                <c:pt idx="9377">
                  <c:v>6.8</c:v>
                </c:pt>
                <c:pt idx="9378">
                  <c:v>7.3</c:v>
                </c:pt>
                <c:pt idx="9379">
                  <c:v>7.3</c:v>
                </c:pt>
                <c:pt idx="9380">
                  <c:v>4.9</c:v>
                </c:pt>
                <c:pt idx="9381">
                  <c:v>7.4</c:v>
                </c:pt>
                <c:pt idx="9382">
                  <c:v>7.6</c:v>
                </c:pt>
                <c:pt idx="9383">
                  <c:v>6.971</c:v>
                </c:pt>
                <c:pt idx="9384">
                  <c:v>7.1</c:v>
                </c:pt>
                <c:pt idx="9385">
                  <c:v>7.2</c:v>
                </c:pt>
                <c:pt idx="9386">
                  <c:v>7.1</c:v>
                </c:pt>
                <c:pt idx="9387">
                  <c:v>7.6</c:v>
                </c:pt>
                <c:pt idx="9388">
                  <c:v>7.8</c:v>
                </c:pt>
                <c:pt idx="9389">
                  <c:v>7.711</c:v>
                </c:pt>
                <c:pt idx="9390">
                  <c:v>6.4</c:v>
                </c:pt>
                <c:pt idx="9391">
                  <c:v>8.237</c:v>
                </c:pt>
                <c:pt idx="9392">
                  <c:v>6.6</c:v>
                </c:pt>
                <c:pt idx="9393">
                  <c:v>6.384</c:v>
                </c:pt>
                <c:pt idx="9394">
                  <c:v>6.828</c:v>
                </c:pt>
                <c:pt idx="9395">
                  <c:v>5.941</c:v>
                </c:pt>
                <c:pt idx="9396">
                  <c:v>6.9</c:v>
                </c:pt>
                <c:pt idx="9397">
                  <c:v>6.6</c:v>
                </c:pt>
                <c:pt idx="9398">
                  <c:v>6.768</c:v>
                </c:pt>
                <c:pt idx="9399">
                  <c:v>6.2</c:v>
                </c:pt>
                <c:pt idx="9400">
                  <c:v>7</c:v>
                </c:pt>
                <c:pt idx="9401">
                  <c:v>6.531</c:v>
                </c:pt>
                <c:pt idx="9402">
                  <c:v>5.5</c:v>
                </c:pt>
                <c:pt idx="9403">
                  <c:v>7.075</c:v>
                </c:pt>
                <c:pt idx="9404">
                  <c:v>6.8</c:v>
                </c:pt>
                <c:pt idx="9405">
                  <c:v>7.081</c:v>
                </c:pt>
                <c:pt idx="9406">
                  <c:v>5.7</c:v>
                </c:pt>
                <c:pt idx="9407">
                  <c:v>6.2</c:v>
                </c:pt>
                <c:pt idx="9408">
                  <c:v>7</c:v>
                </c:pt>
                <c:pt idx="9409">
                  <c:v>6.6</c:v>
                </c:pt>
                <c:pt idx="9410">
                  <c:v>7.5</c:v>
                </c:pt>
                <c:pt idx="9411">
                  <c:v>6.597</c:v>
                </c:pt>
                <c:pt idx="9412">
                  <c:v>5.9</c:v>
                </c:pt>
                <c:pt idx="9413">
                  <c:v>6.9</c:v>
                </c:pt>
                <c:pt idx="9414">
                  <c:v>6.36</c:v>
                </c:pt>
                <c:pt idx="9415">
                  <c:v>7.706</c:v>
                </c:pt>
                <c:pt idx="9416">
                  <c:v>6.6</c:v>
                </c:pt>
                <c:pt idx="9417">
                  <c:v>7.149</c:v>
                </c:pt>
                <c:pt idx="9418">
                  <c:v>6</c:v>
                </c:pt>
                <c:pt idx="9419">
                  <c:v>8.1</c:v>
                </c:pt>
                <c:pt idx="9420">
                  <c:v>7.3</c:v>
                </c:pt>
                <c:pt idx="9421">
                  <c:v>6.6</c:v>
                </c:pt>
                <c:pt idx="9422">
                  <c:v>6.2</c:v>
                </c:pt>
                <c:pt idx="9423">
                  <c:v>6.427</c:v>
                </c:pt>
                <c:pt idx="9424">
                  <c:v>7.1</c:v>
                </c:pt>
                <c:pt idx="9425">
                  <c:v>7.394</c:v>
                </c:pt>
                <c:pt idx="9426">
                  <c:v>7.2</c:v>
                </c:pt>
                <c:pt idx="9427">
                  <c:v>6.4</c:v>
                </c:pt>
                <c:pt idx="9428">
                  <c:v>6.131</c:v>
                </c:pt>
                <c:pt idx="9429">
                  <c:v>6.982</c:v>
                </c:pt>
                <c:pt idx="9430">
                  <c:v>6.3</c:v>
                </c:pt>
                <c:pt idx="9431">
                  <c:v>5.8</c:v>
                </c:pt>
                <c:pt idx="9432">
                  <c:v>7.5</c:v>
                </c:pt>
                <c:pt idx="9433">
                  <c:v>7.3</c:v>
                </c:pt>
                <c:pt idx="9434">
                  <c:v>7.3</c:v>
                </c:pt>
                <c:pt idx="9435">
                  <c:v>7.7</c:v>
                </c:pt>
                <c:pt idx="9436">
                  <c:v>6</c:v>
                </c:pt>
                <c:pt idx="9437">
                  <c:v>5.6</c:v>
                </c:pt>
                <c:pt idx="9438">
                  <c:v>6.807</c:v>
                </c:pt>
                <c:pt idx="9439">
                  <c:v>7.5</c:v>
                </c:pt>
                <c:pt idx="9440">
                  <c:v>5.9</c:v>
                </c:pt>
                <c:pt idx="9441">
                  <c:v>7.032</c:v>
                </c:pt>
                <c:pt idx="9442">
                  <c:v>6</c:v>
                </c:pt>
                <c:pt idx="9443">
                  <c:v>6.5</c:v>
                </c:pt>
                <c:pt idx="9444">
                  <c:v>8.1</c:v>
                </c:pt>
                <c:pt idx="9445">
                  <c:v>6.9</c:v>
                </c:pt>
                <c:pt idx="9446">
                  <c:v>6.8</c:v>
                </c:pt>
                <c:pt idx="9447">
                  <c:v>6.699</c:v>
                </c:pt>
                <c:pt idx="9448">
                  <c:v>6.1</c:v>
                </c:pt>
                <c:pt idx="9449">
                  <c:v>7.293</c:v>
                </c:pt>
                <c:pt idx="9450">
                  <c:v>7.3</c:v>
                </c:pt>
                <c:pt idx="9451">
                  <c:v>4.6</c:v>
                </c:pt>
                <c:pt idx="9452">
                  <c:v>7.2</c:v>
                </c:pt>
                <c:pt idx="9453">
                  <c:v>6.2</c:v>
                </c:pt>
                <c:pt idx="9454">
                  <c:v>7.4</c:v>
                </c:pt>
                <c:pt idx="9455">
                  <c:v>6.3</c:v>
                </c:pt>
                <c:pt idx="9456">
                  <c:v>6.7</c:v>
                </c:pt>
                <c:pt idx="9457">
                  <c:v>6.4</c:v>
                </c:pt>
                <c:pt idx="9458">
                  <c:v>7.492</c:v>
                </c:pt>
                <c:pt idx="9459">
                  <c:v>6.972</c:v>
                </c:pt>
                <c:pt idx="9460">
                  <c:v>6.6</c:v>
                </c:pt>
                <c:pt idx="9461">
                  <c:v>7.3</c:v>
                </c:pt>
                <c:pt idx="9462">
                  <c:v>5.3</c:v>
                </c:pt>
                <c:pt idx="9463">
                  <c:v>7.4</c:v>
                </c:pt>
                <c:pt idx="9464">
                  <c:v>6.4</c:v>
                </c:pt>
                <c:pt idx="9465">
                  <c:v>7</c:v>
                </c:pt>
                <c:pt idx="9466">
                  <c:v>6.5</c:v>
                </c:pt>
                <c:pt idx="9467">
                  <c:v>7.2</c:v>
                </c:pt>
                <c:pt idx="9468">
                  <c:v>6.6</c:v>
                </c:pt>
                <c:pt idx="9469">
                  <c:v>7.2</c:v>
                </c:pt>
                <c:pt idx="9470">
                  <c:v>6.384</c:v>
                </c:pt>
                <c:pt idx="9471">
                  <c:v>7.425</c:v>
                </c:pt>
                <c:pt idx="9472">
                  <c:v>6.032</c:v>
                </c:pt>
                <c:pt idx="9473">
                  <c:v>5.9</c:v>
                </c:pt>
                <c:pt idx="9474">
                  <c:v>6.7</c:v>
                </c:pt>
                <c:pt idx="9475">
                  <c:v>7.9</c:v>
                </c:pt>
                <c:pt idx="9476">
                  <c:v>5.6</c:v>
                </c:pt>
                <c:pt idx="9477">
                  <c:v>6.7</c:v>
                </c:pt>
                <c:pt idx="9478">
                  <c:v>7.048</c:v>
                </c:pt>
                <c:pt idx="9479">
                  <c:v>4.9</c:v>
                </c:pt>
                <c:pt idx="9480">
                  <c:v>6.9</c:v>
                </c:pt>
                <c:pt idx="9481">
                  <c:v>7.4</c:v>
                </c:pt>
                <c:pt idx="9482">
                  <c:v>6.6</c:v>
                </c:pt>
                <c:pt idx="9483">
                  <c:v>4</c:v>
                </c:pt>
                <c:pt idx="9484">
                  <c:v>7.709</c:v>
                </c:pt>
                <c:pt idx="9485">
                  <c:v>5.2</c:v>
                </c:pt>
                <c:pt idx="9486">
                  <c:v>5.8</c:v>
                </c:pt>
                <c:pt idx="9487">
                  <c:v>6.7</c:v>
                </c:pt>
                <c:pt idx="9488">
                  <c:v>6.4</c:v>
                </c:pt>
                <c:pt idx="9489">
                  <c:v>7.2</c:v>
                </c:pt>
                <c:pt idx="9490">
                  <c:v>6.8</c:v>
                </c:pt>
                <c:pt idx="9491">
                  <c:v>7.7</c:v>
                </c:pt>
                <c:pt idx="9492">
                  <c:v>6.5</c:v>
                </c:pt>
                <c:pt idx="9493">
                  <c:v>5.986</c:v>
                </c:pt>
                <c:pt idx="9494">
                  <c:v>5.905</c:v>
                </c:pt>
                <c:pt idx="9495">
                  <c:v>7.07</c:v>
                </c:pt>
                <c:pt idx="9496">
                  <c:v>6.3</c:v>
                </c:pt>
                <c:pt idx="9497">
                  <c:v>7.6</c:v>
                </c:pt>
                <c:pt idx="9498">
                  <c:v>6</c:v>
                </c:pt>
                <c:pt idx="9499">
                  <c:v>7.5</c:v>
                </c:pt>
                <c:pt idx="9500">
                  <c:v>6.8</c:v>
                </c:pt>
                <c:pt idx="9501">
                  <c:v>6.537</c:v>
                </c:pt>
                <c:pt idx="9502">
                  <c:v>6.8</c:v>
                </c:pt>
                <c:pt idx="9503">
                  <c:v>6.524</c:v>
                </c:pt>
                <c:pt idx="9504">
                  <c:v>7.706</c:v>
                </c:pt>
                <c:pt idx="9505">
                  <c:v>6.5</c:v>
                </c:pt>
                <c:pt idx="9506">
                  <c:v>7.3</c:v>
                </c:pt>
                <c:pt idx="9507">
                  <c:v>5.7</c:v>
                </c:pt>
                <c:pt idx="9508">
                  <c:v>6.4</c:v>
                </c:pt>
                <c:pt idx="9509">
                  <c:v>6.4</c:v>
                </c:pt>
                <c:pt idx="9510">
                  <c:v>7.1</c:v>
                </c:pt>
                <c:pt idx="9511">
                  <c:v>6.4</c:v>
                </c:pt>
                <c:pt idx="9512">
                  <c:v>6.6</c:v>
                </c:pt>
                <c:pt idx="9513">
                  <c:v>7.334</c:v>
                </c:pt>
                <c:pt idx="9514">
                  <c:v>6.8</c:v>
                </c:pt>
                <c:pt idx="9515">
                  <c:v>6.3</c:v>
                </c:pt>
                <c:pt idx="9516">
                  <c:v>6</c:v>
                </c:pt>
                <c:pt idx="9517">
                  <c:v>6.587</c:v>
                </c:pt>
                <c:pt idx="9518">
                  <c:v>7.3</c:v>
                </c:pt>
                <c:pt idx="9519">
                  <c:v>7.5</c:v>
                </c:pt>
                <c:pt idx="9520">
                  <c:v>7.3</c:v>
                </c:pt>
                <c:pt idx="9521">
                  <c:v>6.6</c:v>
                </c:pt>
                <c:pt idx="9522">
                  <c:v>7.457</c:v>
                </c:pt>
                <c:pt idx="9523">
                  <c:v>7.338</c:v>
                </c:pt>
                <c:pt idx="9524">
                  <c:v>6</c:v>
                </c:pt>
                <c:pt idx="9525">
                  <c:v>7.6</c:v>
                </c:pt>
                <c:pt idx="9526">
                  <c:v>5.8</c:v>
                </c:pt>
                <c:pt idx="9527">
                  <c:v>7.9</c:v>
                </c:pt>
                <c:pt idx="9528">
                  <c:v>7.1</c:v>
                </c:pt>
                <c:pt idx="9529">
                  <c:v>6.2</c:v>
                </c:pt>
                <c:pt idx="9530">
                  <c:v>6.8</c:v>
                </c:pt>
                <c:pt idx="9531">
                  <c:v>5.9</c:v>
                </c:pt>
                <c:pt idx="9532">
                  <c:v>6</c:v>
                </c:pt>
                <c:pt idx="9533">
                  <c:v>6.9</c:v>
                </c:pt>
                <c:pt idx="9534">
                  <c:v>7.891</c:v>
                </c:pt>
                <c:pt idx="9535">
                  <c:v>7.423</c:v>
                </c:pt>
                <c:pt idx="9536">
                  <c:v>6.4</c:v>
                </c:pt>
                <c:pt idx="9537">
                  <c:v>7.4</c:v>
                </c:pt>
                <c:pt idx="9538">
                  <c:v>7.3</c:v>
                </c:pt>
                <c:pt idx="9539">
                  <c:v>5.8</c:v>
                </c:pt>
                <c:pt idx="9540">
                  <c:v>6.4</c:v>
                </c:pt>
                <c:pt idx="9541">
                  <c:v>5.2</c:v>
                </c:pt>
                <c:pt idx="9542">
                  <c:v>6.9</c:v>
                </c:pt>
                <c:pt idx="9543">
                  <c:v>6.9</c:v>
                </c:pt>
                <c:pt idx="9544">
                  <c:v>7</c:v>
                </c:pt>
                <c:pt idx="9545">
                  <c:v>5.4</c:v>
                </c:pt>
                <c:pt idx="9546">
                  <c:v>7.359</c:v>
                </c:pt>
                <c:pt idx="9547">
                  <c:v>5.7</c:v>
                </c:pt>
                <c:pt idx="9548">
                  <c:v>6.647</c:v>
                </c:pt>
                <c:pt idx="9549">
                  <c:v>7.2</c:v>
                </c:pt>
                <c:pt idx="9550">
                  <c:v>5.7</c:v>
                </c:pt>
                <c:pt idx="9551">
                  <c:v>5.8</c:v>
                </c:pt>
                <c:pt idx="9552">
                  <c:v>6.7</c:v>
                </c:pt>
                <c:pt idx="9553">
                  <c:v>6.6</c:v>
                </c:pt>
                <c:pt idx="9554">
                  <c:v>6.7</c:v>
                </c:pt>
                <c:pt idx="9555">
                  <c:v>5.8</c:v>
                </c:pt>
                <c:pt idx="9556">
                  <c:v>7.639</c:v>
                </c:pt>
                <c:pt idx="9557">
                  <c:v>5.8</c:v>
                </c:pt>
                <c:pt idx="9558">
                  <c:v>7.9</c:v>
                </c:pt>
                <c:pt idx="9559">
                  <c:v>5.9</c:v>
                </c:pt>
                <c:pt idx="9560">
                  <c:v>7.1</c:v>
                </c:pt>
                <c:pt idx="9561">
                  <c:v>5.9</c:v>
                </c:pt>
                <c:pt idx="9562">
                  <c:v>7.8</c:v>
                </c:pt>
                <c:pt idx="9563">
                  <c:v>7</c:v>
                </c:pt>
                <c:pt idx="9564">
                  <c:v>5.3</c:v>
                </c:pt>
                <c:pt idx="9565">
                  <c:v>6.9</c:v>
                </c:pt>
                <c:pt idx="9566">
                  <c:v>6.7</c:v>
                </c:pt>
                <c:pt idx="9567">
                  <c:v>5.9</c:v>
                </c:pt>
                <c:pt idx="9568">
                  <c:v>7.8</c:v>
                </c:pt>
                <c:pt idx="9569">
                  <c:v>6.2</c:v>
                </c:pt>
                <c:pt idx="9570">
                  <c:v>7.4</c:v>
                </c:pt>
                <c:pt idx="9571">
                  <c:v>6.37</c:v>
                </c:pt>
                <c:pt idx="9572">
                  <c:v>6.225</c:v>
                </c:pt>
                <c:pt idx="9573">
                  <c:v>7.4</c:v>
                </c:pt>
                <c:pt idx="9574">
                  <c:v>7.7</c:v>
                </c:pt>
                <c:pt idx="9575">
                  <c:v>6</c:v>
                </c:pt>
                <c:pt idx="9576">
                  <c:v>6.026</c:v>
                </c:pt>
                <c:pt idx="9577">
                  <c:v>5.4</c:v>
                </c:pt>
                <c:pt idx="9578">
                  <c:v>6</c:v>
                </c:pt>
                <c:pt idx="9579">
                  <c:v>6</c:v>
                </c:pt>
                <c:pt idx="9580">
                  <c:v>6.7</c:v>
                </c:pt>
                <c:pt idx="9581">
                  <c:v>5.6</c:v>
                </c:pt>
                <c:pt idx="9582">
                  <c:v>6.7</c:v>
                </c:pt>
                <c:pt idx="9583">
                  <c:v>6.3</c:v>
                </c:pt>
                <c:pt idx="9584">
                  <c:v>6.4</c:v>
                </c:pt>
                <c:pt idx="9585">
                  <c:v>7.2</c:v>
                </c:pt>
                <c:pt idx="9586">
                  <c:v>6.6</c:v>
                </c:pt>
                <c:pt idx="9587">
                  <c:v>6</c:v>
                </c:pt>
                <c:pt idx="9588">
                  <c:v>6.1</c:v>
                </c:pt>
                <c:pt idx="9589">
                  <c:v>6</c:v>
                </c:pt>
                <c:pt idx="9590">
                  <c:v>6.4</c:v>
                </c:pt>
                <c:pt idx="9591">
                  <c:v>6.6</c:v>
                </c:pt>
                <c:pt idx="9592">
                  <c:v>8.3</c:v>
                </c:pt>
                <c:pt idx="9593">
                  <c:v>6.3</c:v>
                </c:pt>
                <c:pt idx="9594">
                  <c:v>6.706</c:v>
                </c:pt>
                <c:pt idx="9595">
                  <c:v>5.7</c:v>
                </c:pt>
                <c:pt idx="9596">
                  <c:v>6.307</c:v>
                </c:pt>
                <c:pt idx="9597">
                  <c:v>6.1</c:v>
                </c:pt>
                <c:pt idx="9598">
                  <c:v>6.7</c:v>
                </c:pt>
                <c:pt idx="9599">
                  <c:v>6.8</c:v>
                </c:pt>
                <c:pt idx="9600">
                  <c:v>7.1</c:v>
                </c:pt>
                <c:pt idx="9601">
                  <c:v>4.938</c:v>
                </c:pt>
                <c:pt idx="9602">
                  <c:v>6.8</c:v>
                </c:pt>
                <c:pt idx="9603">
                  <c:v>5.7</c:v>
                </c:pt>
                <c:pt idx="9604">
                  <c:v>6.8</c:v>
                </c:pt>
                <c:pt idx="9605">
                  <c:v>6.6</c:v>
                </c:pt>
                <c:pt idx="9606">
                  <c:v>7</c:v>
                </c:pt>
                <c:pt idx="9607">
                  <c:v>4.7</c:v>
                </c:pt>
                <c:pt idx="9608">
                  <c:v>7.5</c:v>
                </c:pt>
                <c:pt idx="9609">
                  <c:v>6.4</c:v>
                </c:pt>
                <c:pt idx="9610">
                  <c:v>6.3</c:v>
                </c:pt>
                <c:pt idx="9611">
                  <c:v>7.5</c:v>
                </c:pt>
                <c:pt idx="9612">
                  <c:v>7.2</c:v>
                </c:pt>
                <c:pt idx="9613">
                  <c:v>5.158</c:v>
                </c:pt>
                <c:pt idx="9614">
                  <c:v>6.9</c:v>
                </c:pt>
                <c:pt idx="9615">
                  <c:v>7.799</c:v>
                </c:pt>
                <c:pt idx="9616">
                  <c:v>7.2</c:v>
                </c:pt>
                <c:pt idx="9617">
                  <c:v>5.2</c:v>
                </c:pt>
                <c:pt idx="9618">
                  <c:v>5.7</c:v>
                </c:pt>
                <c:pt idx="9619">
                  <c:v>6.736</c:v>
                </c:pt>
                <c:pt idx="9620">
                  <c:v>6.9</c:v>
                </c:pt>
                <c:pt idx="9621">
                  <c:v>6.3</c:v>
                </c:pt>
                <c:pt idx="9622">
                  <c:v>5.6</c:v>
                </c:pt>
                <c:pt idx="9623">
                  <c:v>6.1</c:v>
                </c:pt>
                <c:pt idx="9624">
                  <c:v>4.5</c:v>
                </c:pt>
                <c:pt idx="9625">
                  <c:v>7.1</c:v>
                </c:pt>
                <c:pt idx="9626">
                  <c:v>6.991</c:v>
                </c:pt>
                <c:pt idx="9627">
                  <c:v>6</c:v>
                </c:pt>
                <c:pt idx="9628">
                  <c:v>6.7</c:v>
                </c:pt>
                <c:pt idx="9629">
                  <c:v>6.2</c:v>
                </c:pt>
                <c:pt idx="9630">
                  <c:v>6.655</c:v>
                </c:pt>
                <c:pt idx="9631">
                  <c:v>7.1</c:v>
                </c:pt>
                <c:pt idx="9632">
                  <c:v>5.5</c:v>
                </c:pt>
                <c:pt idx="9633">
                  <c:v>5.6</c:v>
                </c:pt>
                <c:pt idx="9634">
                  <c:v>7.5</c:v>
                </c:pt>
                <c:pt idx="9635">
                  <c:v>5.5</c:v>
                </c:pt>
                <c:pt idx="9636">
                  <c:v>7.2</c:v>
                </c:pt>
                <c:pt idx="9637">
                  <c:v>6.8</c:v>
                </c:pt>
                <c:pt idx="9638">
                  <c:v>6.7</c:v>
                </c:pt>
                <c:pt idx="9639">
                  <c:v>5.9</c:v>
                </c:pt>
                <c:pt idx="9640">
                  <c:v>6.5</c:v>
                </c:pt>
                <c:pt idx="9641">
                  <c:v>6.9</c:v>
                </c:pt>
                <c:pt idx="9642">
                  <c:v>5</c:v>
                </c:pt>
                <c:pt idx="9643">
                  <c:v>6.315</c:v>
                </c:pt>
                <c:pt idx="9644">
                  <c:v>7.4</c:v>
                </c:pt>
                <c:pt idx="9645">
                  <c:v>7</c:v>
                </c:pt>
                <c:pt idx="9646">
                  <c:v>8.1</c:v>
                </c:pt>
                <c:pt idx="9647">
                  <c:v>6.6</c:v>
                </c:pt>
                <c:pt idx="9648">
                  <c:v>7.3</c:v>
                </c:pt>
                <c:pt idx="9649">
                  <c:v>8.2</c:v>
                </c:pt>
                <c:pt idx="9650">
                  <c:v>6.9</c:v>
                </c:pt>
                <c:pt idx="9651">
                  <c:v>6.1</c:v>
                </c:pt>
                <c:pt idx="9652">
                  <c:v>6.854</c:v>
                </c:pt>
                <c:pt idx="9653">
                  <c:v>6.178</c:v>
                </c:pt>
                <c:pt idx="9654">
                  <c:v>7.4</c:v>
                </c:pt>
                <c:pt idx="9655">
                  <c:v>7.4</c:v>
                </c:pt>
                <c:pt idx="9656">
                  <c:v>6.2</c:v>
                </c:pt>
                <c:pt idx="9657">
                  <c:v>6.914</c:v>
                </c:pt>
                <c:pt idx="9658">
                  <c:v>6.2</c:v>
                </c:pt>
                <c:pt idx="9659">
                  <c:v>7.8</c:v>
                </c:pt>
                <c:pt idx="9660">
                  <c:v>7.6</c:v>
                </c:pt>
                <c:pt idx="9661">
                  <c:v>6.5</c:v>
                </c:pt>
                <c:pt idx="9662">
                  <c:v>5.964</c:v>
                </c:pt>
                <c:pt idx="9663">
                  <c:v>6.2</c:v>
                </c:pt>
                <c:pt idx="9664">
                  <c:v>5.827</c:v>
                </c:pt>
                <c:pt idx="9665">
                  <c:v>6.8</c:v>
                </c:pt>
                <c:pt idx="9666">
                  <c:v>6</c:v>
                </c:pt>
                <c:pt idx="9667">
                  <c:v>7.3</c:v>
                </c:pt>
                <c:pt idx="9668">
                  <c:v>6.1</c:v>
                </c:pt>
                <c:pt idx="9669">
                  <c:v>6.6</c:v>
                </c:pt>
                <c:pt idx="9670">
                  <c:v>7.6</c:v>
                </c:pt>
                <c:pt idx="9671">
                  <c:v>7.1</c:v>
                </c:pt>
                <c:pt idx="9672">
                  <c:v>5.7</c:v>
                </c:pt>
                <c:pt idx="9673">
                  <c:v>7.5</c:v>
                </c:pt>
                <c:pt idx="9674">
                  <c:v>6.8</c:v>
                </c:pt>
                <c:pt idx="9675">
                  <c:v>6.7</c:v>
                </c:pt>
                <c:pt idx="9676">
                  <c:v>7.2</c:v>
                </c:pt>
                <c:pt idx="9677">
                  <c:v>5.1</c:v>
                </c:pt>
                <c:pt idx="9678">
                  <c:v>6.4</c:v>
                </c:pt>
                <c:pt idx="9679">
                  <c:v>6.2</c:v>
                </c:pt>
                <c:pt idx="9680">
                  <c:v>6.7</c:v>
                </c:pt>
                <c:pt idx="9681">
                  <c:v>6.5</c:v>
                </c:pt>
                <c:pt idx="9682">
                  <c:v>7.7</c:v>
                </c:pt>
                <c:pt idx="9683">
                  <c:v>6</c:v>
                </c:pt>
                <c:pt idx="9684">
                  <c:v>6.5</c:v>
                </c:pt>
                <c:pt idx="9685">
                  <c:v>6.864</c:v>
                </c:pt>
                <c:pt idx="9686">
                  <c:v>7.3</c:v>
                </c:pt>
                <c:pt idx="9687">
                  <c:v>6.5</c:v>
                </c:pt>
                <c:pt idx="9688">
                  <c:v>6.727</c:v>
                </c:pt>
                <c:pt idx="9689">
                  <c:v>6.1</c:v>
                </c:pt>
                <c:pt idx="9690">
                  <c:v>5.954</c:v>
                </c:pt>
                <c:pt idx="9691">
                  <c:v>7</c:v>
                </c:pt>
                <c:pt idx="9692">
                  <c:v>7.403</c:v>
                </c:pt>
                <c:pt idx="9693">
                  <c:v>6.7</c:v>
                </c:pt>
                <c:pt idx="9694">
                  <c:v>5.86</c:v>
                </c:pt>
                <c:pt idx="9695">
                  <c:v>6.4</c:v>
                </c:pt>
                <c:pt idx="9696">
                  <c:v>6.8</c:v>
                </c:pt>
                <c:pt idx="9697">
                  <c:v>7.6</c:v>
                </c:pt>
                <c:pt idx="9698">
                  <c:v>8.284</c:v>
                </c:pt>
                <c:pt idx="9699">
                  <c:v>6.1</c:v>
                </c:pt>
                <c:pt idx="9700">
                  <c:v>6.9</c:v>
                </c:pt>
                <c:pt idx="9701">
                  <c:v>6.5</c:v>
                </c:pt>
                <c:pt idx="9702">
                  <c:v>6.9</c:v>
                </c:pt>
                <c:pt idx="9703">
                  <c:v>4.7</c:v>
                </c:pt>
                <c:pt idx="9704">
                  <c:v>6.9</c:v>
                </c:pt>
                <c:pt idx="9705">
                  <c:v>7.1</c:v>
                </c:pt>
                <c:pt idx="9706">
                  <c:v>5.4</c:v>
                </c:pt>
                <c:pt idx="9707">
                  <c:v>5.5</c:v>
                </c:pt>
                <c:pt idx="9708">
                  <c:v>6.1</c:v>
                </c:pt>
                <c:pt idx="9709">
                  <c:v>5.8</c:v>
                </c:pt>
                <c:pt idx="9710">
                  <c:v>8</c:v>
                </c:pt>
                <c:pt idx="9711">
                  <c:v>7.8</c:v>
                </c:pt>
                <c:pt idx="9712">
                  <c:v>7.143</c:v>
                </c:pt>
                <c:pt idx="9713">
                  <c:v>5.9</c:v>
                </c:pt>
                <c:pt idx="9714">
                  <c:v>4.6</c:v>
                </c:pt>
                <c:pt idx="9715">
                  <c:v>6.8</c:v>
                </c:pt>
                <c:pt idx="9716">
                  <c:v>6.8</c:v>
                </c:pt>
                <c:pt idx="9717">
                  <c:v>6.9</c:v>
                </c:pt>
                <c:pt idx="9718">
                  <c:v>8</c:v>
                </c:pt>
                <c:pt idx="9719">
                  <c:v>7</c:v>
                </c:pt>
                <c:pt idx="9720">
                  <c:v>5.9</c:v>
                </c:pt>
                <c:pt idx="9721">
                  <c:v>7.183</c:v>
                </c:pt>
                <c:pt idx="9722">
                  <c:v>7</c:v>
                </c:pt>
                <c:pt idx="9723">
                  <c:v>6.7</c:v>
                </c:pt>
                <c:pt idx="9724">
                  <c:v>6.6</c:v>
                </c:pt>
                <c:pt idx="9725">
                  <c:v>7</c:v>
                </c:pt>
                <c:pt idx="9726">
                  <c:v>5.915</c:v>
                </c:pt>
                <c:pt idx="9727">
                  <c:v>6.8</c:v>
                </c:pt>
                <c:pt idx="9728">
                  <c:v>5.7</c:v>
                </c:pt>
                <c:pt idx="9729">
                  <c:v>6.6</c:v>
                </c:pt>
                <c:pt idx="9730">
                  <c:v>5.7</c:v>
                </c:pt>
                <c:pt idx="9731">
                  <c:v>5.652</c:v>
                </c:pt>
                <c:pt idx="9732">
                  <c:v>6.65</c:v>
                </c:pt>
                <c:pt idx="9733">
                  <c:v>7.3</c:v>
                </c:pt>
                <c:pt idx="9734">
                  <c:v>6.8</c:v>
                </c:pt>
                <c:pt idx="9735">
                  <c:v>6.153</c:v>
                </c:pt>
                <c:pt idx="9736">
                  <c:v>6.6</c:v>
                </c:pt>
                <c:pt idx="9737">
                  <c:v>6.9</c:v>
                </c:pt>
                <c:pt idx="9738">
                  <c:v>5.9</c:v>
                </c:pt>
                <c:pt idx="9739">
                  <c:v>7.1</c:v>
                </c:pt>
                <c:pt idx="9740">
                  <c:v>6.6</c:v>
                </c:pt>
                <c:pt idx="9741">
                  <c:v>6.6</c:v>
                </c:pt>
                <c:pt idx="9742">
                  <c:v>6.126</c:v>
                </c:pt>
                <c:pt idx="9743">
                  <c:v>7.5</c:v>
                </c:pt>
                <c:pt idx="9744">
                  <c:v>7.3</c:v>
                </c:pt>
                <c:pt idx="9745">
                  <c:v>6.1</c:v>
                </c:pt>
                <c:pt idx="9746">
                  <c:v>7.2</c:v>
                </c:pt>
                <c:pt idx="9747">
                  <c:v>7</c:v>
                </c:pt>
                <c:pt idx="9748">
                  <c:v>7</c:v>
                </c:pt>
                <c:pt idx="9749">
                  <c:v>7.8</c:v>
                </c:pt>
                <c:pt idx="9750">
                  <c:v>7.849</c:v>
                </c:pt>
                <c:pt idx="9751">
                  <c:v>5.5</c:v>
                </c:pt>
                <c:pt idx="9752">
                  <c:v>6</c:v>
                </c:pt>
                <c:pt idx="9753">
                  <c:v>7</c:v>
                </c:pt>
                <c:pt idx="9754">
                  <c:v>7</c:v>
                </c:pt>
                <c:pt idx="9755">
                  <c:v>7.62</c:v>
                </c:pt>
                <c:pt idx="9756">
                  <c:v>6.6</c:v>
                </c:pt>
                <c:pt idx="9757">
                  <c:v>6.4</c:v>
                </c:pt>
                <c:pt idx="9758">
                  <c:v>6.8</c:v>
                </c:pt>
                <c:pt idx="9759">
                  <c:v>5.5</c:v>
                </c:pt>
                <c:pt idx="9760">
                  <c:v>8.4</c:v>
                </c:pt>
                <c:pt idx="9761">
                  <c:v>6.8</c:v>
                </c:pt>
                <c:pt idx="9762">
                  <c:v>7</c:v>
                </c:pt>
                <c:pt idx="9763">
                  <c:v>7.2</c:v>
                </c:pt>
                <c:pt idx="9764">
                  <c:v>6.4</c:v>
                </c:pt>
                <c:pt idx="9765">
                  <c:v>6.3</c:v>
                </c:pt>
                <c:pt idx="9766">
                  <c:v>6.2</c:v>
                </c:pt>
                <c:pt idx="9767">
                  <c:v>6.5</c:v>
                </c:pt>
                <c:pt idx="9768">
                  <c:v>7.8</c:v>
                </c:pt>
                <c:pt idx="9769">
                  <c:v>5.4</c:v>
                </c:pt>
                <c:pt idx="9770">
                  <c:v>5.357</c:v>
                </c:pt>
                <c:pt idx="9771">
                  <c:v>6</c:v>
                </c:pt>
                <c:pt idx="9772">
                  <c:v>5.9</c:v>
                </c:pt>
                <c:pt idx="9773">
                  <c:v>5.3</c:v>
                </c:pt>
                <c:pt idx="9774">
                  <c:v>7.2</c:v>
                </c:pt>
                <c:pt idx="9775">
                  <c:v>6.439</c:v>
                </c:pt>
                <c:pt idx="9776">
                  <c:v>7.3</c:v>
                </c:pt>
                <c:pt idx="9777">
                  <c:v>6</c:v>
                </c:pt>
                <c:pt idx="9778">
                  <c:v>7</c:v>
                </c:pt>
                <c:pt idx="9779">
                  <c:v>6.5</c:v>
                </c:pt>
                <c:pt idx="9780">
                  <c:v>6.842</c:v>
                </c:pt>
                <c:pt idx="9781">
                  <c:v>6.7</c:v>
                </c:pt>
                <c:pt idx="9782">
                  <c:v>7.7</c:v>
                </c:pt>
                <c:pt idx="9783">
                  <c:v>6.8</c:v>
                </c:pt>
                <c:pt idx="9784">
                  <c:v>4.9</c:v>
                </c:pt>
                <c:pt idx="9785">
                  <c:v>6.9</c:v>
                </c:pt>
                <c:pt idx="9786">
                  <c:v>5</c:v>
                </c:pt>
                <c:pt idx="9787">
                  <c:v>7.842</c:v>
                </c:pt>
                <c:pt idx="9788">
                  <c:v>6.2</c:v>
                </c:pt>
                <c:pt idx="9789">
                  <c:v>7.1</c:v>
                </c:pt>
                <c:pt idx="9790">
                  <c:v>5.1</c:v>
                </c:pt>
                <c:pt idx="9791">
                  <c:v>6.7</c:v>
                </c:pt>
                <c:pt idx="9792">
                  <c:v>6.1</c:v>
                </c:pt>
                <c:pt idx="9793">
                  <c:v>6.048</c:v>
                </c:pt>
                <c:pt idx="9794">
                  <c:v>6.4</c:v>
                </c:pt>
                <c:pt idx="9795">
                  <c:v>6.4</c:v>
                </c:pt>
                <c:pt idx="9796">
                  <c:v>6.9</c:v>
                </c:pt>
                <c:pt idx="9797">
                  <c:v>7.4</c:v>
                </c:pt>
                <c:pt idx="9798">
                  <c:v>7.5</c:v>
                </c:pt>
                <c:pt idx="9799">
                  <c:v>6.9</c:v>
                </c:pt>
                <c:pt idx="9800">
                  <c:v>5</c:v>
                </c:pt>
                <c:pt idx="9801">
                  <c:v>6.8</c:v>
                </c:pt>
                <c:pt idx="9802">
                  <c:v>7.2</c:v>
                </c:pt>
                <c:pt idx="9803">
                  <c:v>7.8</c:v>
                </c:pt>
                <c:pt idx="9804">
                  <c:v>7.141</c:v>
                </c:pt>
                <c:pt idx="9805">
                  <c:v>6</c:v>
                </c:pt>
                <c:pt idx="9806">
                  <c:v>7.7</c:v>
                </c:pt>
                <c:pt idx="9807">
                  <c:v>5.2</c:v>
                </c:pt>
                <c:pt idx="9808">
                  <c:v>5.262</c:v>
                </c:pt>
                <c:pt idx="9809">
                  <c:v>5.8</c:v>
                </c:pt>
                <c:pt idx="9810">
                  <c:v>6.5</c:v>
                </c:pt>
                <c:pt idx="9811">
                  <c:v>7.1</c:v>
                </c:pt>
                <c:pt idx="9812">
                  <c:v>6</c:v>
                </c:pt>
                <c:pt idx="9813">
                  <c:v>6.5</c:v>
                </c:pt>
                <c:pt idx="9814">
                  <c:v>6</c:v>
                </c:pt>
                <c:pt idx="9815">
                  <c:v>6.795</c:v>
                </c:pt>
                <c:pt idx="9816">
                  <c:v>7.5</c:v>
                </c:pt>
                <c:pt idx="9817">
                  <c:v>7.1</c:v>
                </c:pt>
                <c:pt idx="9818">
                  <c:v>6.4</c:v>
                </c:pt>
                <c:pt idx="9819">
                  <c:v>4.219</c:v>
                </c:pt>
                <c:pt idx="9820">
                  <c:v>7.463</c:v>
                </c:pt>
                <c:pt idx="9821">
                  <c:v>6.7</c:v>
                </c:pt>
                <c:pt idx="9822">
                  <c:v>8.08</c:v>
                </c:pt>
                <c:pt idx="9823">
                  <c:v>5.7</c:v>
                </c:pt>
                <c:pt idx="9824">
                  <c:v>5.572</c:v>
                </c:pt>
                <c:pt idx="9825">
                  <c:v>5.2</c:v>
                </c:pt>
                <c:pt idx="9826">
                  <c:v>7</c:v>
                </c:pt>
                <c:pt idx="9827">
                  <c:v>5.8</c:v>
                </c:pt>
                <c:pt idx="9828">
                  <c:v>6.8</c:v>
                </c:pt>
                <c:pt idx="9829">
                  <c:v>6.252</c:v>
                </c:pt>
                <c:pt idx="9830">
                  <c:v>5.8</c:v>
                </c:pt>
                <c:pt idx="9831">
                  <c:v>5.4</c:v>
                </c:pt>
                <c:pt idx="9832">
                  <c:v>5.4</c:v>
                </c:pt>
                <c:pt idx="9833">
                  <c:v>7</c:v>
                </c:pt>
                <c:pt idx="9834">
                  <c:v>7.4</c:v>
                </c:pt>
                <c:pt idx="9835">
                  <c:v>7.2</c:v>
                </c:pt>
                <c:pt idx="9836">
                  <c:v>7.1</c:v>
                </c:pt>
                <c:pt idx="9837">
                  <c:v>6.6</c:v>
                </c:pt>
                <c:pt idx="9838">
                  <c:v>6.3</c:v>
                </c:pt>
                <c:pt idx="9839">
                  <c:v>6.7</c:v>
                </c:pt>
                <c:pt idx="9840">
                  <c:v>7</c:v>
                </c:pt>
                <c:pt idx="9841">
                  <c:v>7.3</c:v>
                </c:pt>
                <c:pt idx="9842">
                  <c:v>5.4</c:v>
                </c:pt>
                <c:pt idx="9843">
                  <c:v>7.4</c:v>
                </c:pt>
                <c:pt idx="9844">
                  <c:v>6.5</c:v>
                </c:pt>
                <c:pt idx="9845">
                  <c:v>7.1</c:v>
                </c:pt>
                <c:pt idx="9846">
                  <c:v>6.3</c:v>
                </c:pt>
                <c:pt idx="9847">
                  <c:v>6.7</c:v>
                </c:pt>
                <c:pt idx="9848">
                  <c:v>5.5</c:v>
                </c:pt>
                <c:pt idx="9849">
                  <c:v>6.4</c:v>
                </c:pt>
                <c:pt idx="9850">
                  <c:v>5.9</c:v>
                </c:pt>
                <c:pt idx="9851">
                  <c:v>5.7</c:v>
                </c:pt>
                <c:pt idx="9852">
                  <c:v>7.1</c:v>
                </c:pt>
                <c:pt idx="9853">
                  <c:v>7.4</c:v>
                </c:pt>
                <c:pt idx="9854">
                  <c:v>6</c:v>
                </c:pt>
                <c:pt idx="9855">
                  <c:v>7.1</c:v>
                </c:pt>
                <c:pt idx="9856">
                  <c:v>6.7</c:v>
                </c:pt>
                <c:pt idx="9857">
                  <c:v>5.6</c:v>
                </c:pt>
                <c:pt idx="9858">
                  <c:v>7.3</c:v>
                </c:pt>
                <c:pt idx="9859">
                  <c:v>4.5</c:v>
                </c:pt>
                <c:pt idx="9860">
                  <c:v>5.7</c:v>
                </c:pt>
                <c:pt idx="9861">
                  <c:v>6.1</c:v>
                </c:pt>
                <c:pt idx="9862">
                  <c:v>7</c:v>
                </c:pt>
                <c:pt idx="9863">
                  <c:v>6.534</c:v>
                </c:pt>
                <c:pt idx="9864">
                  <c:v>5.5</c:v>
                </c:pt>
                <c:pt idx="9865">
                  <c:v>6.4</c:v>
                </c:pt>
                <c:pt idx="9866">
                  <c:v>7.1</c:v>
                </c:pt>
                <c:pt idx="9867">
                  <c:v>5.3</c:v>
                </c:pt>
                <c:pt idx="9868">
                  <c:v>6.9</c:v>
                </c:pt>
                <c:pt idx="9869">
                  <c:v>7</c:v>
                </c:pt>
                <c:pt idx="9870">
                  <c:v>6</c:v>
                </c:pt>
                <c:pt idx="9871">
                  <c:v>7.186</c:v>
                </c:pt>
                <c:pt idx="9872">
                  <c:v>6</c:v>
                </c:pt>
                <c:pt idx="9873">
                  <c:v>6.128</c:v>
                </c:pt>
                <c:pt idx="9874">
                  <c:v>8</c:v>
                </c:pt>
                <c:pt idx="9875">
                  <c:v>6.9</c:v>
                </c:pt>
                <c:pt idx="9876">
                  <c:v>7.2</c:v>
                </c:pt>
                <c:pt idx="9877">
                  <c:v>6</c:v>
                </c:pt>
                <c:pt idx="9878">
                  <c:v>5</c:v>
                </c:pt>
                <c:pt idx="9879">
                  <c:v>6.8</c:v>
                </c:pt>
                <c:pt idx="9880">
                  <c:v>6.173</c:v>
                </c:pt>
                <c:pt idx="9881">
                  <c:v>6.4</c:v>
                </c:pt>
                <c:pt idx="9882">
                  <c:v>6.634</c:v>
                </c:pt>
                <c:pt idx="9883">
                  <c:v>6.5</c:v>
                </c:pt>
                <c:pt idx="9884">
                  <c:v>7.9</c:v>
                </c:pt>
                <c:pt idx="9885">
                  <c:v>6.784</c:v>
                </c:pt>
                <c:pt idx="9886">
                  <c:v>6.2</c:v>
                </c:pt>
                <c:pt idx="9887">
                  <c:v>5.8</c:v>
                </c:pt>
                <c:pt idx="9888">
                  <c:v>6.9</c:v>
                </c:pt>
                <c:pt idx="9889">
                  <c:v>6</c:v>
                </c:pt>
                <c:pt idx="9890">
                  <c:v>7.117</c:v>
                </c:pt>
                <c:pt idx="9891">
                  <c:v>5.6</c:v>
                </c:pt>
                <c:pt idx="9892">
                  <c:v>5.6</c:v>
                </c:pt>
                <c:pt idx="9893">
                  <c:v>6.7</c:v>
                </c:pt>
                <c:pt idx="9894">
                  <c:v>5.7</c:v>
                </c:pt>
                <c:pt idx="9895">
                  <c:v>7.1</c:v>
                </c:pt>
                <c:pt idx="9896">
                  <c:v>5.4</c:v>
                </c:pt>
                <c:pt idx="9897">
                  <c:v>5.6</c:v>
                </c:pt>
                <c:pt idx="9898">
                  <c:v>7.2</c:v>
                </c:pt>
                <c:pt idx="9899">
                  <c:v>6.5</c:v>
                </c:pt>
                <c:pt idx="9900">
                  <c:v>6.6</c:v>
                </c:pt>
                <c:pt idx="9901">
                  <c:v>5.9</c:v>
                </c:pt>
                <c:pt idx="9902">
                  <c:v>6.1</c:v>
                </c:pt>
                <c:pt idx="9903">
                  <c:v>6.4</c:v>
                </c:pt>
                <c:pt idx="9904">
                  <c:v>6.105</c:v>
                </c:pt>
                <c:pt idx="9905">
                  <c:v>6</c:v>
                </c:pt>
                <c:pt idx="9906">
                  <c:v>7</c:v>
                </c:pt>
                <c:pt idx="9907">
                  <c:v>6.2</c:v>
                </c:pt>
                <c:pt idx="9908">
                  <c:v>6.4</c:v>
                </c:pt>
                <c:pt idx="9909">
                  <c:v>6.8</c:v>
                </c:pt>
                <c:pt idx="9910">
                  <c:v>7</c:v>
                </c:pt>
                <c:pt idx="9911">
                  <c:v>6.9</c:v>
                </c:pt>
                <c:pt idx="9912">
                  <c:v>7.3</c:v>
                </c:pt>
                <c:pt idx="9913">
                  <c:v>5.9</c:v>
                </c:pt>
                <c:pt idx="9914">
                  <c:v>8.1</c:v>
                </c:pt>
                <c:pt idx="9915">
                  <c:v>7.3</c:v>
                </c:pt>
                <c:pt idx="9916">
                  <c:v>6.8</c:v>
                </c:pt>
                <c:pt idx="9917">
                  <c:v>7.832</c:v>
                </c:pt>
                <c:pt idx="9918">
                  <c:v>6.9</c:v>
                </c:pt>
                <c:pt idx="9919">
                  <c:v>6.2</c:v>
                </c:pt>
                <c:pt idx="9920">
                  <c:v>4.7</c:v>
                </c:pt>
                <c:pt idx="9921">
                  <c:v>5.4</c:v>
                </c:pt>
                <c:pt idx="9922">
                  <c:v>5.8</c:v>
                </c:pt>
                <c:pt idx="9923">
                  <c:v>7</c:v>
                </c:pt>
                <c:pt idx="9924">
                  <c:v>7</c:v>
                </c:pt>
                <c:pt idx="9925">
                  <c:v>5.9</c:v>
                </c:pt>
                <c:pt idx="9926">
                  <c:v>6.4</c:v>
                </c:pt>
                <c:pt idx="9927">
                  <c:v>5.7</c:v>
                </c:pt>
                <c:pt idx="9928">
                  <c:v>5.636</c:v>
                </c:pt>
                <c:pt idx="9929">
                  <c:v>6.8</c:v>
                </c:pt>
                <c:pt idx="9930">
                  <c:v>5.7</c:v>
                </c:pt>
                <c:pt idx="9931">
                  <c:v>8.2</c:v>
                </c:pt>
                <c:pt idx="9932">
                  <c:v>7.1</c:v>
                </c:pt>
                <c:pt idx="9933">
                  <c:v>5.298</c:v>
                </c:pt>
                <c:pt idx="9934">
                  <c:v>6.3</c:v>
                </c:pt>
                <c:pt idx="9935">
                  <c:v>6.786</c:v>
                </c:pt>
                <c:pt idx="9936">
                  <c:v>4.8</c:v>
                </c:pt>
                <c:pt idx="9937">
                  <c:v>7.4</c:v>
                </c:pt>
                <c:pt idx="9938">
                  <c:v>5.8</c:v>
                </c:pt>
                <c:pt idx="9939">
                  <c:v>6.5</c:v>
                </c:pt>
                <c:pt idx="9940">
                  <c:v>6.3</c:v>
                </c:pt>
                <c:pt idx="9941">
                  <c:v>6.1</c:v>
                </c:pt>
                <c:pt idx="9942">
                  <c:v>7.7</c:v>
                </c:pt>
                <c:pt idx="9943">
                  <c:v>5.963</c:v>
                </c:pt>
                <c:pt idx="9944">
                  <c:v>6.1</c:v>
                </c:pt>
                <c:pt idx="9945">
                  <c:v>5.6</c:v>
                </c:pt>
                <c:pt idx="9946">
                  <c:v>6.5</c:v>
                </c:pt>
                <c:pt idx="9947">
                  <c:v>7.1</c:v>
                </c:pt>
                <c:pt idx="9948">
                  <c:v>5.4</c:v>
                </c:pt>
                <c:pt idx="9949">
                  <c:v>6.1</c:v>
                </c:pt>
                <c:pt idx="9950">
                  <c:v>5.4</c:v>
                </c:pt>
                <c:pt idx="9951">
                  <c:v>5.9</c:v>
                </c:pt>
                <c:pt idx="9952">
                  <c:v>6.3</c:v>
                </c:pt>
                <c:pt idx="9953">
                  <c:v>8</c:v>
                </c:pt>
                <c:pt idx="9954">
                  <c:v>5.6</c:v>
                </c:pt>
                <c:pt idx="9955">
                  <c:v>4.8</c:v>
                </c:pt>
                <c:pt idx="9956">
                  <c:v>6.5</c:v>
                </c:pt>
                <c:pt idx="9957">
                  <c:v>6.7</c:v>
                </c:pt>
                <c:pt idx="9958">
                  <c:v>6.5</c:v>
                </c:pt>
                <c:pt idx="9959">
                  <c:v>6.6</c:v>
                </c:pt>
                <c:pt idx="9960">
                  <c:v>6</c:v>
                </c:pt>
                <c:pt idx="9961">
                  <c:v>7</c:v>
                </c:pt>
                <c:pt idx="9962">
                  <c:v>7.4</c:v>
                </c:pt>
                <c:pt idx="9963">
                  <c:v>8.5</c:v>
                </c:pt>
                <c:pt idx="9964">
                  <c:v>6.4</c:v>
                </c:pt>
                <c:pt idx="9965">
                  <c:v>6.308</c:v>
                </c:pt>
                <c:pt idx="9966">
                  <c:v>5.5</c:v>
                </c:pt>
                <c:pt idx="9967">
                  <c:v>6.9</c:v>
                </c:pt>
                <c:pt idx="9968">
                  <c:v>8.1</c:v>
                </c:pt>
                <c:pt idx="9969">
                  <c:v>6.8</c:v>
                </c:pt>
                <c:pt idx="9970">
                  <c:v>6.2</c:v>
                </c:pt>
                <c:pt idx="9971">
                  <c:v>5.3</c:v>
                </c:pt>
                <c:pt idx="9972">
                  <c:v>6.6</c:v>
                </c:pt>
                <c:pt idx="9973">
                  <c:v>6</c:v>
                </c:pt>
                <c:pt idx="9974">
                  <c:v>6.1</c:v>
                </c:pt>
                <c:pt idx="9975">
                  <c:v>6.856</c:v>
                </c:pt>
                <c:pt idx="9976">
                  <c:v>7.2</c:v>
                </c:pt>
                <c:pt idx="9977">
                  <c:v>6.8</c:v>
                </c:pt>
                <c:pt idx="9978">
                  <c:v>5.2</c:v>
                </c:pt>
                <c:pt idx="9979">
                  <c:v>7.1</c:v>
                </c:pt>
                <c:pt idx="9980">
                  <c:v>4.9</c:v>
                </c:pt>
                <c:pt idx="9981">
                  <c:v>7.1</c:v>
                </c:pt>
                <c:pt idx="9982">
                  <c:v>6.8</c:v>
                </c:pt>
                <c:pt idx="9983">
                  <c:v>6.9</c:v>
                </c:pt>
                <c:pt idx="9984">
                  <c:v>6.2</c:v>
                </c:pt>
                <c:pt idx="9985">
                  <c:v>6.593</c:v>
                </c:pt>
                <c:pt idx="9986">
                  <c:v>5.8</c:v>
                </c:pt>
                <c:pt idx="9987">
                  <c:v>6.1</c:v>
                </c:pt>
                <c:pt idx="9988">
                  <c:v>7.2</c:v>
                </c:pt>
                <c:pt idx="9989">
                  <c:v>7.1</c:v>
                </c:pt>
                <c:pt idx="9990">
                  <c:v>7.3</c:v>
                </c:pt>
                <c:pt idx="9991">
                  <c:v>5.1</c:v>
                </c:pt>
                <c:pt idx="9992">
                  <c:v>6.9</c:v>
                </c:pt>
                <c:pt idx="9993">
                  <c:v>7.9</c:v>
                </c:pt>
                <c:pt idx="9994">
                  <c:v>6.9</c:v>
                </c:pt>
                <c:pt idx="9995">
                  <c:v>7.1</c:v>
                </c:pt>
                <c:pt idx="9996">
                  <c:v>4.1</c:v>
                </c:pt>
                <c:pt idx="9997">
                  <c:v>5.4</c:v>
                </c:pt>
                <c:pt idx="9998">
                  <c:v>7.4</c:v>
                </c:pt>
                <c:pt idx="9999">
                  <c:v>5.3</c:v>
                </c:pt>
                <c:pt idx="10000">
                  <c:v>5.9</c:v>
                </c:pt>
                <c:pt idx="10001">
                  <c:v>6.653</c:v>
                </c:pt>
                <c:pt idx="10002">
                  <c:v>6.5</c:v>
                </c:pt>
                <c:pt idx="10003">
                  <c:v>6.7</c:v>
                </c:pt>
                <c:pt idx="10004">
                  <c:v>7.3</c:v>
                </c:pt>
                <c:pt idx="10005">
                  <c:v>6.495</c:v>
                </c:pt>
                <c:pt idx="10006">
                  <c:v>6.7</c:v>
                </c:pt>
                <c:pt idx="10007">
                  <c:v>6.5</c:v>
                </c:pt>
                <c:pt idx="10008">
                  <c:v>6.225</c:v>
                </c:pt>
                <c:pt idx="10009">
                  <c:v>6.3</c:v>
                </c:pt>
                <c:pt idx="10010">
                  <c:v>6.551</c:v>
                </c:pt>
                <c:pt idx="10011">
                  <c:v>6.3</c:v>
                </c:pt>
                <c:pt idx="10012">
                  <c:v>7.6</c:v>
                </c:pt>
                <c:pt idx="10013">
                  <c:v>5</c:v>
                </c:pt>
                <c:pt idx="10014">
                  <c:v>5.8</c:v>
                </c:pt>
                <c:pt idx="10015">
                  <c:v>6.7</c:v>
                </c:pt>
                <c:pt idx="10016">
                  <c:v>6.6</c:v>
                </c:pt>
                <c:pt idx="10017">
                  <c:v>6.2</c:v>
                </c:pt>
                <c:pt idx="10018">
                  <c:v>5.9</c:v>
                </c:pt>
                <c:pt idx="10019">
                  <c:v>6.7</c:v>
                </c:pt>
                <c:pt idx="10020">
                  <c:v>7</c:v>
                </c:pt>
                <c:pt idx="10021">
                  <c:v>6.8</c:v>
                </c:pt>
                <c:pt idx="10022">
                  <c:v>6.9</c:v>
                </c:pt>
                <c:pt idx="10023">
                  <c:v>6.2</c:v>
                </c:pt>
                <c:pt idx="10024">
                  <c:v>7.512</c:v>
                </c:pt>
                <c:pt idx="10025">
                  <c:v>5.025</c:v>
                </c:pt>
                <c:pt idx="10026">
                  <c:v>6.778</c:v>
                </c:pt>
                <c:pt idx="10027">
                  <c:v>6.5</c:v>
                </c:pt>
                <c:pt idx="10028">
                  <c:v>6.3</c:v>
                </c:pt>
                <c:pt idx="10029">
                  <c:v>6.4</c:v>
                </c:pt>
                <c:pt idx="10030">
                  <c:v>5.5</c:v>
                </c:pt>
                <c:pt idx="10031">
                  <c:v>5.9</c:v>
                </c:pt>
                <c:pt idx="10032">
                  <c:v>5.2</c:v>
                </c:pt>
                <c:pt idx="10033">
                  <c:v>5.4</c:v>
                </c:pt>
                <c:pt idx="10034">
                  <c:v>6.3</c:v>
                </c:pt>
                <c:pt idx="10035">
                  <c:v>4.7</c:v>
                </c:pt>
                <c:pt idx="10036">
                  <c:v>7</c:v>
                </c:pt>
                <c:pt idx="10037">
                  <c:v>6</c:v>
                </c:pt>
                <c:pt idx="10038">
                  <c:v>5.7</c:v>
                </c:pt>
                <c:pt idx="10039">
                  <c:v>6.2</c:v>
                </c:pt>
                <c:pt idx="10040">
                  <c:v>7.7</c:v>
                </c:pt>
                <c:pt idx="10041">
                  <c:v>6.1</c:v>
                </c:pt>
                <c:pt idx="10042">
                  <c:v>6.2</c:v>
                </c:pt>
                <c:pt idx="10043">
                  <c:v>4.2</c:v>
                </c:pt>
                <c:pt idx="10044">
                  <c:v>5.5</c:v>
                </c:pt>
                <c:pt idx="10045">
                  <c:v>5.83</c:v>
                </c:pt>
                <c:pt idx="10046">
                  <c:v>7.2</c:v>
                </c:pt>
                <c:pt idx="10047">
                  <c:v>6.7</c:v>
                </c:pt>
                <c:pt idx="10048">
                  <c:v>6.4</c:v>
                </c:pt>
                <c:pt idx="10049">
                  <c:v>5.9</c:v>
                </c:pt>
                <c:pt idx="10050">
                  <c:v>5.3</c:v>
                </c:pt>
                <c:pt idx="10051">
                  <c:v>6.4</c:v>
                </c:pt>
                <c:pt idx="10052">
                  <c:v>6.4</c:v>
                </c:pt>
                <c:pt idx="10053">
                  <c:v>5.3</c:v>
                </c:pt>
                <c:pt idx="10054">
                  <c:v>5.792</c:v>
                </c:pt>
                <c:pt idx="10055">
                  <c:v>6.5</c:v>
                </c:pt>
                <c:pt idx="10056">
                  <c:v>5.1</c:v>
                </c:pt>
                <c:pt idx="10057">
                  <c:v>5.8</c:v>
                </c:pt>
                <c:pt idx="10058">
                  <c:v>7.2</c:v>
                </c:pt>
                <c:pt idx="10059">
                  <c:v>5.669</c:v>
                </c:pt>
                <c:pt idx="10060">
                  <c:v>7.1</c:v>
                </c:pt>
                <c:pt idx="10061">
                  <c:v>6.6</c:v>
                </c:pt>
                <c:pt idx="10062">
                  <c:v>5.5</c:v>
                </c:pt>
                <c:pt idx="10063">
                  <c:v>7</c:v>
                </c:pt>
                <c:pt idx="10064">
                  <c:v>6.6</c:v>
                </c:pt>
                <c:pt idx="10065">
                  <c:v>7.3</c:v>
                </c:pt>
                <c:pt idx="10066">
                  <c:v>4.885</c:v>
                </c:pt>
                <c:pt idx="10067">
                  <c:v>5.4</c:v>
                </c:pt>
                <c:pt idx="10068">
                  <c:v>4</c:v>
                </c:pt>
                <c:pt idx="10069">
                  <c:v>5.938</c:v>
                </c:pt>
                <c:pt idx="10070">
                  <c:v>5.9</c:v>
                </c:pt>
                <c:pt idx="10071">
                  <c:v>7.271</c:v>
                </c:pt>
                <c:pt idx="10072">
                  <c:v>6.289</c:v>
                </c:pt>
                <c:pt idx="10073">
                  <c:v>6.7</c:v>
                </c:pt>
                <c:pt idx="10074">
                  <c:v>6.8</c:v>
                </c:pt>
                <c:pt idx="10075">
                  <c:v>6.5</c:v>
                </c:pt>
                <c:pt idx="10076">
                  <c:v>6.5</c:v>
                </c:pt>
                <c:pt idx="10077">
                  <c:v>7.113</c:v>
                </c:pt>
                <c:pt idx="10078">
                  <c:v>8.2</c:v>
                </c:pt>
                <c:pt idx="10079">
                  <c:v>5.7</c:v>
                </c:pt>
                <c:pt idx="10080">
                  <c:v>6.1</c:v>
                </c:pt>
                <c:pt idx="10081">
                  <c:v>6.6</c:v>
                </c:pt>
                <c:pt idx="10082">
                  <c:v>6.4</c:v>
                </c:pt>
                <c:pt idx="10083">
                  <c:v>6</c:v>
                </c:pt>
                <c:pt idx="10084">
                  <c:v>5.9</c:v>
                </c:pt>
                <c:pt idx="10085">
                  <c:v>6.3</c:v>
                </c:pt>
                <c:pt idx="10086">
                  <c:v>6.5</c:v>
                </c:pt>
                <c:pt idx="10087">
                  <c:v>5.2</c:v>
                </c:pt>
                <c:pt idx="10088">
                  <c:v>5.956</c:v>
                </c:pt>
                <c:pt idx="10089">
                  <c:v>7.513</c:v>
                </c:pt>
                <c:pt idx="10090">
                  <c:v>6</c:v>
                </c:pt>
                <c:pt idx="10091">
                  <c:v>7.8</c:v>
                </c:pt>
                <c:pt idx="10092">
                  <c:v>5.675</c:v>
                </c:pt>
                <c:pt idx="10093">
                  <c:v>7.074</c:v>
                </c:pt>
                <c:pt idx="10094">
                  <c:v>5.2</c:v>
                </c:pt>
                <c:pt idx="10095">
                  <c:v>7.3</c:v>
                </c:pt>
                <c:pt idx="10096">
                  <c:v>5.4</c:v>
                </c:pt>
                <c:pt idx="10097">
                  <c:v>6.7</c:v>
                </c:pt>
                <c:pt idx="10098">
                  <c:v>5.521</c:v>
                </c:pt>
                <c:pt idx="10099">
                  <c:v>6.6</c:v>
                </c:pt>
                <c:pt idx="10100">
                  <c:v>5.4</c:v>
                </c:pt>
                <c:pt idx="10101">
                  <c:v>5.919</c:v>
                </c:pt>
                <c:pt idx="10102">
                  <c:v>6.8</c:v>
                </c:pt>
                <c:pt idx="10103">
                  <c:v>6.6</c:v>
                </c:pt>
                <c:pt idx="10104">
                  <c:v>6.6</c:v>
                </c:pt>
                <c:pt idx="10105">
                  <c:v>6.5</c:v>
                </c:pt>
                <c:pt idx="10106">
                  <c:v>6.6</c:v>
                </c:pt>
                <c:pt idx="10107">
                  <c:v>5.9</c:v>
                </c:pt>
                <c:pt idx="10108">
                  <c:v>6.2</c:v>
                </c:pt>
                <c:pt idx="10109">
                  <c:v>6.205</c:v>
                </c:pt>
                <c:pt idx="10110">
                  <c:v>7.1</c:v>
                </c:pt>
                <c:pt idx="10111">
                  <c:v>7.9</c:v>
                </c:pt>
                <c:pt idx="10112">
                  <c:v>5.5</c:v>
                </c:pt>
                <c:pt idx="10113">
                  <c:v>6.5</c:v>
                </c:pt>
                <c:pt idx="10114">
                  <c:v>5</c:v>
                </c:pt>
                <c:pt idx="10115">
                  <c:v>7.1</c:v>
                </c:pt>
                <c:pt idx="10116">
                  <c:v>5.9</c:v>
                </c:pt>
                <c:pt idx="10117">
                  <c:v>5.1</c:v>
                </c:pt>
                <c:pt idx="10118">
                  <c:v>6.5</c:v>
                </c:pt>
                <c:pt idx="10119">
                  <c:v>7.479</c:v>
                </c:pt>
                <c:pt idx="10120">
                  <c:v>5.894</c:v>
                </c:pt>
                <c:pt idx="10121">
                  <c:v>8.219</c:v>
                </c:pt>
                <c:pt idx="10122">
                  <c:v>8.2</c:v>
                </c:pt>
                <c:pt idx="10123">
                  <c:v>6.675</c:v>
                </c:pt>
                <c:pt idx="10124">
                  <c:v>7.608</c:v>
                </c:pt>
                <c:pt idx="10125">
                  <c:v>6.4</c:v>
                </c:pt>
                <c:pt idx="10126">
                  <c:v>7.267</c:v>
                </c:pt>
                <c:pt idx="10127">
                  <c:v>7.659</c:v>
                </c:pt>
                <c:pt idx="10128">
                  <c:v>7.072</c:v>
                </c:pt>
                <c:pt idx="10129">
                  <c:v>7.285</c:v>
                </c:pt>
                <c:pt idx="10130">
                  <c:v>5.1</c:v>
                </c:pt>
                <c:pt idx="10131">
                  <c:v>7.349</c:v>
                </c:pt>
                <c:pt idx="10132">
                  <c:v>8.2</c:v>
                </c:pt>
                <c:pt idx="10133">
                  <c:v>7.4</c:v>
                </c:pt>
                <c:pt idx="10134">
                  <c:v>6.918</c:v>
                </c:pt>
                <c:pt idx="10135">
                  <c:v>7.759</c:v>
                </c:pt>
                <c:pt idx="10136">
                  <c:v>6.422</c:v>
                </c:pt>
                <c:pt idx="10137">
                  <c:v>6.7</c:v>
                </c:pt>
                <c:pt idx="10138">
                  <c:v>6.824</c:v>
                </c:pt>
                <c:pt idx="10139">
                  <c:v>7.303</c:v>
                </c:pt>
                <c:pt idx="10140">
                  <c:v>7.698</c:v>
                </c:pt>
                <c:pt idx="10141">
                  <c:v>5.8</c:v>
                </c:pt>
                <c:pt idx="10142">
                  <c:v>7.8</c:v>
                </c:pt>
                <c:pt idx="10143">
                  <c:v>7.1</c:v>
                </c:pt>
                <c:pt idx="10144">
                  <c:v>7.07</c:v>
                </c:pt>
                <c:pt idx="10145">
                  <c:v>7.77</c:v>
                </c:pt>
                <c:pt idx="10146">
                  <c:v>6.8</c:v>
                </c:pt>
                <c:pt idx="10147">
                  <c:v>7.369</c:v>
                </c:pt>
                <c:pt idx="10148">
                  <c:v>7.7</c:v>
                </c:pt>
                <c:pt idx="10149">
                  <c:v>7.2</c:v>
                </c:pt>
                <c:pt idx="10150">
                  <c:v>6.7</c:v>
                </c:pt>
                <c:pt idx="10151">
                  <c:v>7.7</c:v>
                </c:pt>
                <c:pt idx="10152">
                  <c:v>6.6</c:v>
                </c:pt>
                <c:pt idx="10153">
                  <c:v>5.4</c:v>
                </c:pt>
                <c:pt idx="10154">
                  <c:v>6.668</c:v>
                </c:pt>
                <c:pt idx="10155">
                  <c:v>6.9</c:v>
                </c:pt>
                <c:pt idx="10156">
                  <c:v>6.648</c:v>
                </c:pt>
                <c:pt idx="10157">
                  <c:v>7.42</c:v>
                </c:pt>
                <c:pt idx="10158">
                  <c:v>7.785</c:v>
                </c:pt>
                <c:pt idx="10159">
                  <c:v>7.442</c:v>
                </c:pt>
                <c:pt idx="10160">
                  <c:v>7.546</c:v>
                </c:pt>
                <c:pt idx="10161">
                  <c:v>6.5</c:v>
                </c:pt>
                <c:pt idx="10162">
                  <c:v>7.2</c:v>
                </c:pt>
                <c:pt idx="10163">
                  <c:v>7.2</c:v>
                </c:pt>
                <c:pt idx="10164">
                  <c:v>8.102</c:v>
                </c:pt>
                <c:pt idx="10165">
                  <c:v>6.378</c:v>
                </c:pt>
                <c:pt idx="10166">
                  <c:v>7.047</c:v>
                </c:pt>
                <c:pt idx="10167">
                  <c:v>7.6</c:v>
                </c:pt>
                <c:pt idx="10168">
                  <c:v>7.641</c:v>
                </c:pt>
                <c:pt idx="10169">
                  <c:v>6.7</c:v>
                </c:pt>
                <c:pt idx="10170">
                  <c:v>7.942</c:v>
                </c:pt>
                <c:pt idx="10171">
                  <c:v>6.818</c:v>
                </c:pt>
                <c:pt idx="10172">
                  <c:v>6.9</c:v>
                </c:pt>
                <c:pt idx="10173">
                  <c:v>5.8</c:v>
                </c:pt>
                <c:pt idx="10174">
                  <c:v>5</c:v>
                </c:pt>
                <c:pt idx="10175">
                  <c:v>6.297</c:v>
                </c:pt>
                <c:pt idx="10176">
                  <c:v>8.7</c:v>
                </c:pt>
                <c:pt idx="10177">
                  <c:v>7.054</c:v>
                </c:pt>
                <c:pt idx="10178">
                  <c:v>7.9</c:v>
                </c:pt>
                <c:pt idx="10179">
                  <c:v>7.3</c:v>
                </c:pt>
                <c:pt idx="10180">
                  <c:v>7.2</c:v>
                </c:pt>
                <c:pt idx="10181">
                  <c:v>6.493</c:v>
                </c:pt>
                <c:pt idx="10182">
                  <c:v>5.881</c:v>
                </c:pt>
                <c:pt idx="10183">
                  <c:v>6.1</c:v>
                </c:pt>
                <c:pt idx="10184">
                  <c:v>5.9</c:v>
                </c:pt>
                <c:pt idx="10185">
                  <c:v>7.051</c:v>
                </c:pt>
                <c:pt idx="10186">
                  <c:v>5.5</c:v>
                </c:pt>
                <c:pt idx="10187">
                  <c:v>7.1</c:v>
                </c:pt>
                <c:pt idx="10188">
                  <c:v>7.048</c:v>
                </c:pt>
                <c:pt idx="10189">
                  <c:v>5.406</c:v>
                </c:pt>
                <c:pt idx="10190">
                  <c:v>7.747</c:v>
                </c:pt>
                <c:pt idx="10191">
                  <c:v>6.6</c:v>
                </c:pt>
                <c:pt idx="10192">
                  <c:v>7.342</c:v>
                </c:pt>
                <c:pt idx="10193">
                  <c:v>7.4</c:v>
                </c:pt>
                <c:pt idx="10194">
                  <c:v>7.7</c:v>
                </c:pt>
                <c:pt idx="10195">
                  <c:v>6.9</c:v>
                </c:pt>
                <c:pt idx="10196">
                  <c:v>6.5</c:v>
                </c:pt>
                <c:pt idx="10197">
                  <c:v>6.8</c:v>
                </c:pt>
                <c:pt idx="10198">
                  <c:v>7.7</c:v>
                </c:pt>
                <c:pt idx="10199">
                  <c:v>6.2</c:v>
                </c:pt>
                <c:pt idx="10200">
                  <c:v>5.984</c:v>
                </c:pt>
                <c:pt idx="10201">
                  <c:v>5.2</c:v>
                </c:pt>
                <c:pt idx="10202">
                  <c:v>6.1</c:v>
                </c:pt>
                <c:pt idx="10203">
                  <c:v>6.7</c:v>
                </c:pt>
                <c:pt idx="10204">
                  <c:v>7</c:v>
                </c:pt>
                <c:pt idx="10205">
                  <c:v>6.4</c:v>
                </c:pt>
                <c:pt idx="10206">
                  <c:v>6.584</c:v>
                </c:pt>
                <c:pt idx="10207">
                  <c:v>7.832</c:v>
                </c:pt>
                <c:pt idx="10208">
                  <c:v>6.78</c:v>
                </c:pt>
                <c:pt idx="10209">
                  <c:v>6.114</c:v>
                </c:pt>
                <c:pt idx="10210">
                  <c:v>6</c:v>
                </c:pt>
                <c:pt idx="10211">
                  <c:v>7.026</c:v>
                </c:pt>
                <c:pt idx="10212">
                  <c:v>7.2</c:v>
                </c:pt>
                <c:pt idx="10213">
                  <c:v>6.741</c:v>
                </c:pt>
                <c:pt idx="10214">
                  <c:v>6.799</c:v>
                </c:pt>
                <c:pt idx="10215">
                  <c:v>6.9</c:v>
                </c:pt>
                <c:pt idx="10216">
                  <c:v>6.908</c:v>
                </c:pt>
                <c:pt idx="10217">
                  <c:v>6.3</c:v>
                </c:pt>
                <c:pt idx="10218">
                  <c:v>6.485</c:v>
                </c:pt>
                <c:pt idx="10219">
                  <c:v>6.4</c:v>
                </c:pt>
                <c:pt idx="10220">
                  <c:v>8.1</c:v>
                </c:pt>
                <c:pt idx="10221">
                  <c:v>6.636</c:v>
                </c:pt>
                <c:pt idx="10222">
                  <c:v>7.7</c:v>
                </c:pt>
                <c:pt idx="10223">
                  <c:v>7</c:v>
                </c:pt>
                <c:pt idx="10224">
                  <c:v>6.7</c:v>
                </c:pt>
                <c:pt idx="10225">
                  <c:v>6.6</c:v>
                </c:pt>
                <c:pt idx="10226">
                  <c:v>7.687</c:v>
                </c:pt>
                <c:pt idx="10227">
                  <c:v>7.064</c:v>
                </c:pt>
                <c:pt idx="10228">
                  <c:v>6.8</c:v>
                </c:pt>
                <c:pt idx="10229">
                  <c:v>6.647</c:v>
                </c:pt>
                <c:pt idx="10230">
                  <c:v>6.284</c:v>
                </c:pt>
                <c:pt idx="10231">
                  <c:v>6.8</c:v>
                </c:pt>
                <c:pt idx="10232">
                  <c:v>7</c:v>
                </c:pt>
                <c:pt idx="10233">
                  <c:v>7.506</c:v>
                </c:pt>
                <c:pt idx="10234">
                  <c:v>6.9</c:v>
                </c:pt>
                <c:pt idx="10235">
                  <c:v>7.1</c:v>
                </c:pt>
                <c:pt idx="10236">
                  <c:v>6.8</c:v>
                </c:pt>
                <c:pt idx="10237">
                  <c:v>7.8</c:v>
                </c:pt>
                <c:pt idx="10238">
                  <c:v>7.746</c:v>
                </c:pt>
                <c:pt idx="10239">
                  <c:v>6.4</c:v>
                </c:pt>
                <c:pt idx="10240">
                  <c:v>6.3</c:v>
                </c:pt>
                <c:pt idx="10241">
                  <c:v>7.048</c:v>
                </c:pt>
                <c:pt idx="10242">
                  <c:v>7.2</c:v>
                </c:pt>
                <c:pt idx="10243">
                  <c:v>7.112</c:v>
                </c:pt>
                <c:pt idx="10244">
                  <c:v>6.8</c:v>
                </c:pt>
                <c:pt idx="10245">
                  <c:v>6.7</c:v>
                </c:pt>
                <c:pt idx="10246">
                  <c:v>7.9</c:v>
                </c:pt>
                <c:pt idx="10247">
                  <c:v>6.5</c:v>
                </c:pt>
                <c:pt idx="10248">
                  <c:v>5.4</c:v>
                </c:pt>
                <c:pt idx="10249">
                  <c:v>6.6</c:v>
                </c:pt>
                <c:pt idx="10250">
                  <c:v>5.8</c:v>
                </c:pt>
                <c:pt idx="10251">
                  <c:v>7.2</c:v>
                </c:pt>
                <c:pt idx="10252">
                  <c:v>6.4</c:v>
                </c:pt>
                <c:pt idx="10253">
                  <c:v>6.5</c:v>
                </c:pt>
                <c:pt idx="10254">
                  <c:v>7.403</c:v>
                </c:pt>
                <c:pt idx="10255">
                  <c:v>7.3</c:v>
                </c:pt>
                <c:pt idx="10256">
                  <c:v>6.5</c:v>
                </c:pt>
                <c:pt idx="10257">
                  <c:v>7.278</c:v>
                </c:pt>
                <c:pt idx="10258">
                  <c:v>7.5</c:v>
                </c:pt>
                <c:pt idx="10259">
                  <c:v>6.3</c:v>
                </c:pt>
                <c:pt idx="10260">
                  <c:v>6.6</c:v>
                </c:pt>
                <c:pt idx="10261">
                  <c:v>6.5</c:v>
                </c:pt>
                <c:pt idx="10262">
                  <c:v>5.9</c:v>
                </c:pt>
                <c:pt idx="10263">
                  <c:v>6.9</c:v>
                </c:pt>
                <c:pt idx="10264">
                  <c:v>7</c:v>
                </c:pt>
                <c:pt idx="10265">
                  <c:v>7</c:v>
                </c:pt>
                <c:pt idx="10266">
                  <c:v>7.2</c:v>
                </c:pt>
                <c:pt idx="10267">
                  <c:v>6.8</c:v>
                </c:pt>
                <c:pt idx="10268">
                  <c:v>8.335</c:v>
                </c:pt>
                <c:pt idx="10269">
                  <c:v>7.4</c:v>
                </c:pt>
                <c:pt idx="10270">
                  <c:v>7.563</c:v>
                </c:pt>
                <c:pt idx="10271">
                  <c:v>6.1</c:v>
                </c:pt>
                <c:pt idx="10272">
                  <c:v>6.1</c:v>
                </c:pt>
                <c:pt idx="10273">
                  <c:v>4.8</c:v>
                </c:pt>
                <c:pt idx="10274">
                  <c:v>6</c:v>
                </c:pt>
                <c:pt idx="10275">
                  <c:v>5.9</c:v>
                </c:pt>
                <c:pt idx="10276">
                  <c:v>5.8</c:v>
                </c:pt>
                <c:pt idx="10277">
                  <c:v>6.2</c:v>
                </c:pt>
                <c:pt idx="10278">
                  <c:v>6.7</c:v>
                </c:pt>
                <c:pt idx="10279">
                  <c:v>6.2</c:v>
                </c:pt>
                <c:pt idx="10280">
                  <c:v>6.5</c:v>
                </c:pt>
                <c:pt idx="10281">
                  <c:v>7.4</c:v>
                </c:pt>
                <c:pt idx="10282">
                  <c:v>5.3</c:v>
                </c:pt>
                <c:pt idx="10283">
                  <c:v>7.6</c:v>
                </c:pt>
                <c:pt idx="10284">
                  <c:v>7.1</c:v>
                </c:pt>
                <c:pt idx="10285">
                  <c:v>6.7</c:v>
                </c:pt>
                <c:pt idx="10286">
                  <c:v>6.4</c:v>
                </c:pt>
                <c:pt idx="10287">
                  <c:v>7.356</c:v>
                </c:pt>
                <c:pt idx="10288">
                  <c:v>6.5</c:v>
                </c:pt>
                <c:pt idx="10289">
                  <c:v>6.6</c:v>
                </c:pt>
                <c:pt idx="10290">
                  <c:v>7.7</c:v>
                </c:pt>
                <c:pt idx="10291">
                  <c:v>6</c:v>
                </c:pt>
                <c:pt idx="10292">
                  <c:v>6.4</c:v>
                </c:pt>
                <c:pt idx="10293">
                  <c:v>5.9</c:v>
                </c:pt>
                <c:pt idx="10294">
                  <c:v>5.7</c:v>
                </c:pt>
                <c:pt idx="10295">
                  <c:v>7.8</c:v>
                </c:pt>
                <c:pt idx="10296">
                  <c:v>7.5</c:v>
                </c:pt>
                <c:pt idx="10297">
                  <c:v>6.4</c:v>
                </c:pt>
                <c:pt idx="10298">
                  <c:v>6</c:v>
                </c:pt>
                <c:pt idx="10299">
                  <c:v>6.8</c:v>
                </c:pt>
                <c:pt idx="10300">
                  <c:v>6</c:v>
                </c:pt>
                <c:pt idx="10301">
                  <c:v>7.672</c:v>
                </c:pt>
                <c:pt idx="10302">
                  <c:v>6.997</c:v>
                </c:pt>
                <c:pt idx="10303">
                  <c:v>7.8</c:v>
                </c:pt>
                <c:pt idx="10304">
                  <c:v>5.7</c:v>
                </c:pt>
                <c:pt idx="10305">
                  <c:v>6.782</c:v>
                </c:pt>
                <c:pt idx="10306">
                  <c:v>7.184</c:v>
                </c:pt>
                <c:pt idx="10307">
                  <c:v>7.3</c:v>
                </c:pt>
                <c:pt idx="10308">
                  <c:v>8.2</c:v>
                </c:pt>
                <c:pt idx="10309">
                  <c:v>6.267</c:v>
                </c:pt>
                <c:pt idx="10310">
                  <c:v>6.4</c:v>
                </c:pt>
                <c:pt idx="10311">
                  <c:v>6.871</c:v>
                </c:pt>
                <c:pt idx="10312">
                  <c:v>6.9</c:v>
                </c:pt>
                <c:pt idx="10313">
                  <c:v>7.2</c:v>
                </c:pt>
                <c:pt idx="10314">
                  <c:v>6</c:v>
                </c:pt>
                <c:pt idx="10315">
                  <c:v>6.68</c:v>
                </c:pt>
                <c:pt idx="10316">
                  <c:v>6.4</c:v>
                </c:pt>
                <c:pt idx="10317">
                  <c:v>6.1</c:v>
                </c:pt>
                <c:pt idx="10318">
                  <c:v>7.8</c:v>
                </c:pt>
                <c:pt idx="10319">
                  <c:v>6.7</c:v>
                </c:pt>
                <c:pt idx="10320">
                  <c:v>7.14</c:v>
                </c:pt>
                <c:pt idx="10321">
                  <c:v>6.9</c:v>
                </c:pt>
                <c:pt idx="10322">
                  <c:v>6</c:v>
                </c:pt>
                <c:pt idx="10323">
                  <c:v>5.79</c:v>
                </c:pt>
                <c:pt idx="10324">
                  <c:v>6.349</c:v>
                </c:pt>
                <c:pt idx="10325">
                  <c:v>7.1</c:v>
                </c:pt>
                <c:pt idx="10326">
                  <c:v>7.7</c:v>
                </c:pt>
                <c:pt idx="10327">
                  <c:v>6.2</c:v>
                </c:pt>
                <c:pt idx="10328">
                  <c:v>7.3</c:v>
                </c:pt>
                <c:pt idx="10329">
                  <c:v>6.87</c:v>
                </c:pt>
                <c:pt idx="10330">
                  <c:v>8</c:v>
                </c:pt>
                <c:pt idx="10331">
                  <c:v>7.8</c:v>
                </c:pt>
                <c:pt idx="10332">
                  <c:v>7.7</c:v>
                </c:pt>
                <c:pt idx="10333">
                  <c:v>7.1</c:v>
                </c:pt>
                <c:pt idx="10334">
                  <c:v>6.598</c:v>
                </c:pt>
                <c:pt idx="10335">
                  <c:v>7.095</c:v>
                </c:pt>
                <c:pt idx="10336">
                  <c:v>6.7</c:v>
                </c:pt>
                <c:pt idx="10337">
                  <c:v>7.246</c:v>
                </c:pt>
                <c:pt idx="10338">
                  <c:v>6.4</c:v>
                </c:pt>
                <c:pt idx="10339">
                  <c:v>6.9</c:v>
                </c:pt>
                <c:pt idx="10340">
                  <c:v>6.5</c:v>
                </c:pt>
                <c:pt idx="10341">
                  <c:v>6.322</c:v>
                </c:pt>
                <c:pt idx="10342">
                  <c:v>6.2</c:v>
                </c:pt>
                <c:pt idx="10343">
                  <c:v>7.3</c:v>
                </c:pt>
                <c:pt idx="10344">
                  <c:v>5.1</c:v>
                </c:pt>
                <c:pt idx="10345">
                  <c:v>7.783</c:v>
                </c:pt>
                <c:pt idx="10346">
                  <c:v>7</c:v>
                </c:pt>
                <c:pt idx="10347">
                  <c:v>6.056</c:v>
                </c:pt>
                <c:pt idx="10348">
                  <c:v>6.2</c:v>
                </c:pt>
                <c:pt idx="10349">
                  <c:v>7.1</c:v>
                </c:pt>
                <c:pt idx="10350">
                  <c:v>7</c:v>
                </c:pt>
                <c:pt idx="10351">
                  <c:v>6.5</c:v>
                </c:pt>
                <c:pt idx="10352">
                  <c:v>6.4</c:v>
                </c:pt>
                <c:pt idx="10353">
                  <c:v>6</c:v>
                </c:pt>
                <c:pt idx="10354">
                  <c:v>6.1</c:v>
                </c:pt>
                <c:pt idx="10355">
                  <c:v>7.605</c:v>
                </c:pt>
                <c:pt idx="10356">
                  <c:v>6.31</c:v>
                </c:pt>
                <c:pt idx="10357">
                  <c:v>6.7</c:v>
                </c:pt>
                <c:pt idx="10358">
                  <c:v>6.796</c:v>
                </c:pt>
                <c:pt idx="10359">
                  <c:v>4.8</c:v>
                </c:pt>
                <c:pt idx="10360">
                  <c:v>7.5</c:v>
                </c:pt>
                <c:pt idx="10361">
                  <c:v>5.8</c:v>
                </c:pt>
                <c:pt idx="10362">
                  <c:v>7.4</c:v>
                </c:pt>
                <c:pt idx="10363">
                  <c:v>6.369</c:v>
                </c:pt>
                <c:pt idx="10364">
                  <c:v>5.857</c:v>
                </c:pt>
                <c:pt idx="10365">
                  <c:v>6.3</c:v>
                </c:pt>
                <c:pt idx="10366">
                  <c:v>6.9</c:v>
                </c:pt>
                <c:pt idx="10367">
                  <c:v>5.8</c:v>
                </c:pt>
                <c:pt idx="10368">
                  <c:v>7</c:v>
                </c:pt>
                <c:pt idx="10369">
                  <c:v>6.2</c:v>
                </c:pt>
                <c:pt idx="10370">
                  <c:v>6.175</c:v>
                </c:pt>
                <c:pt idx="10371">
                  <c:v>6.1</c:v>
                </c:pt>
                <c:pt idx="10372">
                  <c:v>6.1</c:v>
                </c:pt>
                <c:pt idx="10373">
                  <c:v>6.537</c:v>
                </c:pt>
                <c:pt idx="10374">
                  <c:v>6.871</c:v>
                </c:pt>
                <c:pt idx="10375">
                  <c:v>7</c:v>
                </c:pt>
                <c:pt idx="10376">
                  <c:v>6.6</c:v>
                </c:pt>
                <c:pt idx="10377">
                  <c:v>6.1</c:v>
                </c:pt>
                <c:pt idx="10378">
                  <c:v>5.9</c:v>
                </c:pt>
                <c:pt idx="10379">
                  <c:v>6.9</c:v>
                </c:pt>
                <c:pt idx="10380">
                  <c:v>5</c:v>
                </c:pt>
                <c:pt idx="10381">
                  <c:v>5.8</c:v>
                </c:pt>
                <c:pt idx="10382">
                  <c:v>7.4</c:v>
                </c:pt>
                <c:pt idx="10383">
                  <c:v>7.5</c:v>
                </c:pt>
                <c:pt idx="10384">
                  <c:v>7</c:v>
                </c:pt>
                <c:pt idx="10385">
                  <c:v>5.7</c:v>
                </c:pt>
                <c:pt idx="10386">
                  <c:v>5.6</c:v>
                </c:pt>
                <c:pt idx="10387">
                  <c:v>6.408</c:v>
                </c:pt>
                <c:pt idx="10388">
                  <c:v>6.4</c:v>
                </c:pt>
                <c:pt idx="10389">
                  <c:v>6.8</c:v>
                </c:pt>
                <c:pt idx="10390">
                  <c:v>6</c:v>
                </c:pt>
                <c:pt idx="10391">
                  <c:v>5.9</c:v>
                </c:pt>
                <c:pt idx="10392">
                  <c:v>6.2</c:v>
                </c:pt>
                <c:pt idx="10393">
                  <c:v>5.5</c:v>
                </c:pt>
                <c:pt idx="10394">
                  <c:v>6.784</c:v>
                </c:pt>
                <c:pt idx="10395">
                  <c:v>6</c:v>
                </c:pt>
                <c:pt idx="10396">
                  <c:v>7.365</c:v>
                </c:pt>
                <c:pt idx="10397">
                  <c:v>6.3</c:v>
                </c:pt>
                <c:pt idx="10398">
                  <c:v>6.7</c:v>
                </c:pt>
                <c:pt idx="10399">
                  <c:v>6.3</c:v>
                </c:pt>
                <c:pt idx="10400">
                  <c:v>6.595</c:v>
                </c:pt>
                <c:pt idx="10401">
                  <c:v>5.863</c:v>
                </c:pt>
                <c:pt idx="10402">
                  <c:v>6.1</c:v>
                </c:pt>
                <c:pt idx="10403">
                  <c:v>7.167</c:v>
                </c:pt>
                <c:pt idx="10404">
                  <c:v>8</c:v>
                </c:pt>
                <c:pt idx="10405">
                  <c:v>7.5</c:v>
                </c:pt>
                <c:pt idx="10406">
                  <c:v>5.7</c:v>
                </c:pt>
                <c:pt idx="10407">
                  <c:v>6.1</c:v>
                </c:pt>
                <c:pt idx="10408">
                  <c:v>6.81</c:v>
                </c:pt>
                <c:pt idx="10409">
                  <c:v>5.7</c:v>
                </c:pt>
                <c:pt idx="10410">
                  <c:v>6.7</c:v>
                </c:pt>
                <c:pt idx="10411">
                  <c:v>6</c:v>
                </c:pt>
                <c:pt idx="10412">
                  <c:v>7.5</c:v>
                </c:pt>
                <c:pt idx="10413">
                  <c:v>7.4</c:v>
                </c:pt>
                <c:pt idx="10414">
                  <c:v>6.3</c:v>
                </c:pt>
                <c:pt idx="10415">
                  <c:v>6.4</c:v>
                </c:pt>
                <c:pt idx="10416">
                  <c:v>7.5</c:v>
                </c:pt>
                <c:pt idx="10417">
                  <c:v>5.9</c:v>
                </c:pt>
                <c:pt idx="10418">
                  <c:v>5.8</c:v>
                </c:pt>
                <c:pt idx="10419">
                  <c:v>6.7</c:v>
                </c:pt>
                <c:pt idx="10420">
                  <c:v>7.1</c:v>
                </c:pt>
                <c:pt idx="10421">
                  <c:v>5.8</c:v>
                </c:pt>
                <c:pt idx="10422">
                  <c:v>6.014</c:v>
                </c:pt>
                <c:pt idx="10423">
                  <c:v>6.7</c:v>
                </c:pt>
                <c:pt idx="10424">
                  <c:v>5.557</c:v>
                </c:pt>
                <c:pt idx="10425">
                  <c:v>6.368</c:v>
                </c:pt>
                <c:pt idx="10426">
                  <c:v>6.3</c:v>
                </c:pt>
                <c:pt idx="10427">
                  <c:v>6.3</c:v>
                </c:pt>
                <c:pt idx="10428">
                  <c:v>5.149</c:v>
                </c:pt>
                <c:pt idx="10429">
                  <c:v>6.2</c:v>
                </c:pt>
                <c:pt idx="10430">
                  <c:v>5.7</c:v>
                </c:pt>
                <c:pt idx="10431">
                  <c:v>7.2</c:v>
                </c:pt>
                <c:pt idx="10432">
                  <c:v>6.6</c:v>
                </c:pt>
                <c:pt idx="10433">
                  <c:v>6.4</c:v>
                </c:pt>
                <c:pt idx="10434">
                  <c:v>7.3</c:v>
                </c:pt>
                <c:pt idx="10435">
                  <c:v>7.3</c:v>
                </c:pt>
                <c:pt idx="10436">
                  <c:v>5.8</c:v>
                </c:pt>
                <c:pt idx="10437">
                  <c:v>6.2</c:v>
                </c:pt>
                <c:pt idx="10438">
                  <c:v>5.4</c:v>
                </c:pt>
                <c:pt idx="10439">
                  <c:v>6.8</c:v>
                </c:pt>
                <c:pt idx="10440">
                  <c:v>6</c:v>
                </c:pt>
                <c:pt idx="10441">
                  <c:v>5.7</c:v>
                </c:pt>
                <c:pt idx="10442">
                  <c:v>7.312</c:v>
                </c:pt>
                <c:pt idx="10443">
                  <c:v>6.7</c:v>
                </c:pt>
                <c:pt idx="10444">
                  <c:v>6.5</c:v>
                </c:pt>
                <c:pt idx="10445">
                  <c:v>6.1</c:v>
                </c:pt>
                <c:pt idx="10446">
                  <c:v>6.9</c:v>
                </c:pt>
                <c:pt idx="10447">
                  <c:v>7.6</c:v>
                </c:pt>
                <c:pt idx="10448">
                  <c:v>7.9</c:v>
                </c:pt>
                <c:pt idx="10449">
                  <c:v>6.2</c:v>
                </c:pt>
                <c:pt idx="10450">
                  <c:v>6</c:v>
                </c:pt>
                <c:pt idx="10451">
                  <c:v>7</c:v>
                </c:pt>
                <c:pt idx="10452">
                  <c:v>5.3</c:v>
                </c:pt>
                <c:pt idx="10453">
                  <c:v>7.287</c:v>
                </c:pt>
                <c:pt idx="10454">
                  <c:v>7.2</c:v>
                </c:pt>
                <c:pt idx="10455">
                  <c:v>6.704</c:v>
                </c:pt>
                <c:pt idx="10456">
                  <c:v>5.987</c:v>
                </c:pt>
                <c:pt idx="10457">
                  <c:v>6.3</c:v>
                </c:pt>
                <c:pt idx="10458">
                  <c:v>5.1</c:v>
                </c:pt>
                <c:pt idx="10459">
                  <c:v>6.7</c:v>
                </c:pt>
                <c:pt idx="10460">
                  <c:v>7.112</c:v>
                </c:pt>
                <c:pt idx="10461">
                  <c:v>5.5</c:v>
                </c:pt>
                <c:pt idx="10462">
                  <c:v>6.052</c:v>
                </c:pt>
                <c:pt idx="10463">
                  <c:v>5.2</c:v>
                </c:pt>
                <c:pt idx="10464">
                  <c:v>6.6</c:v>
                </c:pt>
                <c:pt idx="10465">
                  <c:v>7.5</c:v>
                </c:pt>
                <c:pt idx="10466">
                  <c:v>5.7</c:v>
                </c:pt>
                <c:pt idx="10467">
                  <c:v>7.4</c:v>
                </c:pt>
                <c:pt idx="10468">
                  <c:v>8.3</c:v>
                </c:pt>
                <c:pt idx="10469">
                  <c:v>5.5</c:v>
                </c:pt>
                <c:pt idx="10470">
                  <c:v>6.65</c:v>
                </c:pt>
                <c:pt idx="10471">
                  <c:v>6.6</c:v>
                </c:pt>
                <c:pt idx="10472">
                  <c:v>6</c:v>
                </c:pt>
                <c:pt idx="10473">
                  <c:v>6.799</c:v>
                </c:pt>
                <c:pt idx="10474">
                  <c:v>6.3</c:v>
                </c:pt>
                <c:pt idx="10475">
                  <c:v>6.4</c:v>
                </c:pt>
                <c:pt idx="10476">
                  <c:v>5.4</c:v>
                </c:pt>
                <c:pt idx="10477">
                  <c:v>5.559</c:v>
                </c:pt>
                <c:pt idx="10478">
                  <c:v>5.8</c:v>
                </c:pt>
                <c:pt idx="10479">
                  <c:v>5.6</c:v>
                </c:pt>
                <c:pt idx="10480">
                  <c:v>6.9</c:v>
                </c:pt>
                <c:pt idx="10481">
                  <c:v>5.1</c:v>
                </c:pt>
                <c:pt idx="10482">
                  <c:v>6.2</c:v>
                </c:pt>
                <c:pt idx="10483">
                  <c:v>6.4</c:v>
                </c:pt>
                <c:pt idx="10484">
                  <c:v>7</c:v>
                </c:pt>
                <c:pt idx="10485">
                  <c:v>5.7</c:v>
                </c:pt>
                <c:pt idx="10486">
                  <c:v>7.233</c:v>
                </c:pt>
                <c:pt idx="10487">
                  <c:v>5.989</c:v>
                </c:pt>
                <c:pt idx="10488">
                  <c:v>5.8</c:v>
                </c:pt>
                <c:pt idx="10489">
                  <c:v>6.7</c:v>
                </c:pt>
                <c:pt idx="10490">
                  <c:v>6.2</c:v>
                </c:pt>
                <c:pt idx="10491">
                  <c:v>5.9</c:v>
                </c:pt>
                <c:pt idx="10492">
                  <c:v>5.9</c:v>
                </c:pt>
                <c:pt idx="10493">
                  <c:v>6.8</c:v>
                </c:pt>
                <c:pt idx="10494">
                  <c:v>5</c:v>
                </c:pt>
                <c:pt idx="10495">
                  <c:v>7.7</c:v>
                </c:pt>
                <c:pt idx="10496">
                  <c:v>5.3</c:v>
                </c:pt>
                <c:pt idx="10497">
                  <c:v>7.3</c:v>
                </c:pt>
                <c:pt idx="10498">
                  <c:v>6.4</c:v>
                </c:pt>
                <c:pt idx="10499">
                  <c:v>6.7</c:v>
                </c:pt>
                <c:pt idx="10500">
                  <c:v>6.2</c:v>
                </c:pt>
                <c:pt idx="10501">
                  <c:v>6.921</c:v>
                </c:pt>
                <c:pt idx="10502">
                  <c:v>6.522</c:v>
                </c:pt>
                <c:pt idx="10503">
                  <c:v>6.2</c:v>
                </c:pt>
                <c:pt idx="10504">
                  <c:v>7.4</c:v>
                </c:pt>
                <c:pt idx="10505">
                  <c:v>7</c:v>
                </c:pt>
                <c:pt idx="10506">
                  <c:v>7.9</c:v>
                </c:pt>
                <c:pt idx="10507">
                  <c:v>7.162</c:v>
                </c:pt>
                <c:pt idx="10508">
                  <c:v>6.3</c:v>
                </c:pt>
                <c:pt idx="10509">
                  <c:v>6</c:v>
                </c:pt>
                <c:pt idx="10510">
                  <c:v>6</c:v>
                </c:pt>
                <c:pt idx="10511">
                  <c:v>6.1</c:v>
                </c:pt>
                <c:pt idx="10512">
                  <c:v>8.5</c:v>
                </c:pt>
                <c:pt idx="10513">
                  <c:v>6.6</c:v>
                </c:pt>
                <c:pt idx="10514">
                  <c:v>6.2</c:v>
                </c:pt>
                <c:pt idx="10515">
                  <c:v>6.4</c:v>
                </c:pt>
                <c:pt idx="10516">
                  <c:v>6.1</c:v>
                </c:pt>
                <c:pt idx="10517">
                  <c:v>7</c:v>
                </c:pt>
                <c:pt idx="10518">
                  <c:v>5.5</c:v>
                </c:pt>
                <c:pt idx="10519">
                  <c:v>7.027</c:v>
                </c:pt>
                <c:pt idx="10520">
                  <c:v>6.5</c:v>
                </c:pt>
                <c:pt idx="10521">
                  <c:v>5.6</c:v>
                </c:pt>
                <c:pt idx="10522">
                  <c:v>7.638</c:v>
                </c:pt>
                <c:pt idx="10523">
                  <c:v>6.5</c:v>
                </c:pt>
                <c:pt idx="10524">
                  <c:v>6.5</c:v>
                </c:pt>
                <c:pt idx="10525">
                  <c:v>6.7</c:v>
                </c:pt>
                <c:pt idx="10526">
                  <c:v>6.6</c:v>
                </c:pt>
                <c:pt idx="10527">
                  <c:v>6</c:v>
                </c:pt>
                <c:pt idx="10528">
                  <c:v>5.586</c:v>
                </c:pt>
                <c:pt idx="10529">
                  <c:v>6.4</c:v>
                </c:pt>
                <c:pt idx="10530">
                  <c:v>6.7</c:v>
                </c:pt>
                <c:pt idx="10531">
                  <c:v>5.7</c:v>
                </c:pt>
                <c:pt idx="10532">
                  <c:v>5.8</c:v>
                </c:pt>
                <c:pt idx="10533">
                  <c:v>5.6</c:v>
                </c:pt>
                <c:pt idx="10534">
                  <c:v>4.6</c:v>
                </c:pt>
                <c:pt idx="10535">
                  <c:v>6.2</c:v>
                </c:pt>
                <c:pt idx="10536">
                  <c:v>7.6</c:v>
                </c:pt>
                <c:pt idx="10537">
                  <c:v>7.2</c:v>
                </c:pt>
                <c:pt idx="10538">
                  <c:v>5.8</c:v>
                </c:pt>
                <c:pt idx="10539">
                  <c:v>7.4</c:v>
                </c:pt>
                <c:pt idx="10540">
                  <c:v>6.3</c:v>
                </c:pt>
                <c:pt idx="10541">
                  <c:v>6.2</c:v>
                </c:pt>
                <c:pt idx="10542">
                  <c:v>7.4</c:v>
                </c:pt>
                <c:pt idx="10543">
                  <c:v>4.5</c:v>
                </c:pt>
                <c:pt idx="10544">
                  <c:v>6</c:v>
                </c:pt>
                <c:pt idx="10545">
                  <c:v>6.7</c:v>
                </c:pt>
                <c:pt idx="10546">
                  <c:v>5.2</c:v>
                </c:pt>
                <c:pt idx="10547">
                  <c:v>6.6</c:v>
                </c:pt>
                <c:pt idx="10548">
                  <c:v>5.7</c:v>
                </c:pt>
                <c:pt idx="10549">
                  <c:v>5.7</c:v>
                </c:pt>
                <c:pt idx="10550">
                  <c:v>6.7</c:v>
                </c:pt>
                <c:pt idx="10551">
                  <c:v>6.71</c:v>
                </c:pt>
                <c:pt idx="10552">
                  <c:v>7.7</c:v>
                </c:pt>
                <c:pt idx="10553">
                  <c:v>7</c:v>
                </c:pt>
                <c:pt idx="10554">
                  <c:v>7.5</c:v>
                </c:pt>
                <c:pt idx="10555">
                  <c:v>6.2</c:v>
                </c:pt>
                <c:pt idx="10556">
                  <c:v>6.4</c:v>
                </c:pt>
                <c:pt idx="10557">
                  <c:v>5.725</c:v>
                </c:pt>
                <c:pt idx="10558">
                  <c:v>7</c:v>
                </c:pt>
                <c:pt idx="10559">
                  <c:v>6.8</c:v>
                </c:pt>
                <c:pt idx="10560">
                  <c:v>7.437</c:v>
                </c:pt>
                <c:pt idx="10561">
                  <c:v>7</c:v>
                </c:pt>
                <c:pt idx="10562">
                  <c:v>6.4</c:v>
                </c:pt>
                <c:pt idx="10563">
                  <c:v>4.7</c:v>
                </c:pt>
                <c:pt idx="10564">
                  <c:v>6.4</c:v>
                </c:pt>
                <c:pt idx="10565">
                  <c:v>5.5</c:v>
                </c:pt>
                <c:pt idx="10566">
                  <c:v>7.3</c:v>
                </c:pt>
                <c:pt idx="10567">
                  <c:v>6.1</c:v>
                </c:pt>
                <c:pt idx="10568">
                  <c:v>5</c:v>
                </c:pt>
                <c:pt idx="10569">
                  <c:v>6.1</c:v>
                </c:pt>
                <c:pt idx="10570">
                  <c:v>6.3</c:v>
                </c:pt>
                <c:pt idx="10571">
                  <c:v>6.9</c:v>
                </c:pt>
                <c:pt idx="10572">
                  <c:v>5.7</c:v>
                </c:pt>
                <c:pt idx="10573">
                  <c:v>6.3</c:v>
                </c:pt>
                <c:pt idx="10574">
                  <c:v>5.9</c:v>
                </c:pt>
                <c:pt idx="10575">
                  <c:v>7.076</c:v>
                </c:pt>
                <c:pt idx="10576">
                  <c:v>6.1</c:v>
                </c:pt>
                <c:pt idx="10577">
                  <c:v>5.4</c:v>
                </c:pt>
                <c:pt idx="10578">
                  <c:v>7.1</c:v>
                </c:pt>
                <c:pt idx="10579">
                  <c:v>6.3</c:v>
                </c:pt>
                <c:pt idx="10580">
                  <c:v>6.1</c:v>
                </c:pt>
                <c:pt idx="10581">
                  <c:v>6.5</c:v>
                </c:pt>
                <c:pt idx="10582">
                  <c:v>6.898</c:v>
                </c:pt>
                <c:pt idx="10583">
                  <c:v>6</c:v>
                </c:pt>
                <c:pt idx="10584">
                  <c:v>5.2</c:v>
                </c:pt>
                <c:pt idx="10585">
                  <c:v>5.4</c:v>
                </c:pt>
                <c:pt idx="10586">
                  <c:v>7.1</c:v>
                </c:pt>
                <c:pt idx="10587">
                  <c:v>7.304</c:v>
                </c:pt>
                <c:pt idx="10588">
                  <c:v>6.4</c:v>
                </c:pt>
                <c:pt idx="10589">
                  <c:v>7.1</c:v>
                </c:pt>
                <c:pt idx="10590">
                  <c:v>6.063</c:v>
                </c:pt>
                <c:pt idx="10591">
                  <c:v>6.7</c:v>
                </c:pt>
                <c:pt idx="10592">
                  <c:v>6.5</c:v>
                </c:pt>
                <c:pt idx="10593">
                  <c:v>6.8</c:v>
                </c:pt>
                <c:pt idx="10594">
                  <c:v>5.3</c:v>
                </c:pt>
                <c:pt idx="10595">
                  <c:v>7.1</c:v>
                </c:pt>
                <c:pt idx="10596">
                  <c:v>7.8</c:v>
                </c:pt>
                <c:pt idx="10597">
                  <c:v>4.7</c:v>
                </c:pt>
                <c:pt idx="10598">
                  <c:v>5.7</c:v>
                </c:pt>
                <c:pt idx="10599">
                  <c:v>7.3</c:v>
                </c:pt>
                <c:pt idx="10600">
                  <c:v>6.6</c:v>
                </c:pt>
                <c:pt idx="10601">
                  <c:v>6.628</c:v>
                </c:pt>
                <c:pt idx="10602">
                  <c:v>6.4</c:v>
                </c:pt>
                <c:pt idx="10603">
                  <c:v>7.4</c:v>
                </c:pt>
                <c:pt idx="10604">
                  <c:v>5.9</c:v>
                </c:pt>
                <c:pt idx="10605">
                  <c:v>6.4</c:v>
                </c:pt>
                <c:pt idx="10606">
                  <c:v>7</c:v>
                </c:pt>
                <c:pt idx="10607">
                  <c:v>7.449</c:v>
                </c:pt>
                <c:pt idx="10608">
                  <c:v>7.1</c:v>
                </c:pt>
                <c:pt idx="10609">
                  <c:v>5.8</c:v>
                </c:pt>
                <c:pt idx="10610">
                  <c:v>6.1</c:v>
                </c:pt>
                <c:pt idx="10611">
                  <c:v>6</c:v>
                </c:pt>
                <c:pt idx="10612">
                  <c:v>6.8</c:v>
                </c:pt>
                <c:pt idx="10613">
                  <c:v>5.8</c:v>
                </c:pt>
                <c:pt idx="10614">
                  <c:v>7.499</c:v>
                </c:pt>
                <c:pt idx="10615">
                  <c:v>7.3</c:v>
                </c:pt>
                <c:pt idx="10616">
                  <c:v>5.3</c:v>
                </c:pt>
                <c:pt idx="10617">
                  <c:v>5.9</c:v>
                </c:pt>
                <c:pt idx="10618">
                  <c:v>7.2</c:v>
                </c:pt>
                <c:pt idx="10619">
                  <c:v>7</c:v>
                </c:pt>
                <c:pt idx="10620">
                  <c:v>6.6</c:v>
                </c:pt>
                <c:pt idx="10621">
                  <c:v>5.8</c:v>
                </c:pt>
                <c:pt idx="10622">
                  <c:v>5</c:v>
                </c:pt>
                <c:pt idx="10623">
                  <c:v>5.9</c:v>
                </c:pt>
                <c:pt idx="10624">
                  <c:v>6.795</c:v>
                </c:pt>
                <c:pt idx="10625">
                  <c:v>6.5</c:v>
                </c:pt>
                <c:pt idx="10626">
                  <c:v>6.1</c:v>
                </c:pt>
                <c:pt idx="10627">
                  <c:v>8</c:v>
                </c:pt>
                <c:pt idx="10628">
                  <c:v>5.5</c:v>
                </c:pt>
                <c:pt idx="10629">
                  <c:v>6.3</c:v>
                </c:pt>
                <c:pt idx="10630">
                  <c:v>7.1</c:v>
                </c:pt>
                <c:pt idx="10631">
                  <c:v>7.1</c:v>
                </c:pt>
                <c:pt idx="10632">
                  <c:v>6.9</c:v>
                </c:pt>
                <c:pt idx="10633">
                  <c:v>6.4</c:v>
                </c:pt>
                <c:pt idx="10634">
                  <c:v>5.6</c:v>
                </c:pt>
                <c:pt idx="10635">
                  <c:v>6.6</c:v>
                </c:pt>
                <c:pt idx="10636">
                  <c:v>6.217</c:v>
                </c:pt>
                <c:pt idx="10637">
                  <c:v>6.5</c:v>
                </c:pt>
                <c:pt idx="10638">
                  <c:v>6.8</c:v>
                </c:pt>
                <c:pt idx="10639">
                  <c:v>6.2</c:v>
                </c:pt>
                <c:pt idx="10640">
                  <c:v>6.7</c:v>
                </c:pt>
                <c:pt idx="10641">
                  <c:v>5.9</c:v>
                </c:pt>
                <c:pt idx="10642">
                  <c:v>5.8</c:v>
                </c:pt>
                <c:pt idx="10643">
                  <c:v>6.1</c:v>
                </c:pt>
                <c:pt idx="10644">
                  <c:v>5.9</c:v>
                </c:pt>
                <c:pt idx="10645">
                  <c:v>7.6</c:v>
                </c:pt>
                <c:pt idx="10646">
                  <c:v>5.9</c:v>
                </c:pt>
                <c:pt idx="10647">
                  <c:v>5.5</c:v>
                </c:pt>
                <c:pt idx="10648">
                  <c:v>5.7</c:v>
                </c:pt>
                <c:pt idx="10649">
                  <c:v>7.5</c:v>
                </c:pt>
                <c:pt idx="10650">
                  <c:v>5.3</c:v>
                </c:pt>
                <c:pt idx="10651">
                  <c:v>7.3</c:v>
                </c:pt>
                <c:pt idx="10652">
                  <c:v>6.1</c:v>
                </c:pt>
                <c:pt idx="10653">
                  <c:v>7.3</c:v>
                </c:pt>
                <c:pt idx="10654">
                  <c:v>6.5</c:v>
                </c:pt>
                <c:pt idx="10655">
                  <c:v>6.8</c:v>
                </c:pt>
                <c:pt idx="10656">
                  <c:v>6.2</c:v>
                </c:pt>
                <c:pt idx="10657">
                  <c:v>7.3</c:v>
                </c:pt>
                <c:pt idx="10658">
                  <c:v>7.2</c:v>
                </c:pt>
                <c:pt idx="10659">
                  <c:v>4.995</c:v>
                </c:pt>
                <c:pt idx="10660">
                  <c:v>7</c:v>
                </c:pt>
                <c:pt idx="10661">
                  <c:v>6.4</c:v>
                </c:pt>
                <c:pt idx="10662">
                  <c:v>5.2</c:v>
                </c:pt>
                <c:pt idx="10663">
                  <c:v>7.647</c:v>
                </c:pt>
                <c:pt idx="10664">
                  <c:v>7.7</c:v>
                </c:pt>
                <c:pt idx="10665">
                  <c:v>6.239</c:v>
                </c:pt>
                <c:pt idx="10666">
                  <c:v>5.7</c:v>
                </c:pt>
                <c:pt idx="10667">
                  <c:v>7.6</c:v>
                </c:pt>
                <c:pt idx="10668">
                  <c:v>6.2</c:v>
                </c:pt>
                <c:pt idx="10669">
                  <c:v>5.5</c:v>
                </c:pt>
                <c:pt idx="10670">
                  <c:v>6.3</c:v>
                </c:pt>
                <c:pt idx="10671">
                  <c:v>5.3</c:v>
                </c:pt>
                <c:pt idx="10672">
                  <c:v>5.5</c:v>
                </c:pt>
                <c:pt idx="10673">
                  <c:v>7.5</c:v>
                </c:pt>
                <c:pt idx="10674">
                  <c:v>6.5</c:v>
                </c:pt>
                <c:pt idx="10675">
                  <c:v>6.3</c:v>
                </c:pt>
                <c:pt idx="10676">
                  <c:v>6.404</c:v>
                </c:pt>
                <c:pt idx="10677">
                  <c:v>7</c:v>
                </c:pt>
                <c:pt idx="10678">
                  <c:v>7.1</c:v>
                </c:pt>
                <c:pt idx="10679">
                  <c:v>6.3</c:v>
                </c:pt>
                <c:pt idx="10680">
                  <c:v>6.1</c:v>
                </c:pt>
                <c:pt idx="10681">
                  <c:v>5.8</c:v>
                </c:pt>
                <c:pt idx="10682">
                  <c:v>7.18</c:v>
                </c:pt>
                <c:pt idx="10683">
                  <c:v>3.386</c:v>
                </c:pt>
                <c:pt idx="10684">
                  <c:v>6.9</c:v>
                </c:pt>
                <c:pt idx="10685">
                  <c:v>5.6</c:v>
                </c:pt>
                <c:pt idx="10686">
                  <c:v>5.9</c:v>
                </c:pt>
                <c:pt idx="10687">
                  <c:v>5.9</c:v>
                </c:pt>
                <c:pt idx="10688">
                  <c:v>5.3</c:v>
                </c:pt>
                <c:pt idx="10689">
                  <c:v>5.3</c:v>
                </c:pt>
                <c:pt idx="10690">
                  <c:v>6.1</c:v>
                </c:pt>
                <c:pt idx="10691">
                  <c:v>6.8</c:v>
                </c:pt>
                <c:pt idx="10692">
                  <c:v>6.2</c:v>
                </c:pt>
                <c:pt idx="10693">
                  <c:v>6.2</c:v>
                </c:pt>
                <c:pt idx="10694">
                  <c:v>5.8</c:v>
                </c:pt>
                <c:pt idx="10695">
                  <c:v>6.1</c:v>
                </c:pt>
                <c:pt idx="10696">
                  <c:v>5</c:v>
                </c:pt>
                <c:pt idx="10697">
                  <c:v>6.8</c:v>
                </c:pt>
                <c:pt idx="10698">
                  <c:v>7</c:v>
                </c:pt>
                <c:pt idx="10699">
                  <c:v>7.4</c:v>
                </c:pt>
                <c:pt idx="10700">
                  <c:v>5.6</c:v>
                </c:pt>
                <c:pt idx="10701">
                  <c:v>6.9</c:v>
                </c:pt>
                <c:pt idx="10702">
                  <c:v>5.9</c:v>
                </c:pt>
                <c:pt idx="10703">
                  <c:v>6.4</c:v>
                </c:pt>
                <c:pt idx="10704">
                  <c:v>6.7</c:v>
                </c:pt>
                <c:pt idx="10705">
                  <c:v>6.3</c:v>
                </c:pt>
                <c:pt idx="10706">
                  <c:v>7.4</c:v>
                </c:pt>
                <c:pt idx="10707">
                  <c:v>6.5</c:v>
                </c:pt>
                <c:pt idx="10708">
                  <c:v>5.9</c:v>
                </c:pt>
                <c:pt idx="10709">
                  <c:v>7.221</c:v>
                </c:pt>
                <c:pt idx="10710">
                  <c:v>7.5</c:v>
                </c:pt>
                <c:pt idx="10711">
                  <c:v>7.4</c:v>
                </c:pt>
                <c:pt idx="10712">
                  <c:v>5.8</c:v>
                </c:pt>
                <c:pt idx="10713">
                  <c:v>7.495</c:v>
                </c:pt>
                <c:pt idx="10714">
                  <c:v>6</c:v>
                </c:pt>
                <c:pt idx="10715">
                  <c:v>7.1</c:v>
                </c:pt>
                <c:pt idx="10716">
                  <c:v>6.6</c:v>
                </c:pt>
                <c:pt idx="10717">
                  <c:v>5.6</c:v>
                </c:pt>
                <c:pt idx="10718">
                  <c:v>6.4</c:v>
                </c:pt>
                <c:pt idx="10719">
                  <c:v>5.9</c:v>
                </c:pt>
                <c:pt idx="10720">
                  <c:v>6.024</c:v>
                </c:pt>
                <c:pt idx="10721">
                  <c:v>6.907</c:v>
                </c:pt>
                <c:pt idx="10722">
                  <c:v>6.8</c:v>
                </c:pt>
                <c:pt idx="10723">
                  <c:v>6.6</c:v>
                </c:pt>
                <c:pt idx="10724">
                  <c:v>5.2</c:v>
                </c:pt>
                <c:pt idx="10725">
                  <c:v>6</c:v>
                </c:pt>
                <c:pt idx="10726">
                  <c:v>4.3</c:v>
                </c:pt>
                <c:pt idx="10727">
                  <c:v>5.8</c:v>
                </c:pt>
                <c:pt idx="10728">
                  <c:v>6.3</c:v>
                </c:pt>
                <c:pt idx="10729">
                  <c:v>7</c:v>
                </c:pt>
                <c:pt idx="10730">
                  <c:v>6.6</c:v>
                </c:pt>
                <c:pt idx="10731">
                  <c:v>6.5</c:v>
                </c:pt>
                <c:pt idx="10732">
                  <c:v>7.1</c:v>
                </c:pt>
                <c:pt idx="10733">
                  <c:v>6.7</c:v>
                </c:pt>
                <c:pt idx="10734">
                  <c:v>6.4</c:v>
                </c:pt>
                <c:pt idx="10735">
                  <c:v>6.5</c:v>
                </c:pt>
                <c:pt idx="10736">
                  <c:v>6.5</c:v>
                </c:pt>
                <c:pt idx="10737">
                  <c:v>6.8</c:v>
                </c:pt>
                <c:pt idx="10738">
                  <c:v>6.4</c:v>
                </c:pt>
                <c:pt idx="10739">
                  <c:v>5.9</c:v>
                </c:pt>
                <c:pt idx="10740">
                  <c:v>5.9</c:v>
                </c:pt>
                <c:pt idx="10741">
                  <c:v>6.3</c:v>
                </c:pt>
                <c:pt idx="10742">
                  <c:v>5.6</c:v>
                </c:pt>
                <c:pt idx="10743">
                  <c:v>6.3</c:v>
                </c:pt>
                <c:pt idx="10744">
                  <c:v>6.8</c:v>
                </c:pt>
                <c:pt idx="10745">
                  <c:v>6.8</c:v>
                </c:pt>
                <c:pt idx="10746">
                  <c:v>5.8</c:v>
                </c:pt>
                <c:pt idx="10747">
                  <c:v>5.3</c:v>
                </c:pt>
                <c:pt idx="10748">
                  <c:v>6.3</c:v>
                </c:pt>
                <c:pt idx="10749">
                  <c:v>6.3</c:v>
                </c:pt>
                <c:pt idx="10750">
                  <c:v>5.904</c:v>
                </c:pt>
                <c:pt idx="10751">
                  <c:v>7.4</c:v>
                </c:pt>
                <c:pt idx="10752">
                  <c:v>6.2</c:v>
                </c:pt>
                <c:pt idx="10753">
                  <c:v>5.2</c:v>
                </c:pt>
                <c:pt idx="10754">
                  <c:v>6.518</c:v>
                </c:pt>
                <c:pt idx="10755">
                  <c:v>6.9</c:v>
                </c:pt>
                <c:pt idx="10756">
                  <c:v>5</c:v>
                </c:pt>
                <c:pt idx="10757">
                  <c:v>6.231</c:v>
                </c:pt>
                <c:pt idx="10758">
                  <c:v>5.7</c:v>
                </c:pt>
                <c:pt idx="10759">
                  <c:v>7</c:v>
                </c:pt>
                <c:pt idx="10760">
                  <c:v>5.9</c:v>
                </c:pt>
                <c:pt idx="10761">
                  <c:v>5.556</c:v>
                </c:pt>
                <c:pt idx="10762">
                  <c:v>6.8</c:v>
                </c:pt>
                <c:pt idx="10763">
                  <c:v>6.2</c:v>
                </c:pt>
                <c:pt idx="10764">
                  <c:v>6.2</c:v>
                </c:pt>
                <c:pt idx="10765">
                  <c:v>7.2</c:v>
                </c:pt>
                <c:pt idx="10766">
                  <c:v>5.9</c:v>
                </c:pt>
                <c:pt idx="10767">
                  <c:v>6.9</c:v>
                </c:pt>
                <c:pt idx="10768">
                  <c:v>6.2</c:v>
                </c:pt>
                <c:pt idx="10769">
                  <c:v>6.801</c:v>
                </c:pt>
                <c:pt idx="10770">
                  <c:v>8.9</c:v>
                </c:pt>
                <c:pt idx="10771">
                  <c:v>7.7</c:v>
                </c:pt>
                <c:pt idx="10772">
                  <c:v>6.5</c:v>
                </c:pt>
                <c:pt idx="10773">
                  <c:v>5.2</c:v>
                </c:pt>
                <c:pt idx="10774">
                  <c:v>6</c:v>
                </c:pt>
                <c:pt idx="10775">
                  <c:v>6.9</c:v>
                </c:pt>
                <c:pt idx="10776">
                  <c:v>5.2</c:v>
                </c:pt>
                <c:pt idx="10777">
                  <c:v>6.7</c:v>
                </c:pt>
                <c:pt idx="10778">
                  <c:v>6.8</c:v>
                </c:pt>
                <c:pt idx="10779">
                  <c:v>6.2</c:v>
                </c:pt>
                <c:pt idx="10780">
                  <c:v>6.3</c:v>
                </c:pt>
                <c:pt idx="10781">
                  <c:v>6.3</c:v>
                </c:pt>
                <c:pt idx="10782">
                  <c:v>6.7</c:v>
                </c:pt>
                <c:pt idx="10783">
                  <c:v>5.7</c:v>
                </c:pt>
                <c:pt idx="10784">
                  <c:v>7.7</c:v>
                </c:pt>
                <c:pt idx="10785">
                  <c:v>6.6</c:v>
                </c:pt>
                <c:pt idx="10786">
                  <c:v>6.3</c:v>
                </c:pt>
                <c:pt idx="10787">
                  <c:v>7.3</c:v>
                </c:pt>
                <c:pt idx="10788">
                  <c:v>5.3</c:v>
                </c:pt>
                <c:pt idx="10789">
                  <c:v>5.3</c:v>
                </c:pt>
                <c:pt idx="10790">
                  <c:v>6.1</c:v>
                </c:pt>
                <c:pt idx="10791">
                  <c:v>5.9</c:v>
                </c:pt>
                <c:pt idx="10792">
                  <c:v>6.035</c:v>
                </c:pt>
                <c:pt idx="10793">
                  <c:v>7</c:v>
                </c:pt>
                <c:pt idx="10794">
                  <c:v>6.7</c:v>
                </c:pt>
                <c:pt idx="10795">
                  <c:v>5.8</c:v>
                </c:pt>
                <c:pt idx="10796">
                  <c:v>5.3</c:v>
                </c:pt>
                <c:pt idx="10797">
                  <c:v>4.9</c:v>
                </c:pt>
                <c:pt idx="10798">
                  <c:v>8.4</c:v>
                </c:pt>
                <c:pt idx="10799">
                  <c:v>5.9</c:v>
                </c:pt>
                <c:pt idx="10800">
                  <c:v>7</c:v>
                </c:pt>
                <c:pt idx="10801">
                  <c:v>6.173</c:v>
                </c:pt>
                <c:pt idx="10802">
                  <c:v>5.4</c:v>
                </c:pt>
                <c:pt idx="10803">
                  <c:v>6.5</c:v>
                </c:pt>
                <c:pt idx="10804">
                  <c:v>6.6</c:v>
                </c:pt>
                <c:pt idx="10805">
                  <c:v>6.98</c:v>
                </c:pt>
                <c:pt idx="10806">
                  <c:v>4.3</c:v>
                </c:pt>
                <c:pt idx="10807">
                  <c:v>5.8</c:v>
                </c:pt>
                <c:pt idx="10808">
                  <c:v>7.6</c:v>
                </c:pt>
                <c:pt idx="10809">
                  <c:v>5.5</c:v>
                </c:pt>
                <c:pt idx="10810">
                  <c:v>6.2</c:v>
                </c:pt>
                <c:pt idx="10811">
                  <c:v>7.1</c:v>
                </c:pt>
                <c:pt idx="10812">
                  <c:v>5.8</c:v>
                </c:pt>
                <c:pt idx="10813">
                  <c:v>6</c:v>
                </c:pt>
                <c:pt idx="10814">
                  <c:v>6.836</c:v>
                </c:pt>
                <c:pt idx="10815">
                  <c:v>7.2</c:v>
                </c:pt>
                <c:pt idx="10816">
                  <c:v>6.9</c:v>
                </c:pt>
                <c:pt idx="10817">
                  <c:v>6.3</c:v>
                </c:pt>
                <c:pt idx="10818">
                  <c:v>5.2</c:v>
                </c:pt>
                <c:pt idx="10819">
                  <c:v>7.4</c:v>
                </c:pt>
                <c:pt idx="10820">
                  <c:v>6.322</c:v>
                </c:pt>
                <c:pt idx="10821">
                  <c:v>6.57</c:v>
                </c:pt>
                <c:pt idx="10822">
                  <c:v>6</c:v>
                </c:pt>
                <c:pt idx="10823">
                  <c:v>6.8</c:v>
                </c:pt>
                <c:pt idx="10824">
                  <c:v>5.9</c:v>
                </c:pt>
                <c:pt idx="10825">
                  <c:v>7.003</c:v>
                </c:pt>
                <c:pt idx="10826">
                  <c:v>7</c:v>
                </c:pt>
                <c:pt idx="10827">
                  <c:v>6.8</c:v>
                </c:pt>
                <c:pt idx="10828">
                  <c:v>6.4</c:v>
                </c:pt>
                <c:pt idx="10829">
                  <c:v>5.1</c:v>
                </c:pt>
                <c:pt idx="10830">
                  <c:v>6.4</c:v>
                </c:pt>
                <c:pt idx="10831">
                  <c:v>5.8</c:v>
                </c:pt>
                <c:pt idx="10832">
                  <c:v>6.9</c:v>
                </c:pt>
                <c:pt idx="10833">
                  <c:v>6.2</c:v>
                </c:pt>
                <c:pt idx="10834">
                  <c:v>5.3</c:v>
                </c:pt>
                <c:pt idx="10835">
                  <c:v>7.5</c:v>
                </c:pt>
                <c:pt idx="10836">
                  <c:v>6.3</c:v>
                </c:pt>
                <c:pt idx="10837">
                  <c:v>7.073</c:v>
                </c:pt>
                <c:pt idx="10838">
                  <c:v>6.8</c:v>
                </c:pt>
                <c:pt idx="10839">
                  <c:v>6.7</c:v>
                </c:pt>
                <c:pt idx="10840">
                  <c:v>6.6</c:v>
                </c:pt>
                <c:pt idx="10841">
                  <c:v>6.2</c:v>
                </c:pt>
                <c:pt idx="10842">
                  <c:v>8</c:v>
                </c:pt>
                <c:pt idx="10843">
                  <c:v>5.5</c:v>
                </c:pt>
                <c:pt idx="10844">
                  <c:v>6.864</c:v>
                </c:pt>
                <c:pt idx="10845">
                  <c:v>6.5</c:v>
                </c:pt>
                <c:pt idx="10846">
                  <c:v>6.1</c:v>
                </c:pt>
                <c:pt idx="10847">
                  <c:v>5.7</c:v>
                </c:pt>
                <c:pt idx="10848">
                  <c:v>5.3</c:v>
                </c:pt>
                <c:pt idx="10849">
                  <c:v>7.5</c:v>
                </c:pt>
                <c:pt idx="10850">
                  <c:v>5.6</c:v>
                </c:pt>
                <c:pt idx="10851">
                  <c:v>5.9</c:v>
                </c:pt>
                <c:pt idx="10852">
                  <c:v>5.219</c:v>
                </c:pt>
                <c:pt idx="10853">
                  <c:v>6.5</c:v>
                </c:pt>
                <c:pt idx="10854">
                  <c:v>6.1</c:v>
                </c:pt>
                <c:pt idx="10855">
                  <c:v>5.9</c:v>
                </c:pt>
                <c:pt idx="10856">
                  <c:v>6.1</c:v>
                </c:pt>
                <c:pt idx="10857">
                  <c:v>5.411</c:v>
                </c:pt>
                <c:pt idx="10858">
                  <c:v>6.4</c:v>
                </c:pt>
                <c:pt idx="10859">
                  <c:v>5.8</c:v>
                </c:pt>
                <c:pt idx="10860">
                  <c:v>5.1</c:v>
                </c:pt>
                <c:pt idx="10861">
                  <c:v>6.773</c:v>
                </c:pt>
                <c:pt idx="10862">
                  <c:v>4.9</c:v>
                </c:pt>
                <c:pt idx="10863">
                  <c:v>5.5</c:v>
                </c:pt>
                <c:pt idx="10864">
                  <c:v>6.9</c:v>
                </c:pt>
                <c:pt idx="10865">
                  <c:v>6.8</c:v>
                </c:pt>
                <c:pt idx="10866">
                  <c:v>6</c:v>
                </c:pt>
                <c:pt idx="10867">
                  <c:v>7.6</c:v>
                </c:pt>
                <c:pt idx="10868">
                  <c:v>6.8</c:v>
                </c:pt>
                <c:pt idx="10869">
                  <c:v>6.8</c:v>
                </c:pt>
                <c:pt idx="10870">
                  <c:v>4.9</c:v>
                </c:pt>
                <c:pt idx="10871">
                  <c:v>5.988</c:v>
                </c:pt>
                <c:pt idx="10872">
                  <c:v>7.1</c:v>
                </c:pt>
                <c:pt idx="10873">
                  <c:v>7.2</c:v>
                </c:pt>
                <c:pt idx="10874">
                  <c:v>7.2</c:v>
                </c:pt>
                <c:pt idx="10875">
                  <c:v>6.2</c:v>
                </c:pt>
                <c:pt idx="10876">
                  <c:v>6.4</c:v>
                </c:pt>
                <c:pt idx="10877">
                  <c:v>7.9</c:v>
                </c:pt>
                <c:pt idx="10878">
                  <c:v>6.5</c:v>
                </c:pt>
                <c:pt idx="10879">
                  <c:v>4.8</c:v>
                </c:pt>
                <c:pt idx="10880">
                  <c:v>6.409</c:v>
                </c:pt>
                <c:pt idx="10881">
                  <c:v>7.1</c:v>
                </c:pt>
                <c:pt idx="10882">
                  <c:v>6.5</c:v>
                </c:pt>
                <c:pt idx="10883">
                  <c:v>5.7</c:v>
                </c:pt>
                <c:pt idx="10884">
                  <c:v>7.401</c:v>
                </c:pt>
                <c:pt idx="10885">
                  <c:v>7.059</c:v>
                </c:pt>
                <c:pt idx="10886">
                  <c:v>5.6</c:v>
                </c:pt>
                <c:pt idx="10887">
                  <c:v>6.9</c:v>
                </c:pt>
                <c:pt idx="10888">
                  <c:v>7.8</c:v>
                </c:pt>
                <c:pt idx="10889">
                  <c:v>7.2</c:v>
                </c:pt>
                <c:pt idx="10890">
                  <c:v>8.1</c:v>
                </c:pt>
                <c:pt idx="10891">
                  <c:v>5.2</c:v>
                </c:pt>
                <c:pt idx="10892">
                  <c:v>6.8</c:v>
                </c:pt>
                <c:pt idx="10893">
                  <c:v>6.1</c:v>
                </c:pt>
                <c:pt idx="10894">
                  <c:v>6.1</c:v>
                </c:pt>
                <c:pt idx="10895">
                  <c:v>6.2</c:v>
                </c:pt>
                <c:pt idx="10896">
                  <c:v>6</c:v>
                </c:pt>
                <c:pt idx="10897">
                  <c:v>7.368</c:v>
                </c:pt>
                <c:pt idx="10898">
                  <c:v>4.7</c:v>
                </c:pt>
                <c:pt idx="10899">
                  <c:v>6.3</c:v>
                </c:pt>
                <c:pt idx="10900">
                  <c:v>6.4</c:v>
                </c:pt>
                <c:pt idx="10901">
                  <c:v>4.007</c:v>
                </c:pt>
                <c:pt idx="10902">
                  <c:v>6.5</c:v>
                </c:pt>
                <c:pt idx="10903">
                  <c:v>6.9</c:v>
                </c:pt>
                <c:pt idx="10904">
                  <c:v>6.369</c:v>
                </c:pt>
                <c:pt idx="10905">
                  <c:v>6.2</c:v>
                </c:pt>
                <c:pt idx="10906">
                  <c:v>5.4</c:v>
                </c:pt>
                <c:pt idx="10907">
                  <c:v>6.096</c:v>
                </c:pt>
                <c:pt idx="10908">
                  <c:v>7.8</c:v>
                </c:pt>
                <c:pt idx="10909">
                  <c:v>7.1</c:v>
                </c:pt>
                <c:pt idx="10910">
                  <c:v>7.6</c:v>
                </c:pt>
                <c:pt idx="10911">
                  <c:v>7.722</c:v>
                </c:pt>
                <c:pt idx="10912">
                  <c:v>7.248</c:v>
                </c:pt>
                <c:pt idx="10913">
                  <c:v>8.1</c:v>
                </c:pt>
                <c:pt idx="10914">
                  <c:v>7.4</c:v>
                </c:pt>
                <c:pt idx="10915">
                  <c:v>8.347</c:v>
                </c:pt>
                <c:pt idx="10916">
                  <c:v>7.532</c:v>
                </c:pt>
                <c:pt idx="10917">
                  <c:v>6.137</c:v>
                </c:pt>
                <c:pt idx="10918">
                  <c:v>7.617</c:v>
                </c:pt>
                <c:pt idx="10919">
                  <c:v>7.6</c:v>
                </c:pt>
                <c:pt idx="10920">
                  <c:v>7.895</c:v>
                </c:pt>
                <c:pt idx="10921">
                  <c:v>7</c:v>
                </c:pt>
                <c:pt idx="10922">
                  <c:v>6.9</c:v>
                </c:pt>
                <c:pt idx="10923">
                  <c:v>7.2</c:v>
                </c:pt>
                <c:pt idx="10924">
                  <c:v>6.9</c:v>
                </c:pt>
                <c:pt idx="10925">
                  <c:v>6.3</c:v>
                </c:pt>
                <c:pt idx="10926">
                  <c:v>7.952</c:v>
                </c:pt>
                <c:pt idx="10927">
                  <c:v>7.317</c:v>
                </c:pt>
                <c:pt idx="10928">
                  <c:v>6.45</c:v>
                </c:pt>
                <c:pt idx="10929">
                  <c:v>7.093</c:v>
                </c:pt>
                <c:pt idx="10930">
                  <c:v>6.3</c:v>
                </c:pt>
                <c:pt idx="10931">
                  <c:v>6.618</c:v>
                </c:pt>
                <c:pt idx="10932">
                  <c:v>6.67</c:v>
                </c:pt>
                <c:pt idx="10933">
                  <c:v>7.2</c:v>
                </c:pt>
                <c:pt idx="10934">
                  <c:v>7.8</c:v>
                </c:pt>
                <c:pt idx="10935">
                  <c:v>7.489</c:v>
                </c:pt>
                <c:pt idx="10936">
                  <c:v>7.703</c:v>
                </c:pt>
                <c:pt idx="10937">
                  <c:v>7</c:v>
                </c:pt>
                <c:pt idx="10938">
                  <c:v>7.3</c:v>
                </c:pt>
                <c:pt idx="10939">
                  <c:v>7.6</c:v>
                </c:pt>
                <c:pt idx="10940">
                  <c:v>7.448</c:v>
                </c:pt>
                <c:pt idx="10941">
                  <c:v>6.9</c:v>
                </c:pt>
                <c:pt idx="10942">
                  <c:v>6.938</c:v>
                </c:pt>
                <c:pt idx="10943">
                  <c:v>6.714</c:v>
                </c:pt>
                <c:pt idx="10944">
                  <c:v>6.56</c:v>
                </c:pt>
                <c:pt idx="10945">
                  <c:v>6.8</c:v>
                </c:pt>
                <c:pt idx="10946">
                  <c:v>6.8</c:v>
                </c:pt>
                <c:pt idx="10947">
                  <c:v>7.343</c:v>
                </c:pt>
                <c:pt idx="10948">
                  <c:v>7</c:v>
                </c:pt>
                <c:pt idx="10949">
                  <c:v>7.303</c:v>
                </c:pt>
                <c:pt idx="10950">
                  <c:v>7.617</c:v>
                </c:pt>
                <c:pt idx="10951">
                  <c:v>7.767</c:v>
                </c:pt>
                <c:pt idx="10952">
                  <c:v>6.484</c:v>
                </c:pt>
                <c:pt idx="10953">
                  <c:v>7.4</c:v>
                </c:pt>
                <c:pt idx="10954">
                  <c:v>6.028</c:v>
                </c:pt>
                <c:pt idx="10955">
                  <c:v>7</c:v>
                </c:pt>
                <c:pt idx="10956">
                  <c:v>7.04</c:v>
                </c:pt>
                <c:pt idx="10957">
                  <c:v>6</c:v>
                </c:pt>
                <c:pt idx="10958">
                  <c:v>7.433</c:v>
                </c:pt>
                <c:pt idx="10959">
                  <c:v>7.1</c:v>
                </c:pt>
                <c:pt idx="10960">
                  <c:v>6.492</c:v>
                </c:pt>
                <c:pt idx="10961">
                  <c:v>7.436</c:v>
                </c:pt>
                <c:pt idx="10962">
                  <c:v>6.638</c:v>
                </c:pt>
                <c:pt idx="10963">
                  <c:v>7.5</c:v>
                </c:pt>
                <c:pt idx="10964">
                  <c:v>7.445</c:v>
                </c:pt>
                <c:pt idx="10965">
                  <c:v>7.067</c:v>
                </c:pt>
                <c:pt idx="10966">
                  <c:v>6.755</c:v>
                </c:pt>
                <c:pt idx="10967">
                  <c:v>6.27</c:v>
                </c:pt>
                <c:pt idx="10968">
                  <c:v>8</c:v>
                </c:pt>
                <c:pt idx="10969">
                  <c:v>6.429</c:v>
                </c:pt>
                <c:pt idx="10970">
                  <c:v>6.586</c:v>
                </c:pt>
                <c:pt idx="10971">
                  <c:v>7.2</c:v>
                </c:pt>
                <c:pt idx="10972">
                  <c:v>6.712</c:v>
                </c:pt>
                <c:pt idx="10973">
                  <c:v>6.4</c:v>
                </c:pt>
                <c:pt idx="10974">
                  <c:v>6.903</c:v>
                </c:pt>
                <c:pt idx="10975">
                  <c:v>7</c:v>
                </c:pt>
                <c:pt idx="10976">
                  <c:v>7.038</c:v>
                </c:pt>
                <c:pt idx="10977">
                  <c:v>7.202</c:v>
                </c:pt>
                <c:pt idx="10978">
                  <c:v>7.1</c:v>
                </c:pt>
                <c:pt idx="10979">
                  <c:v>7.2</c:v>
                </c:pt>
                <c:pt idx="10980">
                  <c:v>8</c:v>
                </c:pt>
                <c:pt idx="10981">
                  <c:v>7.3</c:v>
                </c:pt>
                <c:pt idx="10982">
                  <c:v>7.4</c:v>
                </c:pt>
                <c:pt idx="10983">
                  <c:v>7.512</c:v>
                </c:pt>
                <c:pt idx="10984">
                  <c:v>6.7</c:v>
                </c:pt>
                <c:pt idx="10985">
                  <c:v>7.2</c:v>
                </c:pt>
                <c:pt idx="10986">
                  <c:v>6.5</c:v>
                </c:pt>
                <c:pt idx="10987">
                  <c:v>5.5</c:v>
                </c:pt>
                <c:pt idx="10988">
                  <c:v>7.2</c:v>
                </c:pt>
                <c:pt idx="10989">
                  <c:v>6.297</c:v>
                </c:pt>
                <c:pt idx="10990">
                  <c:v>6.3</c:v>
                </c:pt>
                <c:pt idx="10991">
                  <c:v>8.176</c:v>
                </c:pt>
                <c:pt idx="10992">
                  <c:v>6.6</c:v>
                </c:pt>
                <c:pt idx="10993">
                  <c:v>6.399</c:v>
                </c:pt>
                <c:pt idx="10994">
                  <c:v>6.531</c:v>
                </c:pt>
                <c:pt idx="10995">
                  <c:v>7.533</c:v>
                </c:pt>
                <c:pt idx="10996">
                  <c:v>8</c:v>
                </c:pt>
                <c:pt idx="10997">
                  <c:v>6.368</c:v>
                </c:pt>
                <c:pt idx="10998">
                  <c:v>5.752</c:v>
                </c:pt>
                <c:pt idx="10999">
                  <c:v>5.899</c:v>
                </c:pt>
                <c:pt idx="11000">
                  <c:v>8</c:v>
                </c:pt>
                <c:pt idx="11001">
                  <c:v>6.9</c:v>
                </c:pt>
                <c:pt idx="11002">
                  <c:v>6.607</c:v>
                </c:pt>
                <c:pt idx="11003">
                  <c:v>8</c:v>
                </c:pt>
                <c:pt idx="11004">
                  <c:v>5.8</c:v>
                </c:pt>
                <c:pt idx="11005">
                  <c:v>6.563</c:v>
                </c:pt>
                <c:pt idx="11006">
                  <c:v>6.68</c:v>
                </c:pt>
                <c:pt idx="11007">
                  <c:v>6.463</c:v>
                </c:pt>
                <c:pt idx="11008">
                  <c:v>7.3</c:v>
                </c:pt>
                <c:pt idx="11009">
                  <c:v>7.549</c:v>
                </c:pt>
                <c:pt idx="11010">
                  <c:v>6</c:v>
                </c:pt>
                <c:pt idx="11011">
                  <c:v>6</c:v>
                </c:pt>
                <c:pt idx="11012">
                  <c:v>6.703</c:v>
                </c:pt>
                <c:pt idx="11013">
                  <c:v>7.7</c:v>
                </c:pt>
                <c:pt idx="11014">
                  <c:v>6.8</c:v>
                </c:pt>
                <c:pt idx="11015">
                  <c:v>6.3</c:v>
                </c:pt>
                <c:pt idx="11016">
                  <c:v>5.48</c:v>
                </c:pt>
                <c:pt idx="11017">
                  <c:v>6.442</c:v>
                </c:pt>
                <c:pt idx="11018">
                  <c:v>7.337</c:v>
                </c:pt>
                <c:pt idx="11019">
                  <c:v>7</c:v>
                </c:pt>
                <c:pt idx="11020">
                  <c:v>7.29</c:v>
                </c:pt>
                <c:pt idx="11021">
                  <c:v>6.9</c:v>
                </c:pt>
                <c:pt idx="11022">
                  <c:v>7.75</c:v>
                </c:pt>
                <c:pt idx="11023">
                  <c:v>6.131</c:v>
                </c:pt>
                <c:pt idx="11024">
                  <c:v>7.271</c:v>
                </c:pt>
                <c:pt idx="11025">
                  <c:v>6.933</c:v>
                </c:pt>
                <c:pt idx="11026">
                  <c:v>6.365</c:v>
                </c:pt>
                <c:pt idx="11027">
                  <c:v>6.6</c:v>
                </c:pt>
                <c:pt idx="11028">
                  <c:v>7.009</c:v>
                </c:pt>
                <c:pt idx="11029">
                  <c:v>7.1</c:v>
                </c:pt>
                <c:pt idx="11030">
                  <c:v>6.7</c:v>
                </c:pt>
                <c:pt idx="11031">
                  <c:v>7.7</c:v>
                </c:pt>
                <c:pt idx="11032">
                  <c:v>6.5</c:v>
                </c:pt>
                <c:pt idx="11033">
                  <c:v>4.881</c:v>
                </c:pt>
                <c:pt idx="11034">
                  <c:v>6.5</c:v>
                </c:pt>
                <c:pt idx="11035">
                  <c:v>7.3</c:v>
                </c:pt>
                <c:pt idx="11036">
                  <c:v>6.229</c:v>
                </c:pt>
                <c:pt idx="11037">
                  <c:v>7.2</c:v>
                </c:pt>
                <c:pt idx="11038">
                  <c:v>8.4</c:v>
                </c:pt>
                <c:pt idx="11039">
                  <c:v>6.7</c:v>
                </c:pt>
                <c:pt idx="11040">
                  <c:v>8.143</c:v>
                </c:pt>
                <c:pt idx="11041">
                  <c:v>6</c:v>
                </c:pt>
                <c:pt idx="11042">
                  <c:v>6.6</c:v>
                </c:pt>
                <c:pt idx="11043">
                  <c:v>7</c:v>
                </c:pt>
                <c:pt idx="11044">
                  <c:v>6.3</c:v>
                </c:pt>
                <c:pt idx="11045">
                  <c:v>6.9</c:v>
                </c:pt>
                <c:pt idx="11046">
                  <c:v>6.8</c:v>
                </c:pt>
                <c:pt idx="11047">
                  <c:v>6.884</c:v>
                </c:pt>
                <c:pt idx="11048">
                  <c:v>8.388</c:v>
                </c:pt>
                <c:pt idx="11049">
                  <c:v>5.6</c:v>
                </c:pt>
                <c:pt idx="11050">
                  <c:v>8.2</c:v>
                </c:pt>
                <c:pt idx="11051">
                  <c:v>6.4</c:v>
                </c:pt>
                <c:pt idx="11052">
                  <c:v>6.641</c:v>
                </c:pt>
                <c:pt idx="11053">
                  <c:v>6.783</c:v>
                </c:pt>
                <c:pt idx="11054">
                  <c:v>7.1</c:v>
                </c:pt>
                <c:pt idx="11055">
                  <c:v>5.2</c:v>
                </c:pt>
                <c:pt idx="11056">
                  <c:v>6.3</c:v>
                </c:pt>
                <c:pt idx="11057">
                  <c:v>6.039</c:v>
                </c:pt>
                <c:pt idx="11058">
                  <c:v>6.463</c:v>
                </c:pt>
                <c:pt idx="11059">
                  <c:v>6.441</c:v>
                </c:pt>
                <c:pt idx="11060">
                  <c:v>5.538</c:v>
                </c:pt>
                <c:pt idx="11061">
                  <c:v>6.4</c:v>
                </c:pt>
                <c:pt idx="11062">
                  <c:v>5.4</c:v>
                </c:pt>
                <c:pt idx="11063">
                  <c:v>6.8</c:v>
                </c:pt>
                <c:pt idx="11064">
                  <c:v>4.9</c:v>
                </c:pt>
                <c:pt idx="11065">
                  <c:v>7.2</c:v>
                </c:pt>
                <c:pt idx="11066">
                  <c:v>8</c:v>
                </c:pt>
                <c:pt idx="11067">
                  <c:v>6.1</c:v>
                </c:pt>
                <c:pt idx="11068">
                  <c:v>6.3</c:v>
                </c:pt>
                <c:pt idx="11069">
                  <c:v>6.5</c:v>
                </c:pt>
                <c:pt idx="11070">
                  <c:v>7.472</c:v>
                </c:pt>
                <c:pt idx="11071">
                  <c:v>6.428</c:v>
                </c:pt>
                <c:pt idx="11072">
                  <c:v>6.496</c:v>
                </c:pt>
                <c:pt idx="11073">
                  <c:v>7.1</c:v>
                </c:pt>
                <c:pt idx="11074">
                  <c:v>7.2</c:v>
                </c:pt>
                <c:pt idx="11075">
                  <c:v>6.2</c:v>
                </c:pt>
                <c:pt idx="11076">
                  <c:v>5.1</c:v>
                </c:pt>
                <c:pt idx="11077">
                  <c:v>6.01</c:v>
                </c:pt>
                <c:pt idx="11078">
                  <c:v>7.3</c:v>
                </c:pt>
                <c:pt idx="11079">
                  <c:v>8.3</c:v>
                </c:pt>
                <c:pt idx="11080">
                  <c:v>6.8</c:v>
                </c:pt>
                <c:pt idx="11081">
                  <c:v>6.196</c:v>
                </c:pt>
                <c:pt idx="11082">
                  <c:v>7.2</c:v>
                </c:pt>
                <c:pt idx="11083">
                  <c:v>6.4</c:v>
                </c:pt>
                <c:pt idx="11084">
                  <c:v>6.553</c:v>
                </c:pt>
                <c:pt idx="11085">
                  <c:v>6.607</c:v>
                </c:pt>
                <c:pt idx="11086">
                  <c:v>6.5</c:v>
                </c:pt>
                <c:pt idx="11087">
                  <c:v>7.145</c:v>
                </c:pt>
                <c:pt idx="11088">
                  <c:v>7.317</c:v>
                </c:pt>
                <c:pt idx="11089">
                  <c:v>6.464</c:v>
                </c:pt>
                <c:pt idx="11090">
                  <c:v>6.363</c:v>
                </c:pt>
                <c:pt idx="11091">
                  <c:v>6</c:v>
                </c:pt>
                <c:pt idx="11092">
                  <c:v>6.1</c:v>
                </c:pt>
                <c:pt idx="11093">
                  <c:v>6.84</c:v>
                </c:pt>
                <c:pt idx="11094">
                  <c:v>7.8</c:v>
                </c:pt>
                <c:pt idx="11095">
                  <c:v>6.7</c:v>
                </c:pt>
                <c:pt idx="11096">
                  <c:v>6.2</c:v>
                </c:pt>
                <c:pt idx="11097">
                  <c:v>7.879</c:v>
                </c:pt>
                <c:pt idx="11098">
                  <c:v>7</c:v>
                </c:pt>
                <c:pt idx="11099">
                  <c:v>7</c:v>
                </c:pt>
                <c:pt idx="11100">
                  <c:v>7.536</c:v>
                </c:pt>
                <c:pt idx="11101">
                  <c:v>5.4</c:v>
                </c:pt>
                <c:pt idx="11102">
                  <c:v>6.52</c:v>
                </c:pt>
                <c:pt idx="11103">
                  <c:v>6.7</c:v>
                </c:pt>
                <c:pt idx="11104">
                  <c:v>5.9</c:v>
                </c:pt>
                <c:pt idx="11105">
                  <c:v>7.7</c:v>
                </c:pt>
                <c:pt idx="11106">
                  <c:v>6.3</c:v>
                </c:pt>
                <c:pt idx="11107">
                  <c:v>7.1</c:v>
                </c:pt>
                <c:pt idx="11108">
                  <c:v>7.8</c:v>
                </c:pt>
                <c:pt idx="11109">
                  <c:v>5.7</c:v>
                </c:pt>
                <c:pt idx="11110">
                  <c:v>7.8</c:v>
                </c:pt>
                <c:pt idx="11111">
                  <c:v>7.3</c:v>
                </c:pt>
                <c:pt idx="11112">
                  <c:v>6.7</c:v>
                </c:pt>
                <c:pt idx="11113">
                  <c:v>7.957</c:v>
                </c:pt>
                <c:pt idx="11114">
                  <c:v>6</c:v>
                </c:pt>
                <c:pt idx="11115">
                  <c:v>6.1</c:v>
                </c:pt>
                <c:pt idx="11116">
                  <c:v>6.7</c:v>
                </c:pt>
                <c:pt idx="11117">
                  <c:v>7.898</c:v>
                </c:pt>
                <c:pt idx="11118">
                  <c:v>7.3</c:v>
                </c:pt>
                <c:pt idx="11119">
                  <c:v>7</c:v>
                </c:pt>
                <c:pt idx="11120">
                  <c:v>6.7</c:v>
                </c:pt>
                <c:pt idx="11121">
                  <c:v>6.2</c:v>
                </c:pt>
                <c:pt idx="11122">
                  <c:v>5.8</c:v>
                </c:pt>
                <c:pt idx="11123">
                  <c:v>6.9</c:v>
                </c:pt>
                <c:pt idx="11124">
                  <c:v>5.686</c:v>
                </c:pt>
                <c:pt idx="11125">
                  <c:v>5.5</c:v>
                </c:pt>
                <c:pt idx="11126">
                  <c:v>6.731</c:v>
                </c:pt>
                <c:pt idx="11127">
                  <c:v>6.4</c:v>
                </c:pt>
                <c:pt idx="11128">
                  <c:v>5.9</c:v>
                </c:pt>
                <c:pt idx="11129">
                  <c:v>6.3</c:v>
                </c:pt>
                <c:pt idx="11130">
                  <c:v>7</c:v>
                </c:pt>
                <c:pt idx="11131">
                  <c:v>6.5</c:v>
                </c:pt>
                <c:pt idx="11132">
                  <c:v>6.1</c:v>
                </c:pt>
                <c:pt idx="11133">
                  <c:v>6.4</c:v>
                </c:pt>
                <c:pt idx="11134">
                  <c:v>6.566</c:v>
                </c:pt>
                <c:pt idx="11135">
                  <c:v>6.9</c:v>
                </c:pt>
                <c:pt idx="11136">
                  <c:v>6.749</c:v>
                </c:pt>
                <c:pt idx="11137">
                  <c:v>6.433</c:v>
                </c:pt>
                <c:pt idx="11138">
                  <c:v>5.6</c:v>
                </c:pt>
                <c:pt idx="11139">
                  <c:v>6.5</c:v>
                </c:pt>
                <c:pt idx="11140">
                  <c:v>7.022</c:v>
                </c:pt>
                <c:pt idx="11141">
                  <c:v>8.394</c:v>
                </c:pt>
                <c:pt idx="11142">
                  <c:v>6.1</c:v>
                </c:pt>
                <c:pt idx="11143">
                  <c:v>5.9</c:v>
                </c:pt>
                <c:pt idx="11144">
                  <c:v>7.3</c:v>
                </c:pt>
                <c:pt idx="11145">
                  <c:v>5.9</c:v>
                </c:pt>
                <c:pt idx="11146">
                  <c:v>6.5</c:v>
                </c:pt>
                <c:pt idx="11147">
                  <c:v>7.24</c:v>
                </c:pt>
                <c:pt idx="11148">
                  <c:v>6.968</c:v>
                </c:pt>
                <c:pt idx="11149">
                  <c:v>8.599</c:v>
                </c:pt>
                <c:pt idx="11150">
                  <c:v>6.6</c:v>
                </c:pt>
                <c:pt idx="11151">
                  <c:v>6.881</c:v>
                </c:pt>
                <c:pt idx="11152">
                  <c:v>6.331</c:v>
                </c:pt>
                <c:pt idx="11153">
                  <c:v>5.7</c:v>
                </c:pt>
                <c:pt idx="11154">
                  <c:v>6.593</c:v>
                </c:pt>
                <c:pt idx="11155">
                  <c:v>7.7</c:v>
                </c:pt>
                <c:pt idx="11156">
                  <c:v>5.969</c:v>
                </c:pt>
                <c:pt idx="11157">
                  <c:v>7.43</c:v>
                </c:pt>
                <c:pt idx="11158">
                  <c:v>6.9</c:v>
                </c:pt>
                <c:pt idx="11159">
                  <c:v>7.3</c:v>
                </c:pt>
                <c:pt idx="11160">
                  <c:v>7.2</c:v>
                </c:pt>
                <c:pt idx="11161">
                  <c:v>6.9</c:v>
                </c:pt>
                <c:pt idx="11162">
                  <c:v>7.9</c:v>
                </c:pt>
                <c:pt idx="11163">
                  <c:v>6.2</c:v>
                </c:pt>
                <c:pt idx="11164">
                  <c:v>7.7</c:v>
                </c:pt>
                <c:pt idx="11165">
                  <c:v>6.4</c:v>
                </c:pt>
                <c:pt idx="11166">
                  <c:v>6.758</c:v>
                </c:pt>
                <c:pt idx="11167">
                  <c:v>7.7</c:v>
                </c:pt>
                <c:pt idx="11168">
                  <c:v>7.7</c:v>
                </c:pt>
                <c:pt idx="11169">
                  <c:v>7.2</c:v>
                </c:pt>
                <c:pt idx="11170">
                  <c:v>6.7</c:v>
                </c:pt>
                <c:pt idx="11171">
                  <c:v>5.317</c:v>
                </c:pt>
                <c:pt idx="11172">
                  <c:v>6.6</c:v>
                </c:pt>
                <c:pt idx="11173">
                  <c:v>5.1</c:v>
                </c:pt>
                <c:pt idx="11174">
                  <c:v>6.8</c:v>
                </c:pt>
                <c:pt idx="11175">
                  <c:v>7</c:v>
                </c:pt>
                <c:pt idx="11176">
                  <c:v>7.026</c:v>
                </c:pt>
                <c:pt idx="11177">
                  <c:v>6.7</c:v>
                </c:pt>
                <c:pt idx="11178">
                  <c:v>6.7</c:v>
                </c:pt>
                <c:pt idx="11179">
                  <c:v>6.7</c:v>
                </c:pt>
                <c:pt idx="11180">
                  <c:v>7.225</c:v>
                </c:pt>
                <c:pt idx="11181">
                  <c:v>6.7</c:v>
                </c:pt>
                <c:pt idx="11182">
                  <c:v>6.6</c:v>
                </c:pt>
                <c:pt idx="11183">
                  <c:v>6.9</c:v>
                </c:pt>
                <c:pt idx="11184">
                  <c:v>6.4</c:v>
                </c:pt>
                <c:pt idx="11185">
                  <c:v>6.1</c:v>
                </c:pt>
                <c:pt idx="11186">
                  <c:v>6</c:v>
                </c:pt>
                <c:pt idx="11187">
                  <c:v>6</c:v>
                </c:pt>
                <c:pt idx="11188">
                  <c:v>6</c:v>
                </c:pt>
                <c:pt idx="11189">
                  <c:v>6.2</c:v>
                </c:pt>
                <c:pt idx="11190">
                  <c:v>7.1</c:v>
                </c:pt>
                <c:pt idx="11191">
                  <c:v>6</c:v>
                </c:pt>
                <c:pt idx="11192">
                  <c:v>6.1</c:v>
                </c:pt>
                <c:pt idx="11193">
                  <c:v>6.1</c:v>
                </c:pt>
                <c:pt idx="11194">
                  <c:v>5.3</c:v>
                </c:pt>
                <c:pt idx="11195">
                  <c:v>5.612</c:v>
                </c:pt>
                <c:pt idx="11196">
                  <c:v>6.977</c:v>
                </c:pt>
                <c:pt idx="11197">
                  <c:v>6.3</c:v>
                </c:pt>
                <c:pt idx="11198">
                  <c:v>7.594</c:v>
                </c:pt>
                <c:pt idx="11199">
                  <c:v>6.6</c:v>
                </c:pt>
                <c:pt idx="11200">
                  <c:v>7.3</c:v>
                </c:pt>
                <c:pt idx="11201">
                  <c:v>7.6</c:v>
                </c:pt>
                <c:pt idx="11202">
                  <c:v>4.7</c:v>
                </c:pt>
                <c:pt idx="11203">
                  <c:v>5.8</c:v>
                </c:pt>
                <c:pt idx="11204">
                  <c:v>6.6</c:v>
                </c:pt>
                <c:pt idx="11205">
                  <c:v>6.783</c:v>
                </c:pt>
                <c:pt idx="11206">
                  <c:v>6.1</c:v>
                </c:pt>
                <c:pt idx="11207">
                  <c:v>5.9</c:v>
                </c:pt>
                <c:pt idx="11208">
                  <c:v>7.4</c:v>
                </c:pt>
                <c:pt idx="11209">
                  <c:v>6.7</c:v>
                </c:pt>
                <c:pt idx="11210">
                  <c:v>6.9</c:v>
                </c:pt>
                <c:pt idx="11211">
                  <c:v>7</c:v>
                </c:pt>
                <c:pt idx="11212">
                  <c:v>7.1</c:v>
                </c:pt>
                <c:pt idx="11213">
                  <c:v>6.957</c:v>
                </c:pt>
                <c:pt idx="11214">
                  <c:v>6.5</c:v>
                </c:pt>
                <c:pt idx="11215">
                  <c:v>7</c:v>
                </c:pt>
                <c:pt idx="11216">
                  <c:v>5.428</c:v>
                </c:pt>
                <c:pt idx="11217">
                  <c:v>5.7</c:v>
                </c:pt>
                <c:pt idx="11218">
                  <c:v>5.8</c:v>
                </c:pt>
                <c:pt idx="11219">
                  <c:v>7.2</c:v>
                </c:pt>
                <c:pt idx="11220">
                  <c:v>6.4</c:v>
                </c:pt>
                <c:pt idx="11221">
                  <c:v>5.7</c:v>
                </c:pt>
                <c:pt idx="11222">
                  <c:v>7.539</c:v>
                </c:pt>
                <c:pt idx="11223">
                  <c:v>7.8</c:v>
                </c:pt>
                <c:pt idx="11224">
                  <c:v>6.4</c:v>
                </c:pt>
                <c:pt idx="11225">
                  <c:v>9.3</c:v>
                </c:pt>
                <c:pt idx="11226">
                  <c:v>7.3</c:v>
                </c:pt>
                <c:pt idx="11227">
                  <c:v>6.576</c:v>
                </c:pt>
                <c:pt idx="11228">
                  <c:v>6.8</c:v>
                </c:pt>
                <c:pt idx="11229">
                  <c:v>6.7</c:v>
                </c:pt>
                <c:pt idx="11230">
                  <c:v>5.777</c:v>
                </c:pt>
                <c:pt idx="11231">
                  <c:v>6.544</c:v>
                </c:pt>
                <c:pt idx="11232">
                  <c:v>6.2</c:v>
                </c:pt>
                <c:pt idx="11233">
                  <c:v>7.1</c:v>
                </c:pt>
                <c:pt idx="11234">
                  <c:v>5.5</c:v>
                </c:pt>
                <c:pt idx="11235">
                  <c:v>5.9</c:v>
                </c:pt>
                <c:pt idx="11236">
                  <c:v>6.2</c:v>
                </c:pt>
                <c:pt idx="11237">
                  <c:v>6.6</c:v>
                </c:pt>
                <c:pt idx="11238">
                  <c:v>5.629</c:v>
                </c:pt>
                <c:pt idx="11239">
                  <c:v>6.7</c:v>
                </c:pt>
                <c:pt idx="11240">
                  <c:v>7.983</c:v>
                </c:pt>
                <c:pt idx="11241">
                  <c:v>6.7</c:v>
                </c:pt>
                <c:pt idx="11242">
                  <c:v>8</c:v>
                </c:pt>
                <c:pt idx="11243">
                  <c:v>6.4</c:v>
                </c:pt>
                <c:pt idx="11244">
                  <c:v>6.4</c:v>
                </c:pt>
                <c:pt idx="11245">
                  <c:v>6.3</c:v>
                </c:pt>
                <c:pt idx="11246">
                  <c:v>6.7</c:v>
                </c:pt>
                <c:pt idx="11247">
                  <c:v>5.677</c:v>
                </c:pt>
                <c:pt idx="11248">
                  <c:v>5</c:v>
                </c:pt>
                <c:pt idx="11249">
                  <c:v>6</c:v>
                </c:pt>
                <c:pt idx="11250">
                  <c:v>6.9</c:v>
                </c:pt>
                <c:pt idx="11251">
                  <c:v>5.6</c:v>
                </c:pt>
                <c:pt idx="11252">
                  <c:v>6.822</c:v>
                </c:pt>
                <c:pt idx="11253">
                  <c:v>5.8</c:v>
                </c:pt>
                <c:pt idx="11254">
                  <c:v>6.9</c:v>
                </c:pt>
                <c:pt idx="11255">
                  <c:v>6</c:v>
                </c:pt>
                <c:pt idx="11256">
                  <c:v>5.7</c:v>
                </c:pt>
                <c:pt idx="11257">
                  <c:v>7.5</c:v>
                </c:pt>
                <c:pt idx="11258">
                  <c:v>5.037</c:v>
                </c:pt>
                <c:pt idx="11259">
                  <c:v>6.1</c:v>
                </c:pt>
                <c:pt idx="11260">
                  <c:v>6.3</c:v>
                </c:pt>
                <c:pt idx="11261">
                  <c:v>7.7</c:v>
                </c:pt>
                <c:pt idx="11262">
                  <c:v>6.6</c:v>
                </c:pt>
                <c:pt idx="11263">
                  <c:v>6.6</c:v>
                </c:pt>
                <c:pt idx="11264">
                  <c:v>7.3</c:v>
                </c:pt>
                <c:pt idx="11265">
                  <c:v>6</c:v>
                </c:pt>
                <c:pt idx="11266">
                  <c:v>6</c:v>
                </c:pt>
                <c:pt idx="11267">
                  <c:v>6.6</c:v>
                </c:pt>
                <c:pt idx="11268">
                  <c:v>5.7</c:v>
                </c:pt>
                <c:pt idx="11269">
                  <c:v>6.5</c:v>
                </c:pt>
                <c:pt idx="11270">
                  <c:v>5.8</c:v>
                </c:pt>
                <c:pt idx="11271">
                  <c:v>6.515</c:v>
                </c:pt>
                <c:pt idx="11272">
                  <c:v>7.109</c:v>
                </c:pt>
                <c:pt idx="11273">
                  <c:v>4.51</c:v>
                </c:pt>
                <c:pt idx="11274">
                  <c:v>6.193</c:v>
                </c:pt>
                <c:pt idx="11275">
                  <c:v>6.4</c:v>
                </c:pt>
                <c:pt idx="11276">
                  <c:v>6.284</c:v>
                </c:pt>
                <c:pt idx="11277">
                  <c:v>7.5</c:v>
                </c:pt>
                <c:pt idx="11278">
                  <c:v>6.5</c:v>
                </c:pt>
                <c:pt idx="11279">
                  <c:v>7</c:v>
                </c:pt>
                <c:pt idx="11280">
                  <c:v>6.8</c:v>
                </c:pt>
                <c:pt idx="11281">
                  <c:v>6.4</c:v>
                </c:pt>
                <c:pt idx="11282">
                  <c:v>7.2</c:v>
                </c:pt>
                <c:pt idx="11283">
                  <c:v>6.929</c:v>
                </c:pt>
                <c:pt idx="11284">
                  <c:v>6.6</c:v>
                </c:pt>
                <c:pt idx="11285">
                  <c:v>6.4</c:v>
                </c:pt>
                <c:pt idx="11286">
                  <c:v>6.063</c:v>
                </c:pt>
                <c:pt idx="11287">
                  <c:v>5.7</c:v>
                </c:pt>
                <c:pt idx="11288">
                  <c:v>7.4</c:v>
                </c:pt>
                <c:pt idx="11289">
                  <c:v>5.59</c:v>
                </c:pt>
                <c:pt idx="11290">
                  <c:v>7.225</c:v>
                </c:pt>
                <c:pt idx="11291">
                  <c:v>6.2</c:v>
                </c:pt>
                <c:pt idx="11292">
                  <c:v>6.3</c:v>
                </c:pt>
                <c:pt idx="11293">
                  <c:v>6.2</c:v>
                </c:pt>
                <c:pt idx="11294">
                  <c:v>5.5</c:v>
                </c:pt>
                <c:pt idx="11295">
                  <c:v>6.4</c:v>
                </c:pt>
                <c:pt idx="11296">
                  <c:v>7.2</c:v>
                </c:pt>
                <c:pt idx="11297">
                  <c:v>7.14</c:v>
                </c:pt>
                <c:pt idx="11298">
                  <c:v>6.9</c:v>
                </c:pt>
                <c:pt idx="11299">
                  <c:v>7</c:v>
                </c:pt>
                <c:pt idx="11300">
                  <c:v>6.2</c:v>
                </c:pt>
                <c:pt idx="11301">
                  <c:v>6.1</c:v>
                </c:pt>
                <c:pt idx="11302">
                  <c:v>6</c:v>
                </c:pt>
                <c:pt idx="11303">
                  <c:v>6.2</c:v>
                </c:pt>
                <c:pt idx="11304">
                  <c:v>6.2</c:v>
                </c:pt>
                <c:pt idx="11305">
                  <c:v>6.4</c:v>
                </c:pt>
                <c:pt idx="11306">
                  <c:v>6.354</c:v>
                </c:pt>
                <c:pt idx="11307">
                  <c:v>6.7</c:v>
                </c:pt>
                <c:pt idx="11308">
                  <c:v>7.4</c:v>
                </c:pt>
                <c:pt idx="11309">
                  <c:v>6.1</c:v>
                </c:pt>
                <c:pt idx="11310">
                  <c:v>6.1</c:v>
                </c:pt>
                <c:pt idx="11311">
                  <c:v>7.2</c:v>
                </c:pt>
                <c:pt idx="11312">
                  <c:v>6</c:v>
                </c:pt>
                <c:pt idx="11313">
                  <c:v>5.2</c:v>
                </c:pt>
                <c:pt idx="11314">
                  <c:v>5.3</c:v>
                </c:pt>
                <c:pt idx="11315">
                  <c:v>5.28</c:v>
                </c:pt>
                <c:pt idx="11316">
                  <c:v>6.3</c:v>
                </c:pt>
                <c:pt idx="11317">
                  <c:v>6.3</c:v>
                </c:pt>
                <c:pt idx="11318">
                  <c:v>6.1</c:v>
                </c:pt>
                <c:pt idx="11319">
                  <c:v>4.7</c:v>
                </c:pt>
                <c:pt idx="11320">
                  <c:v>8</c:v>
                </c:pt>
                <c:pt idx="11321">
                  <c:v>6.938</c:v>
                </c:pt>
                <c:pt idx="11322">
                  <c:v>5.6</c:v>
                </c:pt>
                <c:pt idx="11323">
                  <c:v>6</c:v>
                </c:pt>
                <c:pt idx="11324">
                  <c:v>5.9</c:v>
                </c:pt>
                <c:pt idx="11325">
                  <c:v>6.7</c:v>
                </c:pt>
                <c:pt idx="11326">
                  <c:v>6.5</c:v>
                </c:pt>
                <c:pt idx="11327">
                  <c:v>6.931</c:v>
                </c:pt>
                <c:pt idx="11328">
                  <c:v>6.4</c:v>
                </c:pt>
                <c:pt idx="11329">
                  <c:v>7</c:v>
                </c:pt>
                <c:pt idx="11330">
                  <c:v>7.2</c:v>
                </c:pt>
                <c:pt idx="11331">
                  <c:v>6.4</c:v>
                </c:pt>
                <c:pt idx="11332">
                  <c:v>7.6</c:v>
                </c:pt>
                <c:pt idx="11333">
                  <c:v>5.7</c:v>
                </c:pt>
                <c:pt idx="11334">
                  <c:v>6</c:v>
                </c:pt>
                <c:pt idx="11335">
                  <c:v>5.8</c:v>
                </c:pt>
                <c:pt idx="11336">
                  <c:v>7</c:v>
                </c:pt>
                <c:pt idx="11337">
                  <c:v>6.8</c:v>
                </c:pt>
                <c:pt idx="11338">
                  <c:v>7.9</c:v>
                </c:pt>
                <c:pt idx="11339">
                  <c:v>6.5</c:v>
                </c:pt>
                <c:pt idx="11340">
                  <c:v>7</c:v>
                </c:pt>
                <c:pt idx="11341">
                  <c:v>7.2</c:v>
                </c:pt>
                <c:pt idx="11342">
                  <c:v>6.9</c:v>
                </c:pt>
                <c:pt idx="11343">
                  <c:v>6.4</c:v>
                </c:pt>
                <c:pt idx="11344">
                  <c:v>6.2</c:v>
                </c:pt>
                <c:pt idx="11345">
                  <c:v>5.8</c:v>
                </c:pt>
                <c:pt idx="11346">
                  <c:v>6.288</c:v>
                </c:pt>
                <c:pt idx="11347">
                  <c:v>5.3</c:v>
                </c:pt>
                <c:pt idx="11348">
                  <c:v>5.611</c:v>
                </c:pt>
                <c:pt idx="11349">
                  <c:v>6.7</c:v>
                </c:pt>
                <c:pt idx="11350">
                  <c:v>6.7</c:v>
                </c:pt>
                <c:pt idx="11351">
                  <c:v>6.6</c:v>
                </c:pt>
                <c:pt idx="11352">
                  <c:v>5.6</c:v>
                </c:pt>
                <c:pt idx="11353">
                  <c:v>6.2</c:v>
                </c:pt>
                <c:pt idx="11354">
                  <c:v>6.1</c:v>
                </c:pt>
                <c:pt idx="11355">
                  <c:v>5.8</c:v>
                </c:pt>
                <c:pt idx="11356">
                  <c:v>7.8</c:v>
                </c:pt>
                <c:pt idx="11357">
                  <c:v>7.2</c:v>
                </c:pt>
                <c:pt idx="11358">
                  <c:v>6.3</c:v>
                </c:pt>
                <c:pt idx="11359">
                  <c:v>7.5</c:v>
                </c:pt>
                <c:pt idx="11360">
                  <c:v>5.3</c:v>
                </c:pt>
                <c:pt idx="11361">
                  <c:v>5.4</c:v>
                </c:pt>
                <c:pt idx="11362">
                  <c:v>7.1</c:v>
                </c:pt>
                <c:pt idx="11363">
                  <c:v>6.522</c:v>
                </c:pt>
                <c:pt idx="11364">
                  <c:v>7.4</c:v>
                </c:pt>
                <c:pt idx="11365">
                  <c:v>7.3</c:v>
                </c:pt>
                <c:pt idx="11366">
                  <c:v>7.996</c:v>
                </c:pt>
                <c:pt idx="11367">
                  <c:v>5.8</c:v>
                </c:pt>
                <c:pt idx="11368">
                  <c:v>6.169</c:v>
                </c:pt>
                <c:pt idx="11369">
                  <c:v>5.6</c:v>
                </c:pt>
                <c:pt idx="11370">
                  <c:v>6.1</c:v>
                </c:pt>
                <c:pt idx="11371">
                  <c:v>6.2</c:v>
                </c:pt>
                <c:pt idx="11372">
                  <c:v>7.1</c:v>
                </c:pt>
                <c:pt idx="11373">
                  <c:v>6.6</c:v>
                </c:pt>
                <c:pt idx="11374">
                  <c:v>6.8</c:v>
                </c:pt>
                <c:pt idx="11375">
                  <c:v>6.3</c:v>
                </c:pt>
                <c:pt idx="11376">
                  <c:v>6.5</c:v>
                </c:pt>
                <c:pt idx="11377">
                  <c:v>6.333</c:v>
                </c:pt>
                <c:pt idx="11378">
                  <c:v>6.6</c:v>
                </c:pt>
                <c:pt idx="11379">
                  <c:v>6.9</c:v>
                </c:pt>
                <c:pt idx="11380">
                  <c:v>7.3</c:v>
                </c:pt>
                <c:pt idx="11381">
                  <c:v>6.3</c:v>
                </c:pt>
                <c:pt idx="11382">
                  <c:v>7</c:v>
                </c:pt>
                <c:pt idx="11383">
                  <c:v>5.6</c:v>
                </c:pt>
                <c:pt idx="11384">
                  <c:v>6.5</c:v>
                </c:pt>
                <c:pt idx="11385">
                  <c:v>6.6</c:v>
                </c:pt>
                <c:pt idx="11386">
                  <c:v>6.3</c:v>
                </c:pt>
                <c:pt idx="11387">
                  <c:v>6.5</c:v>
                </c:pt>
                <c:pt idx="11388">
                  <c:v>5.8</c:v>
                </c:pt>
                <c:pt idx="11389">
                  <c:v>6.5</c:v>
                </c:pt>
                <c:pt idx="11390">
                  <c:v>6.2</c:v>
                </c:pt>
                <c:pt idx="11391">
                  <c:v>5.9</c:v>
                </c:pt>
                <c:pt idx="11392">
                  <c:v>7.3</c:v>
                </c:pt>
                <c:pt idx="11393">
                  <c:v>6.3</c:v>
                </c:pt>
                <c:pt idx="11394">
                  <c:v>6.1</c:v>
                </c:pt>
                <c:pt idx="11395">
                  <c:v>6.987</c:v>
                </c:pt>
                <c:pt idx="11396">
                  <c:v>6.572</c:v>
                </c:pt>
                <c:pt idx="11397">
                  <c:v>5.6</c:v>
                </c:pt>
                <c:pt idx="11398">
                  <c:v>6.019</c:v>
                </c:pt>
                <c:pt idx="11399">
                  <c:v>7.4</c:v>
                </c:pt>
                <c:pt idx="11400">
                  <c:v>6.6</c:v>
                </c:pt>
                <c:pt idx="11401">
                  <c:v>6.965</c:v>
                </c:pt>
                <c:pt idx="11402">
                  <c:v>6</c:v>
                </c:pt>
                <c:pt idx="11403">
                  <c:v>5.4</c:v>
                </c:pt>
                <c:pt idx="11404">
                  <c:v>6.7</c:v>
                </c:pt>
                <c:pt idx="11405">
                  <c:v>6.4</c:v>
                </c:pt>
                <c:pt idx="11406">
                  <c:v>6.76</c:v>
                </c:pt>
                <c:pt idx="11407">
                  <c:v>6.6</c:v>
                </c:pt>
                <c:pt idx="11408">
                  <c:v>6.1</c:v>
                </c:pt>
                <c:pt idx="11409">
                  <c:v>6.8</c:v>
                </c:pt>
                <c:pt idx="11410">
                  <c:v>6.7</c:v>
                </c:pt>
                <c:pt idx="11411">
                  <c:v>8.3</c:v>
                </c:pt>
                <c:pt idx="11412">
                  <c:v>7.5</c:v>
                </c:pt>
                <c:pt idx="11413">
                  <c:v>6.8</c:v>
                </c:pt>
                <c:pt idx="11414">
                  <c:v>6.344</c:v>
                </c:pt>
                <c:pt idx="11415">
                  <c:v>6.8</c:v>
                </c:pt>
                <c:pt idx="11416">
                  <c:v>5.6</c:v>
                </c:pt>
                <c:pt idx="11417">
                  <c:v>6.989</c:v>
                </c:pt>
                <c:pt idx="11418">
                  <c:v>5.2</c:v>
                </c:pt>
                <c:pt idx="11419">
                  <c:v>7</c:v>
                </c:pt>
                <c:pt idx="11420">
                  <c:v>7.2</c:v>
                </c:pt>
                <c:pt idx="11421">
                  <c:v>6.633</c:v>
                </c:pt>
                <c:pt idx="11422">
                  <c:v>5.1</c:v>
                </c:pt>
                <c:pt idx="11423">
                  <c:v>5.7</c:v>
                </c:pt>
                <c:pt idx="11424">
                  <c:v>5.6</c:v>
                </c:pt>
                <c:pt idx="11425">
                  <c:v>6.304</c:v>
                </c:pt>
                <c:pt idx="11426">
                  <c:v>8.25</c:v>
                </c:pt>
                <c:pt idx="11427">
                  <c:v>6.313</c:v>
                </c:pt>
                <c:pt idx="11428">
                  <c:v>6.1</c:v>
                </c:pt>
                <c:pt idx="11429">
                  <c:v>7.3</c:v>
                </c:pt>
                <c:pt idx="11430">
                  <c:v>6.6</c:v>
                </c:pt>
                <c:pt idx="11431">
                  <c:v>4.8</c:v>
                </c:pt>
                <c:pt idx="11432">
                  <c:v>5.8</c:v>
                </c:pt>
                <c:pt idx="11433">
                  <c:v>5.9</c:v>
                </c:pt>
                <c:pt idx="11434">
                  <c:v>6.7</c:v>
                </c:pt>
                <c:pt idx="11435">
                  <c:v>7.2</c:v>
                </c:pt>
                <c:pt idx="11436">
                  <c:v>7</c:v>
                </c:pt>
                <c:pt idx="11437">
                  <c:v>7.453</c:v>
                </c:pt>
                <c:pt idx="11438">
                  <c:v>5.8</c:v>
                </c:pt>
                <c:pt idx="11439">
                  <c:v>7.5</c:v>
                </c:pt>
                <c:pt idx="11440">
                  <c:v>7.1</c:v>
                </c:pt>
                <c:pt idx="11441">
                  <c:v>6.3</c:v>
                </c:pt>
                <c:pt idx="11442">
                  <c:v>5.7</c:v>
                </c:pt>
                <c:pt idx="11443">
                  <c:v>5.891</c:v>
                </c:pt>
                <c:pt idx="11444">
                  <c:v>6.5</c:v>
                </c:pt>
                <c:pt idx="11445">
                  <c:v>5.8</c:v>
                </c:pt>
                <c:pt idx="11446">
                  <c:v>6.5</c:v>
                </c:pt>
                <c:pt idx="11447">
                  <c:v>6.1</c:v>
                </c:pt>
                <c:pt idx="11448">
                  <c:v>7.3</c:v>
                </c:pt>
                <c:pt idx="11449">
                  <c:v>5.7</c:v>
                </c:pt>
                <c:pt idx="11450">
                  <c:v>7.8</c:v>
                </c:pt>
                <c:pt idx="11451">
                  <c:v>4.8</c:v>
                </c:pt>
                <c:pt idx="11452">
                  <c:v>6.3</c:v>
                </c:pt>
                <c:pt idx="11453">
                  <c:v>6</c:v>
                </c:pt>
                <c:pt idx="11454">
                  <c:v>5.8</c:v>
                </c:pt>
                <c:pt idx="11455">
                  <c:v>6.4</c:v>
                </c:pt>
                <c:pt idx="11456">
                  <c:v>6.458</c:v>
                </c:pt>
                <c:pt idx="11457">
                  <c:v>6.2</c:v>
                </c:pt>
                <c:pt idx="11458">
                  <c:v>5.9</c:v>
                </c:pt>
                <c:pt idx="11459">
                  <c:v>5.4</c:v>
                </c:pt>
                <c:pt idx="11460">
                  <c:v>7.5</c:v>
                </c:pt>
                <c:pt idx="11461">
                  <c:v>5.778</c:v>
                </c:pt>
                <c:pt idx="11462">
                  <c:v>6.2</c:v>
                </c:pt>
                <c:pt idx="11463">
                  <c:v>5.9</c:v>
                </c:pt>
                <c:pt idx="11464">
                  <c:v>6.2</c:v>
                </c:pt>
                <c:pt idx="11465">
                  <c:v>6.3</c:v>
                </c:pt>
                <c:pt idx="11466">
                  <c:v>6.7</c:v>
                </c:pt>
                <c:pt idx="11467">
                  <c:v>6.5</c:v>
                </c:pt>
                <c:pt idx="11468">
                  <c:v>6</c:v>
                </c:pt>
                <c:pt idx="11469">
                  <c:v>5.4</c:v>
                </c:pt>
                <c:pt idx="11470">
                  <c:v>6.4</c:v>
                </c:pt>
                <c:pt idx="11471">
                  <c:v>6.9</c:v>
                </c:pt>
                <c:pt idx="11472">
                  <c:v>7</c:v>
                </c:pt>
                <c:pt idx="11473">
                  <c:v>5.4</c:v>
                </c:pt>
                <c:pt idx="11474">
                  <c:v>5.924</c:v>
                </c:pt>
                <c:pt idx="11475">
                  <c:v>7</c:v>
                </c:pt>
                <c:pt idx="11476">
                  <c:v>5.9</c:v>
                </c:pt>
                <c:pt idx="11477">
                  <c:v>5.7</c:v>
                </c:pt>
                <c:pt idx="11478">
                  <c:v>6.7</c:v>
                </c:pt>
                <c:pt idx="11479">
                  <c:v>7.1</c:v>
                </c:pt>
                <c:pt idx="11480">
                  <c:v>6.9</c:v>
                </c:pt>
                <c:pt idx="11481">
                  <c:v>6.6</c:v>
                </c:pt>
                <c:pt idx="11482">
                  <c:v>7.708</c:v>
                </c:pt>
                <c:pt idx="11483">
                  <c:v>7.9</c:v>
                </c:pt>
                <c:pt idx="11484">
                  <c:v>5.8</c:v>
                </c:pt>
                <c:pt idx="11485">
                  <c:v>7</c:v>
                </c:pt>
                <c:pt idx="11486">
                  <c:v>6.5</c:v>
                </c:pt>
                <c:pt idx="11487">
                  <c:v>6.6</c:v>
                </c:pt>
                <c:pt idx="11488">
                  <c:v>6.4</c:v>
                </c:pt>
                <c:pt idx="11489">
                  <c:v>5.7</c:v>
                </c:pt>
                <c:pt idx="11490">
                  <c:v>5.9</c:v>
                </c:pt>
                <c:pt idx="11491">
                  <c:v>6</c:v>
                </c:pt>
                <c:pt idx="11492">
                  <c:v>5.6</c:v>
                </c:pt>
                <c:pt idx="11493">
                  <c:v>5.1</c:v>
                </c:pt>
                <c:pt idx="11494">
                  <c:v>6.6</c:v>
                </c:pt>
                <c:pt idx="11495">
                  <c:v>6.3</c:v>
                </c:pt>
                <c:pt idx="11496">
                  <c:v>6.6</c:v>
                </c:pt>
                <c:pt idx="11497">
                  <c:v>6.1</c:v>
                </c:pt>
                <c:pt idx="11498">
                  <c:v>6.1</c:v>
                </c:pt>
                <c:pt idx="11499">
                  <c:v>6.4</c:v>
                </c:pt>
                <c:pt idx="11500">
                  <c:v>7</c:v>
                </c:pt>
                <c:pt idx="11501">
                  <c:v>6.3</c:v>
                </c:pt>
                <c:pt idx="11502">
                  <c:v>7.2</c:v>
                </c:pt>
                <c:pt idx="11503">
                  <c:v>5.1</c:v>
                </c:pt>
                <c:pt idx="11504">
                  <c:v>6.9</c:v>
                </c:pt>
                <c:pt idx="11505">
                  <c:v>5.8</c:v>
                </c:pt>
                <c:pt idx="11506">
                  <c:v>5.426</c:v>
                </c:pt>
                <c:pt idx="11507">
                  <c:v>5.6</c:v>
                </c:pt>
                <c:pt idx="11508">
                  <c:v>8.1</c:v>
                </c:pt>
                <c:pt idx="11509">
                  <c:v>6.6</c:v>
                </c:pt>
                <c:pt idx="11510">
                  <c:v>6.2</c:v>
                </c:pt>
                <c:pt idx="11511">
                  <c:v>6.2</c:v>
                </c:pt>
                <c:pt idx="11512">
                  <c:v>6.7</c:v>
                </c:pt>
                <c:pt idx="11513">
                  <c:v>5.7</c:v>
                </c:pt>
                <c:pt idx="11514">
                  <c:v>6.4</c:v>
                </c:pt>
                <c:pt idx="11515">
                  <c:v>7.1</c:v>
                </c:pt>
                <c:pt idx="11516">
                  <c:v>5.6</c:v>
                </c:pt>
                <c:pt idx="11517">
                  <c:v>7</c:v>
                </c:pt>
                <c:pt idx="11518">
                  <c:v>6.2</c:v>
                </c:pt>
                <c:pt idx="11519">
                  <c:v>5.8</c:v>
                </c:pt>
                <c:pt idx="11520">
                  <c:v>6.1</c:v>
                </c:pt>
                <c:pt idx="11521">
                  <c:v>5.8</c:v>
                </c:pt>
                <c:pt idx="11522">
                  <c:v>4.1</c:v>
                </c:pt>
                <c:pt idx="11523">
                  <c:v>4.8</c:v>
                </c:pt>
                <c:pt idx="11524">
                  <c:v>6.2</c:v>
                </c:pt>
                <c:pt idx="11525">
                  <c:v>6.401</c:v>
                </c:pt>
                <c:pt idx="11526">
                  <c:v>6.1</c:v>
                </c:pt>
                <c:pt idx="11527">
                  <c:v>6.361</c:v>
                </c:pt>
                <c:pt idx="11528">
                  <c:v>6</c:v>
                </c:pt>
                <c:pt idx="11529">
                  <c:v>5.9</c:v>
                </c:pt>
                <c:pt idx="11530">
                  <c:v>5.3</c:v>
                </c:pt>
                <c:pt idx="11531">
                  <c:v>6.2</c:v>
                </c:pt>
                <c:pt idx="11532">
                  <c:v>5.6</c:v>
                </c:pt>
                <c:pt idx="11533">
                  <c:v>6.607</c:v>
                </c:pt>
                <c:pt idx="11534">
                  <c:v>6.798</c:v>
                </c:pt>
                <c:pt idx="11535">
                  <c:v>8</c:v>
                </c:pt>
                <c:pt idx="11536">
                  <c:v>6</c:v>
                </c:pt>
                <c:pt idx="11537">
                  <c:v>6.5</c:v>
                </c:pt>
                <c:pt idx="11538">
                  <c:v>6.5</c:v>
                </c:pt>
                <c:pt idx="11539">
                  <c:v>6.6</c:v>
                </c:pt>
                <c:pt idx="11540">
                  <c:v>6</c:v>
                </c:pt>
                <c:pt idx="11541">
                  <c:v>6.4</c:v>
                </c:pt>
                <c:pt idx="11542">
                  <c:v>5.3</c:v>
                </c:pt>
                <c:pt idx="11543">
                  <c:v>5.977</c:v>
                </c:pt>
                <c:pt idx="11544">
                  <c:v>5.8</c:v>
                </c:pt>
                <c:pt idx="11545">
                  <c:v>8.5</c:v>
                </c:pt>
                <c:pt idx="11546">
                  <c:v>7.027</c:v>
                </c:pt>
                <c:pt idx="11547">
                  <c:v>7.2</c:v>
                </c:pt>
                <c:pt idx="11548">
                  <c:v>6.8</c:v>
                </c:pt>
                <c:pt idx="11549">
                  <c:v>5.8</c:v>
                </c:pt>
                <c:pt idx="11550">
                  <c:v>6.4</c:v>
                </c:pt>
                <c:pt idx="11551">
                  <c:v>6.17</c:v>
                </c:pt>
                <c:pt idx="11552">
                  <c:v>5.8</c:v>
                </c:pt>
                <c:pt idx="11553">
                  <c:v>4.6</c:v>
                </c:pt>
                <c:pt idx="11554">
                  <c:v>6.5</c:v>
                </c:pt>
                <c:pt idx="11555">
                  <c:v>7.2</c:v>
                </c:pt>
                <c:pt idx="11556">
                  <c:v>5.8</c:v>
                </c:pt>
                <c:pt idx="11557">
                  <c:v>6.4</c:v>
                </c:pt>
                <c:pt idx="11558">
                  <c:v>6.989</c:v>
                </c:pt>
                <c:pt idx="11559">
                  <c:v>6.1</c:v>
                </c:pt>
                <c:pt idx="11560">
                  <c:v>5.8</c:v>
                </c:pt>
                <c:pt idx="11561">
                  <c:v>5.969</c:v>
                </c:pt>
                <c:pt idx="11562">
                  <c:v>6.2</c:v>
                </c:pt>
                <c:pt idx="11563">
                  <c:v>8.272</c:v>
                </c:pt>
                <c:pt idx="11564">
                  <c:v>6.6</c:v>
                </c:pt>
                <c:pt idx="11565">
                  <c:v>5.4</c:v>
                </c:pt>
                <c:pt idx="11566">
                  <c:v>5.3</c:v>
                </c:pt>
                <c:pt idx="11567">
                  <c:v>7.148</c:v>
                </c:pt>
                <c:pt idx="11568">
                  <c:v>7.4</c:v>
                </c:pt>
                <c:pt idx="11569">
                  <c:v>6.579</c:v>
                </c:pt>
                <c:pt idx="11570">
                  <c:v>6.6</c:v>
                </c:pt>
                <c:pt idx="11571">
                  <c:v>8.3</c:v>
                </c:pt>
                <c:pt idx="11572">
                  <c:v>6.648</c:v>
                </c:pt>
                <c:pt idx="11573">
                  <c:v>6.2</c:v>
                </c:pt>
                <c:pt idx="11574">
                  <c:v>6.8</c:v>
                </c:pt>
                <c:pt idx="11575">
                  <c:v>6.3</c:v>
                </c:pt>
                <c:pt idx="11576">
                  <c:v>5.91</c:v>
                </c:pt>
                <c:pt idx="11577">
                  <c:v>7.1</c:v>
                </c:pt>
                <c:pt idx="11578">
                  <c:v>5.6</c:v>
                </c:pt>
                <c:pt idx="11579">
                  <c:v>6.8</c:v>
                </c:pt>
                <c:pt idx="11580">
                  <c:v>6.8</c:v>
                </c:pt>
                <c:pt idx="11581">
                  <c:v>6.4</c:v>
                </c:pt>
                <c:pt idx="11582">
                  <c:v>6.9</c:v>
                </c:pt>
                <c:pt idx="11583">
                  <c:v>4.9</c:v>
                </c:pt>
                <c:pt idx="11584">
                  <c:v>6.7</c:v>
                </c:pt>
                <c:pt idx="11585">
                  <c:v>6.7</c:v>
                </c:pt>
                <c:pt idx="11586">
                  <c:v>7.4</c:v>
                </c:pt>
                <c:pt idx="11587">
                  <c:v>6.7</c:v>
                </c:pt>
                <c:pt idx="11588">
                  <c:v>7.2</c:v>
                </c:pt>
                <c:pt idx="11589">
                  <c:v>6.1</c:v>
                </c:pt>
                <c:pt idx="11590">
                  <c:v>6.7</c:v>
                </c:pt>
                <c:pt idx="11591">
                  <c:v>6.3</c:v>
                </c:pt>
                <c:pt idx="11592">
                  <c:v>6.5</c:v>
                </c:pt>
                <c:pt idx="11593">
                  <c:v>6.381</c:v>
                </c:pt>
                <c:pt idx="11594">
                  <c:v>6.4</c:v>
                </c:pt>
                <c:pt idx="11595">
                  <c:v>7.6</c:v>
                </c:pt>
                <c:pt idx="11596">
                  <c:v>5.8</c:v>
                </c:pt>
                <c:pt idx="11597">
                  <c:v>5.8</c:v>
                </c:pt>
                <c:pt idx="11598">
                  <c:v>5.8</c:v>
                </c:pt>
                <c:pt idx="11599">
                  <c:v>6.7</c:v>
                </c:pt>
                <c:pt idx="11600">
                  <c:v>6.8</c:v>
                </c:pt>
                <c:pt idx="11601">
                  <c:v>6.549</c:v>
                </c:pt>
                <c:pt idx="11602">
                  <c:v>6.1</c:v>
                </c:pt>
                <c:pt idx="11603">
                  <c:v>7</c:v>
                </c:pt>
                <c:pt idx="11604">
                  <c:v>6.876</c:v>
                </c:pt>
                <c:pt idx="11605">
                  <c:v>7.4</c:v>
                </c:pt>
                <c:pt idx="11606">
                  <c:v>6.3</c:v>
                </c:pt>
                <c:pt idx="11607">
                  <c:v>6.4</c:v>
                </c:pt>
                <c:pt idx="11608">
                  <c:v>7.667</c:v>
                </c:pt>
                <c:pt idx="11609">
                  <c:v>7.3</c:v>
                </c:pt>
                <c:pt idx="11610">
                  <c:v>6.2</c:v>
                </c:pt>
                <c:pt idx="11611">
                  <c:v>7.1</c:v>
                </c:pt>
                <c:pt idx="11612">
                  <c:v>5.6</c:v>
                </c:pt>
                <c:pt idx="11613">
                  <c:v>6.3</c:v>
                </c:pt>
                <c:pt idx="11614">
                  <c:v>7.086</c:v>
                </c:pt>
                <c:pt idx="11615">
                  <c:v>6.234</c:v>
                </c:pt>
                <c:pt idx="11616">
                  <c:v>6.846</c:v>
                </c:pt>
                <c:pt idx="11617">
                  <c:v>5.3</c:v>
                </c:pt>
                <c:pt idx="11618">
                  <c:v>6.6</c:v>
                </c:pt>
                <c:pt idx="11619">
                  <c:v>5.2</c:v>
                </c:pt>
                <c:pt idx="11620">
                  <c:v>7.467</c:v>
                </c:pt>
                <c:pt idx="11621">
                  <c:v>7.742</c:v>
                </c:pt>
                <c:pt idx="11622">
                  <c:v>7.1</c:v>
                </c:pt>
                <c:pt idx="11623">
                  <c:v>7.44</c:v>
                </c:pt>
                <c:pt idx="11624">
                  <c:v>7.055</c:v>
                </c:pt>
                <c:pt idx="11625">
                  <c:v>6.7</c:v>
                </c:pt>
                <c:pt idx="11626">
                  <c:v>6.786</c:v>
                </c:pt>
                <c:pt idx="11627">
                  <c:v>6.767</c:v>
                </c:pt>
                <c:pt idx="11628">
                  <c:v>7.065</c:v>
                </c:pt>
                <c:pt idx="11629">
                  <c:v>7.1</c:v>
                </c:pt>
                <c:pt idx="11630">
                  <c:v>7.1</c:v>
                </c:pt>
                <c:pt idx="11631">
                  <c:v>7.8</c:v>
                </c:pt>
                <c:pt idx="11632">
                  <c:v>7.038</c:v>
                </c:pt>
                <c:pt idx="11633">
                  <c:v>6.8</c:v>
                </c:pt>
                <c:pt idx="11634">
                  <c:v>8.303</c:v>
                </c:pt>
                <c:pt idx="11635">
                  <c:v>6.5</c:v>
                </c:pt>
                <c:pt idx="11636">
                  <c:v>6.9</c:v>
                </c:pt>
                <c:pt idx="11637">
                  <c:v>6.8</c:v>
                </c:pt>
                <c:pt idx="11638">
                  <c:v>7.06</c:v>
                </c:pt>
                <c:pt idx="11639">
                  <c:v>8.3</c:v>
                </c:pt>
                <c:pt idx="11640">
                  <c:v>7.1</c:v>
                </c:pt>
                <c:pt idx="11641">
                  <c:v>6.686</c:v>
                </c:pt>
                <c:pt idx="11642">
                  <c:v>7.619</c:v>
                </c:pt>
                <c:pt idx="11643">
                  <c:v>7.1</c:v>
                </c:pt>
                <c:pt idx="11644">
                  <c:v>7.1</c:v>
                </c:pt>
                <c:pt idx="11645">
                  <c:v>6.647</c:v>
                </c:pt>
                <c:pt idx="11646">
                  <c:v>7.6</c:v>
                </c:pt>
                <c:pt idx="11647">
                  <c:v>5.896</c:v>
                </c:pt>
                <c:pt idx="11648">
                  <c:v>6.238</c:v>
                </c:pt>
                <c:pt idx="11649">
                  <c:v>6.193</c:v>
                </c:pt>
                <c:pt idx="11650">
                  <c:v>7.2</c:v>
                </c:pt>
                <c:pt idx="11651">
                  <c:v>7.322</c:v>
                </c:pt>
                <c:pt idx="11652">
                  <c:v>6.899</c:v>
                </c:pt>
                <c:pt idx="11653">
                  <c:v>7.1</c:v>
                </c:pt>
                <c:pt idx="11654">
                  <c:v>6.491</c:v>
                </c:pt>
                <c:pt idx="11655">
                  <c:v>7.2</c:v>
                </c:pt>
                <c:pt idx="11656">
                  <c:v>6.715</c:v>
                </c:pt>
                <c:pt idx="11657">
                  <c:v>7.384</c:v>
                </c:pt>
                <c:pt idx="11658">
                  <c:v>6.586</c:v>
                </c:pt>
                <c:pt idx="11659">
                  <c:v>8.095</c:v>
                </c:pt>
                <c:pt idx="11660">
                  <c:v>6</c:v>
                </c:pt>
                <c:pt idx="11661">
                  <c:v>8.148</c:v>
                </c:pt>
                <c:pt idx="11662">
                  <c:v>6.856</c:v>
                </c:pt>
                <c:pt idx="11663">
                  <c:v>6.1</c:v>
                </c:pt>
                <c:pt idx="11664">
                  <c:v>6.9</c:v>
                </c:pt>
                <c:pt idx="11665">
                  <c:v>6.4</c:v>
                </c:pt>
                <c:pt idx="11666">
                  <c:v>6.121</c:v>
                </c:pt>
                <c:pt idx="11667">
                  <c:v>7.6</c:v>
                </c:pt>
                <c:pt idx="11668">
                  <c:v>6.907</c:v>
                </c:pt>
                <c:pt idx="11669">
                  <c:v>5.793</c:v>
                </c:pt>
                <c:pt idx="11670">
                  <c:v>6.9</c:v>
                </c:pt>
                <c:pt idx="11671">
                  <c:v>7.608</c:v>
                </c:pt>
                <c:pt idx="11672">
                  <c:v>7.9</c:v>
                </c:pt>
                <c:pt idx="11673">
                  <c:v>6.3</c:v>
                </c:pt>
                <c:pt idx="11674">
                  <c:v>7.074</c:v>
                </c:pt>
                <c:pt idx="11675">
                  <c:v>5.9</c:v>
                </c:pt>
                <c:pt idx="11676">
                  <c:v>6.793</c:v>
                </c:pt>
                <c:pt idx="11677">
                  <c:v>7.111</c:v>
                </c:pt>
                <c:pt idx="11678">
                  <c:v>6.135</c:v>
                </c:pt>
                <c:pt idx="11679">
                  <c:v>7.491</c:v>
                </c:pt>
                <c:pt idx="11680">
                  <c:v>5.5</c:v>
                </c:pt>
                <c:pt idx="11681">
                  <c:v>5.8</c:v>
                </c:pt>
                <c:pt idx="11682">
                  <c:v>8</c:v>
                </c:pt>
                <c:pt idx="11683">
                  <c:v>7.082</c:v>
                </c:pt>
                <c:pt idx="11684">
                  <c:v>7.196</c:v>
                </c:pt>
                <c:pt idx="11685">
                  <c:v>7.1</c:v>
                </c:pt>
                <c:pt idx="11686">
                  <c:v>7.1</c:v>
                </c:pt>
                <c:pt idx="11687">
                  <c:v>6.786</c:v>
                </c:pt>
                <c:pt idx="11688">
                  <c:v>6.7</c:v>
                </c:pt>
                <c:pt idx="11689">
                  <c:v>6.3</c:v>
                </c:pt>
                <c:pt idx="11690">
                  <c:v>7.5</c:v>
                </c:pt>
                <c:pt idx="11691">
                  <c:v>5.6</c:v>
                </c:pt>
                <c:pt idx="11692">
                  <c:v>6.698</c:v>
                </c:pt>
                <c:pt idx="11693">
                  <c:v>6.9</c:v>
                </c:pt>
                <c:pt idx="11694">
                  <c:v>5.6</c:v>
                </c:pt>
                <c:pt idx="11695">
                  <c:v>5.7</c:v>
                </c:pt>
                <c:pt idx="11696">
                  <c:v>6.6</c:v>
                </c:pt>
                <c:pt idx="11697">
                  <c:v>7.345</c:v>
                </c:pt>
                <c:pt idx="11698">
                  <c:v>6.2</c:v>
                </c:pt>
                <c:pt idx="11699">
                  <c:v>7.1</c:v>
                </c:pt>
                <c:pt idx="11700">
                  <c:v>6.7</c:v>
                </c:pt>
                <c:pt idx="11701">
                  <c:v>6.9</c:v>
                </c:pt>
                <c:pt idx="11702">
                  <c:v>6.4</c:v>
                </c:pt>
                <c:pt idx="11703">
                  <c:v>6.677</c:v>
                </c:pt>
                <c:pt idx="11704">
                  <c:v>7</c:v>
                </c:pt>
                <c:pt idx="11705">
                  <c:v>6.8</c:v>
                </c:pt>
                <c:pt idx="11706">
                  <c:v>6.2</c:v>
                </c:pt>
                <c:pt idx="11707">
                  <c:v>6.9</c:v>
                </c:pt>
                <c:pt idx="11708">
                  <c:v>6.093</c:v>
                </c:pt>
                <c:pt idx="11709">
                  <c:v>7.7</c:v>
                </c:pt>
                <c:pt idx="11710">
                  <c:v>6</c:v>
                </c:pt>
                <c:pt idx="11711">
                  <c:v>7.2</c:v>
                </c:pt>
                <c:pt idx="11712">
                  <c:v>6.8</c:v>
                </c:pt>
                <c:pt idx="11713">
                  <c:v>7.337</c:v>
                </c:pt>
                <c:pt idx="11714">
                  <c:v>6.2</c:v>
                </c:pt>
                <c:pt idx="11715">
                  <c:v>6.6</c:v>
                </c:pt>
                <c:pt idx="11716">
                  <c:v>7.6</c:v>
                </c:pt>
                <c:pt idx="11717">
                  <c:v>6.75</c:v>
                </c:pt>
                <c:pt idx="11718">
                  <c:v>5.3</c:v>
                </c:pt>
                <c:pt idx="11719">
                  <c:v>7.3</c:v>
                </c:pt>
                <c:pt idx="11720">
                  <c:v>5.489</c:v>
                </c:pt>
                <c:pt idx="11721">
                  <c:v>8.4</c:v>
                </c:pt>
                <c:pt idx="11722">
                  <c:v>6.9</c:v>
                </c:pt>
                <c:pt idx="11723">
                  <c:v>7</c:v>
                </c:pt>
                <c:pt idx="11724">
                  <c:v>6.9</c:v>
                </c:pt>
                <c:pt idx="11725">
                  <c:v>7</c:v>
                </c:pt>
                <c:pt idx="11726">
                  <c:v>7.071</c:v>
                </c:pt>
                <c:pt idx="11727">
                  <c:v>7.1</c:v>
                </c:pt>
                <c:pt idx="11728">
                  <c:v>6.2</c:v>
                </c:pt>
                <c:pt idx="11729">
                  <c:v>6.2</c:v>
                </c:pt>
                <c:pt idx="11730">
                  <c:v>5.7</c:v>
                </c:pt>
                <c:pt idx="11731">
                  <c:v>7.173</c:v>
                </c:pt>
                <c:pt idx="11732">
                  <c:v>7</c:v>
                </c:pt>
                <c:pt idx="11733">
                  <c:v>5.806</c:v>
                </c:pt>
                <c:pt idx="11734">
                  <c:v>6.057</c:v>
                </c:pt>
                <c:pt idx="11735">
                  <c:v>5.7</c:v>
                </c:pt>
                <c:pt idx="11736">
                  <c:v>6.026</c:v>
                </c:pt>
                <c:pt idx="11737">
                  <c:v>6.2</c:v>
                </c:pt>
                <c:pt idx="11738">
                  <c:v>5.3</c:v>
                </c:pt>
                <c:pt idx="11739">
                  <c:v>6.3</c:v>
                </c:pt>
                <c:pt idx="11740">
                  <c:v>7</c:v>
                </c:pt>
                <c:pt idx="11741">
                  <c:v>6.4</c:v>
                </c:pt>
                <c:pt idx="11742">
                  <c:v>6.4</c:v>
                </c:pt>
                <c:pt idx="11743">
                  <c:v>7.063</c:v>
                </c:pt>
                <c:pt idx="11744">
                  <c:v>6.4</c:v>
                </c:pt>
                <c:pt idx="11745">
                  <c:v>7.4</c:v>
                </c:pt>
                <c:pt idx="11746">
                  <c:v>7.362</c:v>
                </c:pt>
                <c:pt idx="11747">
                  <c:v>6.643</c:v>
                </c:pt>
                <c:pt idx="11748">
                  <c:v>6.7</c:v>
                </c:pt>
                <c:pt idx="11749">
                  <c:v>6.996</c:v>
                </c:pt>
                <c:pt idx="11750">
                  <c:v>6.8</c:v>
                </c:pt>
                <c:pt idx="11751">
                  <c:v>7.2</c:v>
                </c:pt>
                <c:pt idx="11752">
                  <c:v>6.1</c:v>
                </c:pt>
                <c:pt idx="11753">
                  <c:v>6.5</c:v>
                </c:pt>
                <c:pt idx="11754">
                  <c:v>7.1</c:v>
                </c:pt>
                <c:pt idx="11755">
                  <c:v>7.1</c:v>
                </c:pt>
                <c:pt idx="11756">
                  <c:v>6.549</c:v>
                </c:pt>
                <c:pt idx="11757">
                  <c:v>6.24</c:v>
                </c:pt>
                <c:pt idx="11758">
                  <c:v>5.276</c:v>
                </c:pt>
                <c:pt idx="11759">
                  <c:v>6.5</c:v>
                </c:pt>
                <c:pt idx="11760">
                  <c:v>5.2</c:v>
                </c:pt>
                <c:pt idx="11761">
                  <c:v>6.676</c:v>
                </c:pt>
                <c:pt idx="11762">
                  <c:v>6</c:v>
                </c:pt>
                <c:pt idx="11763">
                  <c:v>7.03</c:v>
                </c:pt>
                <c:pt idx="11764">
                  <c:v>6</c:v>
                </c:pt>
                <c:pt idx="11765">
                  <c:v>7.527</c:v>
                </c:pt>
                <c:pt idx="11766">
                  <c:v>7.1</c:v>
                </c:pt>
                <c:pt idx="11767">
                  <c:v>6.6</c:v>
                </c:pt>
                <c:pt idx="11768">
                  <c:v>7.3</c:v>
                </c:pt>
                <c:pt idx="11769">
                  <c:v>6.829</c:v>
                </c:pt>
                <c:pt idx="11770">
                  <c:v>6.523</c:v>
                </c:pt>
                <c:pt idx="11771">
                  <c:v>6.816</c:v>
                </c:pt>
                <c:pt idx="11772">
                  <c:v>7.7</c:v>
                </c:pt>
                <c:pt idx="11773">
                  <c:v>7.399</c:v>
                </c:pt>
                <c:pt idx="11774">
                  <c:v>7</c:v>
                </c:pt>
                <c:pt idx="11775">
                  <c:v>6.8</c:v>
                </c:pt>
                <c:pt idx="11776">
                  <c:v>6.8</c:v>
                </c:pt>
                <c:pt idx="11777">
                  <c:v>6.987</c:v>
                </c:pt>
                <c:pt idx="11778">
                  <c:v>6.1</c:v>
                </c:pt>
                <c:pt idx="11779">
                  <c:v>6.394</c:v>
                </c:pt>
                <c:pt idx="11780">
                  <c:v>6.2</c:v>
                </c:pt>
                <c:pt idx="11781">
                  <c:v>7.3</c:v>
                </c:pt>
                <c:pt idx="11782">
                  <c:v>7.1</c:v>
                </c:pt>
                <c:pt idx="11783">
                  <c:v>8</c:v>
                </c:pt>
                <c:pt idx="11784">
                  <c:v>6.944</c:v>
                </c:pt>
                <c:pt idx="11785">
                  <c:v>7.593</c:v>
                </c:pt>
                <c:pt idx="11786">
                  <c:v>6.9</c:v>
                </c:pt>
                <c:pt idx="11787">
                  <c:v>6</c:v>
                </c:pt>
                <c:pt idx="11788">
                  <c:v>6.2</c:v>
                </c:pt>
                <c:pt idx="11789">
                  <c:v>6.7</c:v>
                </c:pt>
                <c:pt idx="11790">
                  <c:v>5.5</c:v>
                </c:pt>
                <c:pt idx="11791">
                  <c:v>6.4</c:v>
                </c:pt>
                <c:pt idx="11792">
                  <c:v>7</c:v>
                </c:pt>
                <c:pt idx="11793">
                  <c:v>6.915</c:v>
                </c:pt>
                <c:pt idx="11794">
                  <c:v>7.8</c:v>
                </c:pt>
                <c:pt idx="11795">
                  <c:v>6.8</c:v>
                </c:pt>
                <c:pt idx="11796">
                  <c:v>6.4</c:v>
                </c:pt>
                <c:pt idx="11797">
                  <c:v>6.4</c:v>
                </c:pt>
                <c:pt idx="11798">
                  <c:v>6.3</c:v>
                </c:pt>
                <c:pt idx="11799">
                  <c:v>6.6</c:v>
                </c:pt>
                <c:pt idx="11800">
                  <c:v>6.762</c:v>
                </c:pt>
                <c:pt idx="11801">
                  <c:v>7</c:v>
                </c:pt>
                <c:pt idx="11802">
                  <c:v>7.7</c:v>
                </c:pt>
                <c:pt idx="11803">
                  <c:v>4.8</c:v>
                </c:pt>
                <c:pt idx="11804">
                  <c:v>6.6</c:v>
                </c:pt>
                <c:pt idx="11805">
                  <c:v>7.5</c:v>
                </c:pt>
                <c:pt idx="11806">
                  <c:v>5.4</c:v>
                </c:pt>
                <c:pt idx="11807">
                  <c:v>6.2</c:v>
                </c:pt>
                <c:pt idx="11808">
                  <c:v>7</c:v>
                </c:pt>
                <c:pt idx="11809">
                  <c:v>6.6</c:v>
                </c:pt>
                <c:pt idx="11810">
                  <c:v>6.4</c:v>
                </c:pt>
                <c:pt idx="11811">
                  <c:v>6.5</c:v>
                </c:pt>
                <c:pt idx="11812">
                  <c:v>7</c:v>
                </c:pt>
                <c:pt idx="11813">
                  <c:v>6.5</c:v>
                </c:pt>
                <c:pt idx="11814">
                  <c:v>5.346</c:v>
                </c:pt>
                <c:pt idx="11815">
                  <c:v>6.9</c:v>
                </c:pt>
                <c:pt idx="11816">
                  <c:v>5.4</c:v>
                </c:pt>
                <c:pt idx="11817">
                  <c:v>5.672</c:v>
                </c:pt>
                <c:pt idx="11818">
                  <c:v>6.1</c:v>
                </c:pt>
                <c:pt idx="11819">
                  <c:v>7.217</c:v>
                </c:pt>
                <c:pt idx="11820">
                  <c:v>5.4</c:v>
                </c:pt>
                <c:pt idx="11821">
                  <c:v>8.3</c:v>
                </c:pt>
                <c:pt idx="11822">
                  <c:v>6.838</c:v>
                </c:pt>
                <c:pt idx="11823">
                  <c:v>6.7</c:v>
                </c:pt>
                <c:pt idx="11824">
                  <c:v>6.4</c:v>
                </c:pt>
                <c:pt idx="11825">
                  <c:v>5.1</c:v>
                </c:pt>
                <c:pt idx="11826">
                  <c:v>6.9</c:v>
                </c:pt>
                <c:pt idx="11827">
                  <c:v>5.767</c:v>
                </c:pt>
                <c:pt idx="11828">
                  <c:v>6.6</c:v>
                </c:pt>
                <c:pt idx="11829">
                  <c:v>7.2</c:v>
                </c:pt>
                <c:pt idx="11830">
                  <c:v>6.8</c:v>
                </c:pt>
                <c:pt idx="11831">
                  <c:v>6.367</c:v>
                </c:pt>
                <c:pt idx="11832">
                  <c:v>6.662</c:v>
                </c:pt>
                <c:pt idx="11833">
                  <c:v>6.232</c:v>
                </c:pt>
                <c:pt idx="11834">
                  <c:v>5.989</c:v>
                </c:pt>
                <c:pt idx="11835">
                  <c:v>5.9</c:v>
                </c:pt>
                <c:pt idx="11836">
                  <c:v>6.456</c:v>
                </c:pt>
                <c:pt idx="11837">
                  <c:v>5.8</c:v>
                </c:pt>
                <c:pt idx="11838">
                  <c:v>4.129</c:v>
                </c:pt>
                <c:pt idx="11839">
                  <c:v>7.6</c:v>
                </c:pt>
                <c:pt idx="11840">
                  <c:v>6.324</c:v>
                </c:pt>
                <c:pt idx="11841">
                  <c:v>6.6</c:v>
                </c:pt>
                <c:pt idx="11842">
                  <c:v>5.8</c:v>
                </c:pt>
                <c:pt idx="11843">
                  <c:v>6.4</c:v>
                </c:pt>
                <c:pt idx="11844">
                  <c:v>6.2</c:v>
                </c:pt>
                <c:pt idx="11845">
                  <c:v>6.1</c:v>
                </c:pt>
                <c:pt idx="11846">
                  <c:v>6.908</c:v>
                </c:pt>
                <c:pt idx="11847">
                  <c:v>6.6</c:v>
                </c:pt>
                <c:pt idx="11848">
                  <c:v>6.1</c:v>
                </c:pt>
                <c:pt idx="11849">
                  <c:v>7.326</c:v>
                </c:pt>
                <c:pt idx="11850">
                  <c:v>6.4</c:v>
                </c:pt>
                <c:pt idx="11851">
                  <c:v>5.8</c:v>
                </c:pt>
                <c:pt idx="11852">
                  <c:v>5.5</c:v>
                </c:pt>
                <c:pt idx="11853">
                  <c:v>5.7</c:v>
                </c:pt>
                <c:pt idx="11854">
                  <c:v>7.5</c:v>
                </c:pt>
                <c:pt idx="11855">
                  <c:v>7</c:v>
                </c:pt>
                <c:pt idx="11856">
                  <c:v>7.1</c:v>
                </c:pt>
                <c:pt idx="11857">
                  <c:v>6.8</c:v>
                </c:pt>
                <c:pt idx="11858">
                  <c:v>6.2</c:v>
                </c:pt>
                <c:pt idx="11859">
                  <c:v>6.6</c:v>
                </c:pt>
                <c:pt idx="11860">
                  <c:v>7.3</c:v>
                </c:pt>
                <c:pt idx="11861">
                  <c:v>6.6</c:v>
                </c:pt>
                <c:pt idx="11862">
                  <c:v>6.579</c:v>
                </c:pt>
                <c:pt idx="11863">
                  <c:v>6.1</c:v>
                </c:pt>
                <c:pt idx="11864">
                  <c:v>6.4</c:v>
                </c:pt>
                <c:pt idx="11865">
                  <c:v>6.866</c:v>
                </c:pt>
                <c:pt idx="11866">
                  <c:v>5.9</c:v>
                </c:pt>
                <c:pt idx="11867">
                  <c:v>5.2</c:v>
                </c:pt>
                <c:pt idx="11868">
                  <c:v>6.9</c:v>
                </c:pt>
                <c:pt idx="11869">
                  <c:v>7.4</c:v>
                </c:pt>
                <c:pt idx="11870">
                  <c:v>6.5</c:v>
                </c:pt>
                <c:pt idx="11871">
                  <c:v>7.11</c:v>
                </c:pt>
                <c:pt idx="11872">
                  <c:v>5.116</c:v>
                </c:pt>
                <c:pt idx="11873">
                  <c:v>6.9</c:v>
                </c:pt>
                <c:pt idx="11874">
                  <c:v>6.8</c:v>
                </c:pt>
                <c:pt idx="11875">
                  <c:v>6.4</c:v>
                </c:pt>
                <c:pt idx="11876">
                  <c:v>6.5</c:v>
                </c:pt>
                <c:pt idx="11877">
                  <c:v>5.7</c:v>
                </c:pt>
                <c:pt idx="11878">
                  <c:v>6.7</c:v>
                </c:pt>
                <c:pt idx="11879">
                  <c:v>7.091</c:v>
                </c:pt>
                <c:pt idx="11880">
                  <c:v>6.138</c:v>
                </c:pt>
                <c:pt idx="11881">
                  <c:v>6.663</c:v>
                </c:pt>
                <c:pt idx="11882">
                  <c:v>7.7</c:v>
                </c:pt>
                <c:pt idx="11883">
                  <c:v>6.832</c:v>
                </c:pt>
                <c:pt idx="11884">
                  <c:v>6.8</c:v>
                </c:pt>
                <c:pt idx="11885">
                  <c:v>5.6</c:v>
                </c:pt>
                <c:pt idx="11886">
                  <c:v>8.1</c:v>
                </c:pt>
                <c:pt idx="11887">
                  <c:v>6</c:v>
                </c:pt>
                <c:pt idx="11888">
                  <c:v>6.582</c:v>
                </c:pt>
                <c:pt idx="11889">
                  <c:v>6.8</c:v>
                </c:pt>
                <c:pt idx="11890">
                  <c:v>6.1</c:v>
                </c:pt>
                <c:pt idx="11891">
                  <c:v>5.828</c:v>
                </c:pt>
                <c:pt idx="11892">
                  <c:v>7</c:v>
                </c:pt>
                <c:pt idx="11893">
                  <c:v>6.718</c:v>
                </c:pt>
                <c:pt idx="11894">
                  <c:v>7.038</c:v>
                </c:pt>
                <c:pt idx="11895">
                  <c:v>6.572</c:v>
                </c:pt>
                <c:pt idx="11896">
                  <c:v>6.1</c:v>
                </c:pt>
                <c:pt idx="11897">
                  <c:v>5.7</c:v>
                </c:pt>
                <c:pt idx="11898">
                  <c:v>7.3</c:v>
                </c:pt>
                <c:pt idx="11899">
                  <c:v>6.2</c:v>
                </c:pt>
                <c:pt idx="11900">
                  <c:v>6.9</c:v>
                </c:pt>
                <c:pt idx="11901">
                  <c:v>6.8</c:v>
                </c:pt>
                <c:pt idx="11902">
                  <c:v>6.1</c:v>
                </c:pt>
                <c:pt idx="11903">
                  <c:v>7.4</c:v>
                </c:pt>
                <c:pt idx="11904">
                  <c:v>8.2</c:v>
                </c:pt>
                <c:pt idx="11905">
                  <c:v>6.4</c:v>
                </c:pt>
                <c:pt idx="11906">
                  <c:v>5.577</c:v>
                </c:pt>
                <c:pt idx="11907">
                  <c:v>6.1</c:v>
                </c:pt>
                <c:pt idx="11908">
                  <c:v>5.9</c:v>
                </c:pt>
                <c:pt idx="11909">
                  <c:v>6.3</c:v>
                </c:pt>
                <c:pt idx="11910">
                  <c:v>6.4</c:v>
                </c:pt>
                <c:pt idx="11911">
                  <c:v>5.838</c:v>
                </c:pt>
                <c:pt idx="11912">
                  <c:v>7</c:v>
                </c:pt>
                <c:pt idx="11913">
                  <c:v>5.5</c:v>
                </c:pt>
                <c:pt idx="11914">
                  <c:v>6.2</c:v>
                </c:pt>
                <c:pt idx="11915">
                  <c:v>6</c:v>
                </c:pt>
                <c:pt idx="11916">
                  <c:v>6.8</c:v>
                </c:pt>
                <c:pt idx="11917">
                  <c:v>6.9</c:v>
                </c:pt>
                <c:pt idx="11918">
                  <c:v>6.717</c:v>
                </c:pt>
                <c:pt idx="11919">
                  <c:v>6.8</c:v>
                </c:pt>
                <c:pt idx="11920">
                  <c:v>6.9</c:v>
                </c:pt>
                <c:pt idx="11921">
                  <c:v>6.2</c:v>
                </c:pt>
                <c:pt idx="11922">
                  <c:v>6.688</c:v>
                </c:pt>
                <c:pt idx="11923">
                  <c:v>7.856</c:v>
                </c:pt>
                <c:pt idx="11924">
                  <c:v>7.3</c:v>
                </c:pt>
                <c:pt idx="11925">
                  <c:v>6.273</c:v>
                </c:pt>
                <c:pt idx="11926">
                  <c:v>5.8</c:v>
                </c:pt>
                <c:pt idx="11927">
                  <c:v>8.1</c:v>
                </c:pt>
                <c:pt idx="11928">
                  <c:v>6.5</c:v>
                </c:pt>
                <c:pt idx="11929">
                  <c:v>7.6</c:v>
                </c:pt>
                <c:pt idx="11930">
                  <c:v>7.173</c:v>
                </c:pt>
                <c:pt idx="11931">
                  <c:v>6.3</c:v>
                </c:pt>
                <c:pt idx="11932">
                  <c:v>6.25</c:v>
                </c:pt>
                <c:pt idx="11933">
                  <c:v>5.6</c:v>
                </c:pt>
                <c:pt idx="11934">
                  <c:v>5.8</c:v>
                </c:pt>
                <c:pt idx="11935">
                  <c:v>6.032</c:v>
                </c:pt>
                <c:pt idx="11936">
                  <c:v>7.2</c:v>
                </c:pt>
                <c:pt idx="11937">
                  <c:v>7.1</c:v>
                </c:pt>
                <c:pt idx="11938">
                  <c:v>5.8</c:v>
                </c:pt>
                <c:pt idx="11939">
                  <c:v>6.4</c:v>
                </c:pt>
                <c:pt idx="11940">
                  <c:v>6.3</c:v>
                </c:pt>
                <c:pt idx="11941">
                  <c:v>5.985</c:v>
                </c:pt>
                <c:pt idx="11942">
                  <c:v>7.1</c:v>
                </c:pt>
                <c:pt idx="11943">
                  <c:v>5.9</c:v>
                </c:pt>
                <c:pt idx="11944">
                  <c:v>7</c:v>
                </c:pt>
                <c:pt idx="11945">
                  <c:v>5.8</c:v>
                </c:pt>
                <c:pt idx="11946">
                  <c:v>6.2</c:v>
                </c:pt>
                <c:pt idx="11947">
                  <c:v>6.9</c:v>
                </c:pt>
                <c:pt idx="11948">
                  <c:v>6.1</c:v>
                </c:pt>
                <c:pt idx="11949">
                  <c:v>7.6</c:v>
                </c:pt>
                <c:pt idx="11950">
                  <c:v>7.3</c:v>
                </c:pt>
                <c:pt idx="11951">
                  <c:v>7.3</c:v>
                </c:pt>
                <c:pt idx="11952">
                  <c:v>6.9</c:v>
                </c:pt>
                <c:pt idx="11953">
                  <c:v>6.7</c:v>
                </c:pt>
                <c:pt idx="11954">
                  <c:v>5.905</c:v>
                </c:pt>
                <c:pt idx="11955">
                  <c:v>6.7</c:v>
                </c:pt>
                <c:pt idx="11956">
                  <c:v>5.5</c:v>
                </c:pt>
                <c:pt idx="11957">
                  <c:v>6.3</c:v>
                </c:pt>
                <c:pt idx="11958">
                  <c:v>7.5</c:v>
                </c:pt>
                <c:pt idx="11959">
                  <c:v>7.9</c:v>
                </c:pt>
                <c:pt idx="11960">
                  <c:v>6.4</c:v>
                </c:pt>
                <c:pt idx="11961">
                  <c:v>6.008</c:v>
                </c:pt>
                <c:pt idx="11962">
                  <c:v>6.156</c:v>
                </c:pt>
                <c:pt idx="11963">
                  <c:v>7.6</c:v>
                </c:pt>
                <c:pt idx="11964">
                  <c:v>6.7</c:v>
                </c:pt>
                <c:pt idx="11965">
                  <c:v>7.6</c:v>
                </c:pt>
                <c:pt idx="11966">
                  <c:v>6.8</c:v>
                </c:pt>
                <c:pt idx="11967">
                  <c:v>6.7</c:v>
                </c:pt>
                <c:pt idx="11968">
                  <c:v>7.8</c:v>
                </c:pt>
                <c:pt idx="11969">
                  <c:v>6.9</c:v>
                </c:pt>
                <c:pt idx="11970">
                  <c:v>6.92</c:v>
                </c:pt>
                <c:pt idx="11971">
                  <c:v>6</c:v>
                </c:pt>
                <c:pt idx="11972">
                  <c:v>7.356</c:v>
                </c:pt>
                <c:pt idx="11973">
                  <c:v>6.1</c:v>
                </c:pt>
                <c:pt idx="11974">
                  <c:v>6.3</c:v>
                </c:pt>
                <c:pt idx="11975">
                  <c:v>6.4</c:v>
                </c:pt>
                <c:pt idx="11976">
                  <c:v>7.07</c:v>
                </c:pt>
                <c:pt idx="11977">
                  <c:v>6.1</c:v>
                </c:pt>
                <c:pt idx="11978">
                  <c:v>7.048</c:v>
                </c:pt>
                <c:pt idx="11979">
                  <c:v>6.5</c:v>
                </c:pt>
                <c:pt idx="11980">
                  <c:v>6.2</c:v>
                </c:pt>
                <c:pt idx="11981">
                  <c:v>7.5</c:v>
                </c:pt>
                <c:pt idx="11982">
                  <c:v>5.8</c:v>
                </c:pt>
                <c:pt idx="11983">
                  <c:v>7.9</c:v>
                </c:pt>
                <c:pt idx="11984">
                  <c:v>7.2</c:v>
                </c:pt>
                <c:pt idx="11985">
                  <c:v>7.1</c:v>
                </c:pt>
                <c:pt idx="11986">
                  <c:v>6.1</c:v>
                </c:pt>
                <c:pt idx="11987">
                  <c:v>6.4</c:v>
                </c:pt>
                <c:pt idx="11988">
                  <c:v>6.8</c:v>
                </c:pt>
                <c:pt idx="11989">
                  <c:v>6.3</c:v>
                </c:pt>
                <c:pt idx="11990">
                  <c:v>6.283</c:v>
                </c:pt>
                <c:pt idx="11991">
                  <c:v>6.3</c:v>
                </c:pt>
                <c:pt idx="11992">
                  <c:v>7.662</c:v>
                </c:pt>
                <c:pt idx="11993">
                  <c:v>6.4</c:v>
                </c:pt>
                <c:pt idx="11994">
                  <c:v>6.2</c:v>
                </c:pt>
                <c:pt idx="11995">
                  <c:v>6</c:v>
                </c:pt>
                <c:pt idx="11996">
                  <c:v>6.6</c:v>
                </c:pt>
                <c:pt idx="11997">
                  <c:v>5.5</c:v>
                </c:pt>
                <c:pt idx="11998">
                  <c:v>7</c:v>
                </c:pt>
                <c:pt idx="11999">
                  <c:v>5.053</c:v>
                </c:pt>
                <c:pt idx="12000">
                  <c:v>7.141</c:v>
                </c:pt>
                <c:pt idx="12001">
                  <c:v>6.9</c:v>
                </c:pt>
                <c:pt idx="12002">
                  <c:v>8.3</c:v>
                </c:pt>
                <c:pt idx="12003">
                  <c:v>6.366</c:v>
                </c:pt>
                <c:pt idx="12004">
                  <c:v>5.858</c:v>
                </c:pt>
                <c:pt idx="12005">
                  <c:v>6.3</c:v>
                </c:pt>
                <c:pt idx="12006">
                  <c:v>6.5</c:v>
                </c:pt>
                <c:pt idx="12007">
                  <c:v>6.5</c:v>
                </c:pt>
                <c:pt idx="12008">
                  <c:v>6.7</c:v>
                </c:pt>
                <c:pt idx="12009">
                  <c:v>6.1</c:v>
                </c:pt>
                <c:pt idx="12010">
                  <c:v>7.1</c:v>
                </c:pt>
                <c:pt idx="12011">
                  <c:v>6.5</c:v>
                </c:pt>
                <c:pt idx="12012">
                  <c:v>6.4</c:v>
                </c:pt>
                <c:pt idx="12013">
                  <c:v>6.8</c:v>
                </c:pt>
                <c:pt idx="12014">
                  <c:v>7.4</c:v>
                </c:pt>
                <c:pt idx="12015">
                  <c:v>6.4</c:v>
                </c:pt>
                <c:pt idx="12016">
                  <c:v>7.5</c:v>
                </c:pt>
                <c:pt idx="12017">
                  <c:v>8.3</c:v>
                </c:pt>
                <c:pt idx="12018">
                  <c:v>7.1</c:v>
                </c:pt>
                <c:pt idx="12019">
                  <c:v>7.3</c:v>
                </c:pt>
                <c:pt idx="12020">
                  <c:v>6.8</c:v>
                </c:pt>
                <c:pt idx="12021">
                  <c:v>8.1</c:v>
                </c:pt>
                <c:pt idx="12022">
                  <c:v>6.1</c:v>
                </c:pt>
                <c:pt idx="12023">
                  <c:v>5.4</c:v>
                </c:pt>
                <c:pt idx="12024">
                  <c:v>6.5</c:v>
                </c:pt>
                <c:pt idx="12025">
                  <c:v>6.9</c:v>
                </c:pt>
                <c:pt idx="12026">
                  <c:v>5.5</c:v>
                </c:pt>
                <c:pt idx="12027">
                  <c:v>7.374</c:v>
                </c:pt>
                <c:pt idx="12028">
                  <c:v>5.8</c:v>
                </c:pt>
                <c:pt idx="12029">
                  <c:v>5.9</c:v>
                </c:pt>
                <c:pt idx="12030">
                  <c:v>5.4</c:v>
                </c:pt>
                <c:pt idx="12031">
                  <c:v>6.7</c:v>
                </c:pt>
                <c:pt idx="12032">
                  <c:v>6.7</c:v>
                </c:pt>
                <c:pt idx="12033">
                  <c:v>6.9</c:v>
                </c:pt>
                <c:pt idx="12034">
                  <c:v>6.7</c:v>
                </c:pt>
                <c:pt idx="12035">
                  <c:v>7.255</c:v>
                </c:pt>
                <c:pt idx="12036">
                  <c:v>6.3</c:v>
                </c:pt>
                <c:pt idx="12037">
                  <c:v>5.8</c:v>
                </c:pt>
                <c:pt idx="12038">
                  <c:v>5.8</c:v>
                </c:pt>
                <c:pt idx="12039">
                  <c:v>5.9</c:v>
                </c:pt>
                <c:pt idx="12040">
                  <c:v>5.9</c:v>
                </c:pt>
                <c:pt idx="12041">
                  <c:v>7.442</c:v>
                </c:pt>
                <c:pt idx="12042">
                  <c:v>7.1</c:v>
                </c:pt>
                <c:pt idx="12043">
                  <c:v>6.4</c:v>
                </c:pt>
                <c:pt idx="12044">
                  <c:v>5.798</c:v>
                </c:pt>
                <c:pt idx="12045">
                  <c:v>6.9</c:v>
                </c:pt>
                <c:pt idx="12046">
                  <c:v>5.3</c:v>
                </c:pt>
                <c:pt idx="12047">
                  <c:v>6.3</c:v>
                </c:pt>
                <c:pt idx="12048">
                  <c:v>6.4</c:v>
                </c:pt>
                <c:pt idx="12049">
                  <c:v>6.8</c:v>
                </c:pt>
                <c:pt idx="12050">
                  <c:v>6.3</c:v>
                </c:pt>
                <c:pt idx="12051">
                  <c:v>7</c:v>
                </c:pt>
                <c:pt idx="12052">
                  <c:v>7.4</c:v>
                </c:pt>
                <c:pt idx="12053">
                  <c:v>5.6</c:v>
                </c:pt>
                <c:pt idx="12054">
                  <c:v>7.089</c:v>
                </c:pt>
                <c:pt idx="12055">
                  <c:v>7.5</c:v>
                </c:pt>
                <c:pt idx="12056">
                  <c:v>5.3</c:v>
                </c:pt>
                <c:pt idx="12057">
                  <c:v>7.3</c:v>
                </c:pt>
                <c:pt idx="12058">
                  <c:v>5.7</c:v>
                </c:pt>
                <c:pt idx="12059">
                  <c:v>6.7</c:v>
                </c:pt>
                <c:pt idx="12060">
                  <c:v>5.8</c:v>
                </c:pt>
                <c:pt idx="12061">
                  <c:v>6.962</c:v>
                </c:pt>
                <c:pt idx="12062">
                  <c:v>6.331</c:v>
                </c:pt>
                <c:pt idx="12063">
                  <c:v>7</c:v>
                </c:pt>
                <c:pt idx="12064">
                  <c:v>6</c:v>
                </c:pt>
                <c:pt idx="12065">
                  <c:v>6.453</c:v>
                </c:pt>
                <c:pt idx="12066">
                  <c:v>7.8</c:v>
                </c:pt>
                <c:pt idx="12067">
                  <c:v>7.1</c:v>
                </c:pt>
                <c:pt idx="12068">
                  <c:v>7.3</c:v>
                </c:pt>
                <c:pt idx="12069">
                  <c:v>6.9</c:v>
                </c:pt>
                <c:pt idx="12070">
                  <c:v>4.9</c:v>
                </c:pt>
                <c:pt idx="12071">
                  <c:v>5.8</c:v>
                </c:pt>
                <c:pt idx="12072">
                  <c:v>6.6</c:v>
                </c:pt>
                <c:pt idx="12073">
                  <c:v>7.3</c:v>
                </c:pt>
                <c:pt idx="12074">
                  <c:v>6.4</c:v>
                </c:pt>
                <c:pt idx="12075">
                  <c:v>7.4</c:v>
                </c:pt>
                <c:pt idx="12076">
                  <c:v>7.2</c:v>
                </c:pt>
                <c:pt idx="12077">
                  <c:v>6.2</c:v>
                </c:pt>
                <c:pt idx="12078">
                  <c:v>6.364</c:v>
                </c:pt>
                <c:pt idx="12079">
                  <c:v>5.788</c:v>
                </c:pt>
                <c:pt idx="12080">
                  <c:v>8.6</c:v>
                </c:pt>
                <c:pt idx="12081">
                  <c:v>6.75</c:v>
                </c:pt>
                <c:pt idx="12082">
                  <c:v>7.2</c:v>
                </c:pt>
                <c:pt idx="12083">
                  <c:v>7</c:v>
                </c:pt>
                <c:pt idx="12084">
                  <c:v>6.8</c:v>
                </c:pt>
                <c:pt idx="12085">
                  <c:v>7.2</c:v>
                </c:pt>
                <c:pt idx="12086">
                  <c:v>4.7</c:v>
                </c:pt>
                <c:pt idx="12087">
                  <c:v>7.9</c:v>
                </c:pt>
                <c:pt idx="12088">
                  <c:v>6.6</c:v>
                </c:pt>
                <c:pt idx="12089">
                  <c:v>5.5</c:v>
                </c:pt>
                <c:pt idx="12090">
                  <c:v>7.5</c:v>
                </c:pt>
                <c:pt idx="12091">
                  <c:v>6</c:v>
                </c:pt>
                <c:pt idx="12092">
                  <c:v>6.2</c:v>
                </c:pt>
                <c:pt idx="12093">
                  <c:v>7.37</c:v>
                </c:pt>
                <c:pt idx="12094">
                  <c:v>6.6</c:v>
                </c:pt>
                <c:pt idx="12095">
                  <c:v>9.5</c:v>
                </c:pt>
                <c:pt idx="12096">
                  <c:v>8.2</c:v>
                </c:pt>
                <c:pt idx="12097">
                  <c:v>6.7</c:v>
                </c:pt>
                <c:pt idx="12098">
                  <c:v>7</c:v>
                </c:pt>
                <c:pt idx="12099">
                  <c:v>6.1</c:v>
                </c:pt>
                <c:pt idx="12100">
                  <c:v>6.77</c:v>
                </c:pt>
                <c:pt idx="12101">
                  <c:v>7.7</c:v>
                </c:pt>
                <c:pt idx="12102">
                  <c:v>6.8</c:v>
                </c:pt>
                <c:pt idx="12103">
                  <c:v>6.1</c:v>
                </c:pt>
                <c:pt idx="12104">
                  <c:v>7.8</c:v>
                </c:pt>
                <c:pt idx="12105">
                  <c:v>6.6</c:v>
                </c:pt>
                <c:pt idx="12106">
                  <c:v>6</c:v>
                </c:pt>
                <c:pt idx="12107">
                  <c:v>6.7</c:v>
                </c:pt>
                <c:pt idx="12108">
                  <c:v>4.2</c:v>
                </c:pt>
                <c:pt idx="12109">
                  <c:v>6</c:v>
                </c:pt>
                <c:pt idx="12110">
                  <c:v>5.173</c:v>
                </c:pt>
                <c:pt idx="12111">
                  <c:v>7.5</c:v>
                </c:pt>
                <c:pt idx="12112">
                  <c:v>5.8</c:v>
                </c:pt>
                <c:pt idx="12113">
                  <c:v>6.1</c:v>
                </c:pt>
                <c:pt idx="12114">
                  <c:v>7.8</c:v>
                </c:pt>
                <c:pt idx="12115">
                  <c:v>6.8</c:v>
                </c:pt>
                <c:pt idx="12116">
                  <c:v>6.4</c:v>
                </c:pt>
                <c:pt idx="12117">
                  <c:v>6.5</c:v>
                </c:pt>
                <c:pt idx="12118">
                  <c:v>5.7</c:v>
                </c:pt>
                <c:pt idx="12119">
                  <c:v>6.3</c:v>
                </c:pt>
                <c:pt idx="12120">
                  <c:v>6.6</c:v>
                </c:pt>
                <c:pt idx="12121">
                  <c:v>6.896</c:v>
                </c:pt>
                <c:pt idx="12122">
                  <c:v>6.8</c:v>
                </c:pt>
                <c:pt idx="12123">
                  <c:v>7.8</c:v>
                </c:pt>
                <c:pt idx="12124">
                  <c:v>7.6</c:v>
                </c:pt>
                <c:pt idx="12125">
                  <c:v>5.2</c:v>
                </c:pt>
                <c:pt idx="12126">
                  <c:v>6.2</c:v>
                </c:pt>
                <c:pt idx="12127">
                  <c:v>7</c:v>
                </c:pt>
                <c:pt idx="12128">
                  <c:v>7.471</c:v>
                </c:pt>
                <c:pt idx="12129">
                  <c:v>5.7</c:v>
                </c:pt>
                <c:pt idx="12130">
                  <c:v>6.5</c:v>
                </c:pt>
                <c:pt idx="12131">
                  <c:v>5.3</c:v>
                </c:pt>
                <c:pt idx="12132">
                  <c:v>6.1</c:v>
                </c:pt>
                <c:pt idx="12133">
                  <c:v>6.8</c:v>
                </c:pt>
                <c:pt idx="12134">
                  <c:v>6.359</c:v>
                </c:pt>
                <c:pt idx="12135">
                  <c:v>6.8</c:v>
                </c:pt>
                <c:pt idx="12136">
                  <c:v>5.9</c:v>
                </c:pt>
                <c:pt idx="12137">
                  <c:v>7.112</c:v>
                </c:pt>
                <c:pt idx="12138">
                  <c:v>6.9</c:v>
                </c:pt>
                <c:pt idx="12139">
                  <c:v>6.5</c:v>
                </c:pt>
                <c:pt idx="12140">
                  <c:v>7.062</c:v>
                </c:pt>
                <c:pt idx="12141">
                  <c:v>6.5</c:v>
                </c:pt>
                <c:pt idx="12142">
                  <c:v>6.791</c:v>
                </c:pt>
                <c:pt idx="12143">
                  <c:v>6.8</c:v>
                </c:pt>
                <c:pt idx="12144">
                  <c:v>7.076</c:v>
                </c:pt>
                <c:pt idx="12145">
                  <c:v>5.193</c:v>
                </c:pt>
                <c:pt idx="12146">
                  <c:v>6.5</c:v>
                </c:pt>
                <c:pt idx="12147">
                  <c:v>5.5</c:v>
                </c:pt>
                <c:pt idx="12148">
                  <c:v>6.9</c:v>
                </c:pt>
                <c:pt idx="12149">
                  <c:v>6.18</c:v>
                </c:pt>
                <c:pt idx="12150">
                  <c:v>7.785</c:v>
                </c:pt>
                <c:pt idx="12151">
                  <c:v>6</c:v>
                </c:pt>
                <c:pt idx="12152">
                  <c:v>6.179</c:v>
                </c:pt>
                <c:pt idx="12153">
                  <c:v>7</c:v>
                </c:pt>
                <c:pt idx="12154">
                  <c:v>7.7</c:v>
                </c:pt>
                <c:pt idx="12155">
                  <c:v>5.792</c:v>
                </c:pt>
                <c:pt idx="12156">
                  <c:v>7.473</c:v>
                </c:pt>
                <c:pt idx="12157">
                  <c:v>6.5</c:v>
                </c:pt>
                <c:pt idx="12158">
                  <c:v>6.7</c:v>
                </c:pt>
                <c:pt idx="12159">
                  <c:v>6.5</c:v>
                </c:pt>
                <c:pt idx="12160">
                  <c:v>6.3</c:v>
                </c:pt>
                <c:pt idx="12161">
                  <c:v>4.8</c:v>
                </c:pt>
                <c:pt idx="12162">
                  <c:v>6</c:v>
                </c:pt>
                <c:pt idx="12163">
                  <c:v>6.778</c:v>
                </c:pt>
                <c:pt idx="12164">
                  <c:v>7</c:v>
                </c:pt>
                <c:pt idx="12165">
                  <c:v>8.3</c:v>
                </c:pt>
                <c:pt idx="12166">
                  <c:v>7.7</c:v>
                </c:pt>
                <c:pt idx="12167">
                  <c:v>6.7</c:v>
                </c:pt>
                <c:pt idx="12168">
                  <c:v>5.53</c:v>
                </c:pt>
                <c:pt idx="12169">
                  <c:v>6.3</c:v>
                </c:pt>
                <c:pt idx="12170">
                  <c:v>6.9</c:v>
                </c:pt>
                <c:pt idx="12171">
                  <c:v>5.6</c:v>
                </c:pt>
                <c:pt idx="12172">
                  <c:v>5.932</c:v>
                </c:pt>
                <c:pt idx="12173">
                  <c:v>6.6</c:v>
                </c:pt>
                <c:pt idx="12174">
                  <c:v>8.5</c:v>
                </c:pt>
                <c:pt idx="12175">
                  <c:v>7.3</c:v>
                </c:pt>
                <c:pt idx="12176">
                  <c:v>6</c:v>
                </c:pt>
                <c:pt idx="12177">
                  <c:v>6.1</c:v>
                </c:pt>
                <c:pt idx="12178">
                  <c:v>8.369</c:v>
                </c:pt>
                <c:pt idx="12179">
                  <c:v>6.4</c:v>
                </c:pt>
                <c:pt idx="12180">
                  <c:v>6.3</c:v>
                </c:pt>
                <c:pt idx="12181">
                  <c:v>5.9</c:v>
                </c:pt>
                <c:pt idx="12182">
                  <c:v>6.221</c:v>
                </c:pt>
                <c:pt idx="12183">
                  <c:v>7.405</c:v>
                </c:pt>
                <c:pt idx="12184">
                  <c:v>6.557</c:v>
                </c:pt>
              </c:numCache>
            </c:numRef>
          </c:yVal>
        </c:ser>
        <c:ser>
          <c:idx val="1"/>
          <c:order val="1"/>
          <c:tx>
            <c:v>Serie</c:v>
          </c:tx>
          <c:spPr>
            <a:solidFill xmlns:a="http://schemas.openxmlformats.org/drawingml/2006/main">
              <a:srgbClr val="F28E2B"/>
            </a:solidFill>
          </c:spPr>
          <c:marker>
            <c:symbol val="circle"/>
            <c:size val="3"/>
            <c:spPr>
              <a:solidFill xmlns:a="http://schemas.openxmlformats.org/drawingml/2006/main">
                <a:srgbClr val="F28E2B"/>
              </a:solidFill>
            </c:spPr>
          </c:marker>
          <c:xVal>
            <c:numRef>
              <c:f>'Chart Data'!$C$2:$C$4006</c:f>
              <c:numCache>
                <c:formatCode>General</c:formatCode>
                <c:ptCount val="4005"/>
                <c:pt idx="0">
                  <c:v>1929.898</c:v>
                </c:pt>
                <c:pt idx="1">
                  <c:v>1670.58</c:v>
                </c:pt>
                <c:pt idx="2">
                  <c:v>616.862</c:v>
                </c:pt>
                <c:pt idx="3">
                  <c:v>485.66</c:v>
                </c:pt>
                <c:pt idx="4">
                  <c:v>426.107</c:v>
                </c:pt>
                <c:pt idx="5">
                  <c:v>389.58</c:v>
                </c:pt>
                <c:pt idx="6">
                  <c:v>361.43</c:v>
                </c:pt>
                <c:pt idx="7">
                  <c:v>514.676</c:v>
                </c:pt>
                <c:pt idx="8">
                  <c:v>336.57</c:v>
                </c:pt>
                <c:pt idx="9">
                  <c:v>324.023</c:v>
                </c:pt>
                <c:pt idx="10">
                  <c:v>442.742</c:v>
                </c:pt>
                <c:pt idx="11">
                  <c:v>338.596</c:v>
                </c:pt>
                <c:pt idx="12">
                  <c:v>302.054</c:v>
                </c:pt>
                <c:pt idx="13">
                  <c:v>227.511</c:v>
                </c:pt>
                <c:pt idx="14">
                  <c:v>266.749</c:v>
                </c:pt>
                <c:pt idx="15">
                  <c:v>233.048</c:v>
                </c:pt>
                <c:pt idx="16">
                  <c:v>208.398</c:v>
                </c:pt>
                <c:pt idx="17">
                  <c:v>275.596</c:v>
                </c:pt>
                <c:pt idx="18">
                  <c:v>218.91</c:v>
                </c:pt>
                <c:pt idx="19">
                  <c:v>159.659</c:v>
                </c:pt>
                <c:pt idx="20">
                  <c:v>168.191</c:v>
                </c:pt>
                <c:pt idx="21">
                  <c:v>169.395</c:v>
                </c:pt>
                <c:pt idx="22">
                  <c:v>155.869</c:v>
                </c:pt>
                <c:pt idx="23">
                  <c:v>161.937</c:v>
                </c:pt>
                <c:pt idx="24">
                  <c:v>148.156</c:v>
                </c:pt>
                <c:pt idx="25">
                  <c:v>134.149</c:v>
                </c:pt>
                <c:pt idx="26">
                  <c:v>156.47</c:v>
                </c:pt>
                <c:pt idx="27">
                  <c:v>199.42</c:v>
                </c:pt>
                <c:pt idx="28">
                  <c:v>137.538</c:v>
                </c:pt>
                <c:pt idx="29">
                  <c:v>133.106</c:v>
                </c:pt>
                <c:pt idx="30">
                  <c:v>129.769</c:v>
                </c:pt>
                <c:pt idx="31">
                  <c:v>127.271</c:v>
                </c:pt>
                <c:pt idx="32">
                  <c:v>127.112</c:v>
                </c:pt>
                <c:pt idx="33">
                  <c:v>128.893</c:v>
                </c:pt>
                <c:pt idx="34">
                  <c:v>145.22</c:v>
                </c:pt>
                <c:pt idx="35">
                  <c:v>104.213</c:v>
                </c:pt>
                <c:pt idx="36">
                  <c:v>118.811</c:v>
                </c:pt>
                <c:pt idx="37">
                  <c:v>116.371</c:v>
                </c:pt>
                <c:pt idx="38">
                  <c:v>115.111</c:v>
                </c:pt>
                <c:pt idx="39">
                  <c:v>120.506</c:v>
                </c:pt>
                <c:pt idx="40">
                  <c:v>86.004</c:v>
                </c:pt>
                <c:pt idx="41">
                  <c:v>113.264</c:v>
                </c:pt>
                <c:pt idx="42">
                  <c:v>99.992</c:v>
                </c:pt>
                <c:pt idx="43">
                  <c:v>112.225</c:v>
                </c:pt>
                <c:pt idx="44">
                  <c:v>119.233</c:v>
                </c:pt>
                <c:pt idx="45">
                  <c:v>110.479</c:v>
                </c:pt>
                <c:pt idx="46">
                  <c:v>110.381</c:v>
                </c:pt>
                <c:pt idx="47">
                  <c:v>147.962</c:v>
                </c:pt>
                <c:pt idx="48">
                  <c:v>134.774</c:v>
                </c:pt>
                <c:pt idx="49">
                  <c:v>107.219</c:v>
                </c:pt>
                <c:pt idx="50">
                  <c:v>104.038</c:v>
                </c:pt>
                <c:pt idx="51">
                  <c:v>101.913</c:v>
                </c:pt>
                <c:pt idx="52">
                  <c:v>140.356</c:v>
                </c:pt>
                <c:pt idx="53">
                  <c:v>118.704</c:v>
                </c:pt>
                <c:pt idx="54">
                  <c:v>98.516</c:v>
                </c:pt>
                <c:pt idx="55">
                  <c:v>97.077</c:v>
                </c:pt>
                <c:pt idx="56">
                  <c:v>85.99</c:v>
                </c:pt>
                <c:pt idx="57">
                  <c:v>102.572</c:v>
                </c:pt>
                <c:pt idx="58">
                  <c:v>86.395</c:v>
                </c:pt>
                <c:pt idx="59">
                  <c:v>85.349</c:v>
                </c:pt>
                <c:pt idx="60">
                  <c:v>89.119</c:v>
                </c:pt>
                <c:pt idx="61">
                  <c:v>82.107</c:v>
                </c:pt>
                <c:pt idx="62">
                  <c:v>67.235</c:v>
                </c:pt>
                <c:pt idx="63">
                  <c:v>85.337</c:v>
                </c:pt>
                <c:pt idx="64">
                  <c:v>72.895</c:v>
                </c:pt>
                <c:pt idx="65">
                  <c:v>75.252</c:v>
                </c:pt>
                <c:pt idx="66">
                  <c:v>96</c:v>
                </c:pt>
                <c:pt idx="67">
                  <c:v>93.01</c:v>
                </c:pt>
                <c:pt idx="68">
                  <c:v>73.378</c:v>
                </c:pt>
                <c:pt idx="69">
                  <c:v>65.103</c:v>
                </c:pt>
                <c:pt idx="70">
                  <c:v>99.333</c:v>
                </c:pt>
                <c:pt idx="71">
                  <c:v>51.28</c:v>
                </c:pt>
                <c:pt idx="72">
                  <c:v>67.757</c:v>
                </c:pt>
                <c:pt idx="73">
                  <c:v>69.412</c:v>
                </c:pt>
                <c:pt idx="74">
                  <c:v>67.768</c:v>
                </c:pt>
                <c:pt idx="75">
                  <c:v>57.177</c:v>
                </c:pt>
                <c:pt idx="76">
                  <c:v>73.9</c:v>
                </c:pt>
                <c:pt idx="77">
                  <c:v>60.138</c:v>
                </c:pt>
                <c:pt idx="78">
                  <c:v>55.597</c:v>
                </c:pt>
                <c:pt idx="79">
                  <c:v>57.843</c:v>
                </c:pt>
                <c:pt idx="80">
                  <c:v>59.162</c:v>
                </c:pt>
                <c:pt idx="81">
                  <c:v>65.199</c:v>
                </c:pt>
                <c:pt idx="82">
                  <c:v>62.146</c:v>
                </c:pt>
                <c:pt idx="83">
                  <c:v>63.782</c:v>
                </c:pt>
                <c:pt idx="84">
                  <c:v>59.383</c:v>
                </c:pt>
                <c:pt idx="85">
                  <c:v>61.053</c:v>
                </c:pt>
                <c:pt idx="86">
                  <c:v>81.214</c:v>
                </c:pt>
                <c:pt idx="87">
                  <c:v>57.894</c:v>
                </c:pt>
                <c:pt idx="88">
                  <c:v>57.37</c:v>
                </c:pt>
                <c:pt idx="89">
                  <c:v>49.955</c:v>
                </c:pt>
                <c:pt idx="90">
                  <c:v>52.638</c:v>
                </c:pt>
                <c:pt idx="91">
                  <c:v>51.789</c:v>
                </c:pt>
                <c:pt idx="92">
                  <c:v>55.66</c:v>
                </c:pt>
                <c:pt idx="93">
                  <c:v>60.105</c:v>
                </c:pt>
                <c:pt idx="94">
                  <c:v>54.382</c:v>
                </c:pt>
                <c:pt idx="95">
                  <c:v>53.803</c:v>
                </c:pt>
                <c:pt idx="96">
                  <c:v>57.023</c:v>
                </c:pt>
                <c:pt idx="97">
                  <c:v>53.17</c:v>
                </c:pt>
                <c:pt idx="98">
                  <c:v>52.185</c:v>
                </c:pt>
                <c:pt idx="99">
                  <c:v>57.444</c:v>
                </c:pt>
                <c:pt idx="100">
                  <c:v>57.751</c:v>
                </c:pt>
                <c:pt idx="101">
                  <c:v>44.277</c:v>
                </c:pt>
                <c:pt idx="102">
                  <c:v>46.509</c:v>
                </c:pt>
                <c:pt idx="103">
                  <c:v>50.279</c:v>
                </c:pt>
                <c:pt idx="104">
                  <c:v>50.012</c:v>
                </c:pt>
                <c:pt idx="105">
                  <c:v>48.817</c:v>
                </c:pt>
                <c:pt idx="106">
                  <c:v>55.643</c:v>
                </c:pt>
                <c:pt idx="107">
                  <c:v>43.167</c:v>
                </c:pt>
                <c:pt idx="108">
                  <c:v>49.824</c:v>
                </c:pt>
                <c:pt idx="109">
                  <c:v>44.682</c:v>
                </c:pt>
                <c:pt idx="110">
                  <c:v>37.66</c:v>
                </c:pt>
                <c:pt idx="111">
                  <c:v>35.418</c:v>
                </c:pt>
                <c:pt idx="112">
                  <c:v>39.192</c:v>
                </c:pt>
                <c:pt idx="113">
                  <c:v>35.665</c:v>
                </c:pt>
                <c:pt idx="114">
                  <c:v>30.741</c:v>
                </c:pt>
                <c:pt idx="115">
                  <c:v>40.517</c:v>
                </c:pt>
                <c:pt idx="116">
                  <c:v>37.347</c:v>
                </c:pt>
                <c:pt idx="117">
                  <c:v>35.596</c:v>
                </c:pt>
                <c:pt idx="118">
                  <c:v>41.167</c:v>
                </c:pt>
                <c:pt idx="119">
                  <c:v>36.467</c:v>
                </c:pt>
                <c:pt idx="120">
                  <c:v>50.236</c:v>
                </c:pt>
                <c:pt idx="121">
                  <c:v>35.569</c:v>
                </c:pt>
                <c:pt idx="122">
                  <c:v>39.369</c:v>
                </c:pt>
                <c:pt idx="123">
                  <c:v>40.6</c:v>
                </c:pt>
                <c:pt idx="124">
                  <c:v>38.137</c:v>
                </c:pt>
                <c:pt idx="125">
                  <c:v>34.819</c:v>
                </c:pt>
                <c:pt idx="126">
                  <c:v>31.839</c:v>
                </c:pt>
                <c:pt idx="127">
                  <c:v>41.242</c:v>
                </c:pt>
                <c:pt idx="128">
                  <c:v>32.771</c:v>
                </c:pt>
                <c:pt idx="129">
                  <c:v>32.464</c:v>
                </c:pt>
                <c:pt idx="130">
                  <c:v>35.426</c:v>
                </c:pt>
                <c:pt idx="131">
                  <c:v>33.691</c:v>
                </c:pt>
                <c:pt idx="132">
                  <c:v>33.668</c:v>
                </c:pt>
                <c:pt idx="133">
                  <c:v>24.657</c:v>
                </c:pt>
                <c:pt idx="134">
                  <c:v>39.08</c:v>
                </c:pt>
                <c:pt idx="135">
                  <c:v>33.844</c:v>
                </c:pt>
                <c:pt idx="136">
                  <c:v>31.447</c:v>
                </c:pt>
                <c:pt idx="137">
                  <c:v>28.877</c:v>
                </c:pt>
                <c:pt idx="138">
                  <c:v>26.826</c:v>
                </c:pt>
                <c:pt idx="139">
                  <c:v>29.685</c:v>
                </c:pt>
                <c:pt idx="140">
                  <c:v>27.895</c:v>
                </c:pt>
                <c:pt idx="141">
                  <c:v>30.894</c:v>
                </c:pt>
                <c:pt idx="142">
                  <c:v>27.076</c:v>
                </c:pt>
                <c:pt idx="143">
                  <c:v>39.999</c:v>
                </c:pt>
                <c:pt idx="144">
                  <c:v>28.22</c:v>
                </c:pt>
                <c:pt idx="145">
                  <c:v>25.963</c:v>
                </c:pt>
                <c:pt idx="146">
                  <c:v>26.217</c:v>
                </c:pt>
                <c:pt idx="147">
                  <c:v>26.777</c:v>
                </c:pt>
                <c:pt idx="148">
                  <c:v>27.341</c:v>
                </c:pt>
                <c:pt idx="149">
                  <c:v>35.016</c:v>
                </c:pt>
                <c:pt idx="150">
                  <c:v>22.667</c:v>
                </c:pt>
                <c:pt idx="151">
                  <c:v>23.52</c:v>
                </c:pt>
                <c:pt idx="152">
                  <c:v>27.567</c:v>
                </c:pt>
                <c:pt idx="153">
                  <c:v>29.349</c:v>
                </c:pt>
                <c:pt idx="154">
                  <c:v>30.293</c:v>
                </c:pt>
                <c:pt idx="155">
                  <c:v>30.698</c:v>
                </c:pt>
                <c:pt idx="156">
                  <c:v>31.054</c:v>
                </c:pt>
                <c:pt idx="157">
                  <c:v>21.028</c:v>
                </c:pt>
                <c:pt idx="158">
                  <c:v>24.145</c:v>
                </c:pt>
                <c:pt idx="159">
                  <c:v>22.853</c:v>
                </c:pt>
                <c:pt idx="160">
                  <c:v>22.769</c:v>
                </c:pt>
                <c:pt idx="161">
                  <c:v>14.691</c:v>
                </c:pt>
                <c:pt idx="162">
                  <c:v>20.467</c:v>
                </c:pt>
                <c:pt idx="163">
                  <c:v>28.193</c:v>
                </c:pt>
                <c:pt idx="164">
                  <c:v>26.586</c:v>
                </c:pt>
                <c:pt idx="165">
                  <c:v>19.957</c:v>
                </c:pt>
                <c:pt idx="166">
                  <c:v>21.343</c:v>
                </c:pt>
                <c:pt idx="167">
                  <c:v>16.915</c:v>
                </c:pt>
                <c:pt idx="168">
                  <c:v>18.398</c:v>
                </c:pt>
                <c:pt idx="169">
                  <c:v>16.843</c:v>
                </c:pt>
                <c:pt idx="170">
                  <c:v>17.878</c:v>
                </c:pt>
                <c:pt idx="171">
                  <c:v>23.576</c:v>
                </c:pt>
                <c:pt idx="172">
                  <c:v>16.295</c:v>
                </c:pt>
                <c:pt idx="173">
                  <c:v>17.022</c:v>
                </c:pt>
                <c:pt idx="174">
                  <c:v>18.833</c:v>
                </c:pt>
                <c:pt idx="175">
                  <c:v>15.117</c:v>
                </c:pt>
                <c:pt idx="176">
                  <c:v>18.044</c:v>
                </c:pt>
                <c:pt idx="177">
                  <c:v>13.76</c:v>
                </c:pt>
                <c:pt idx="178">
                  <c:v>14.688</c:v>
                </c:pt>
                <c:pt idx="179">
                  <c:v>17.589</c:v>
                </c:pt>
                <c:pt idx="180">
                  <c:v>13.542</c:v>
                </c:pt>
                <c:pt idx="181">
                  <c:v>812.157</c:v>
                </c:pt>
                <c:pt idx="182">
                  <c:v>578.467</c:v>
                </c:pt>
                <c:pt idx="183">
                  <c:v>580.473</c:v>
                </c:pt>
                <c:pt idx="184">
                  <c:v>561.077</c:v>
                </c:pt>
                <c:pt idx="185">
                  <c:v>472.724</c:v>
                </c:pt>
                <c:pt idx="186">
                  <c:v>397.518</c:v>
                </c:pt>
                <c:pt idx="187">
                  <c:v>348.62</c:v>
                </c:pt>
                <c:pt idx="188">
                  <c:v>348.646</c:v>
                </c:pt>
                <c:pt idx="189">
                  <c:v>357.276</c:v>
                </c:pt>
                <c:pt idx="190">
                  <c:v>231.51</c:v>
                </c:pt>
                <c:pt idx="191">
                  <c:v>286.695</c:v>
                </c:pt>
                <c:pt idx="192">
                  <c:v>270.151</c:v>
                </c:pt>
                <c:pt idx="193">
                  <c:v>266.344</c:v>
                </c:pt>
                <c:pt idx="194">
                  <c:v>261.601</c:v>
                </c:pt>
                <c:pt idx="195">
                  <c:v>244.044</c:v>
                </c:pt>
                <c:pt idx="196">
                  <c:v>271.873</c:v>
                </c:pt>
                <c:pt idx="197">
                  <c:v>201.799</c:v>
                </c:pt>
                <c:pt idx="198">
                  <c:v>228.3</c:v>
                </c:pt>
                <c:pt idx="199">
                  <c:v>177.373</c:v>
                </c:pt>
                <c:pt idx="200">
                  <c:v>173.429</c:v>
                </c:pt>
                <c:pt idx="201">
                  <c:v>119.632</c:v>
                </c:pt>
                <c:pt idx="202">
                  <c:v>209.923</c:v>
                </c:pt>
                <c:pt idx="203">
                  <c:v>183.407</c:v>
                </c:pt>
                <c:pt idx="204">
                  <c:v>185.853</c:v>
                </c:pt>
                <c:pt idx="205">
                  <c:v>176.322</c:v>
                </c:pt>
                <c:pt idx="206">
                  <c:v>138.954</c:v>
                </c:pt>
                <c:pt idx="207">
                  <c:v>156.859</c:v>
                </c:pt>
                <c:pt idx="208">
                  <c:v>149.607</c:v>
                </c:pt>
                <c:pt idx="209">
                  <c:v>220.584</c:v>
                </c:pt>
                <c:pt idx="210">
                  <c:v>160.959</c:v>
                </c:pt>
                <c:pt idx="211">
                  <c:v>200.739</c:v>
                </c:pt>
                <c:pt idx="212">
                  <c:v>137.941</c:v>
                </c:pt>
                <c:pt idx="213">
                  <c:v>135.105</c:v>
                </c:pt>
                <c:pt idx="214">
                  <c:v>177.964</c:v>
                </c:pt>
                <c:pt idx="215">
                  <c:v>125.986</c:v>
                </c:pt>
                <c:pt idx="216">
                  <c:v>124.711</c:v>
                </c:pt>
                <c:pt idx="217">
                  <c:v>132.483</c:v>
                </c:pt>
                <c:pt idx="218">
                  <c:v>163.885</c:v>
                </c:pt>
                <c:pt idx="219">
                  <c:v>123.583</c:v>
                </c:pt>
                <c:pt idx="220">
                  <c:v>105.166</c:v>
                </c:pt>
                <c:pt idx="221">
                  <c:v>104.409</c:v>
                </c:pt>
                <c:pt idx="222">
                  <c:v>111.355</c:v>
                </c:pt>
                <c:pt idx="223">
                  <c:v>127.623</c:v>
                </c:pt>
                <c:pt idx="224">
                  <c:v>110.12</c:v>
                </c:pt>
                <c:pt idx="225">
                  <c:v>131.481</c:v>
                </c:pt>
                <c:pt idx="226">
                  <c:v>100.502</c:v>
                </c:pt>
                <c:pt idx="227">
                  <c:v>118.234</c:v>
                </c:pt>
                <c:pt idx="228">
                  <c:v>135.212</c:v>
                </c:pt>
                <c:pt idx="229">
                  <c:v>134.991</c:v>
                </c:pt>
                <c:pt idx="230">
                  <c:v>130.613</c:v>
                </c:pt>
                <c:pt idx="231">
                  <c:v>94.335</c:v>
                </c:pt>
                <c:pt idx="232">
                  <c:v>91.988</c:v>
                </c:pt>
                <c:pt idx="233">
                  <c:v>81.795</c:v>
                </c:pt>
                <c:pt idx="234">
                  <c:v>91.004</c:v>
                </c:pt>
                <c:pt idx="235">
                  <c:v>86.996</c:v>
                </c:pt>
                <c:pt idx="236">
                  <c:v>94.735</c:v>
                </c:pt>
                <c:pt idx="237">
                  <c:v>78.51</c:v>
                </c:pt>
                <c:pt idx="238">
                  <c:v>108.062</c:v>
                </c:pt>
                <c:pt idx="239">
                  <c:v>83.294</c:v>
                </c:pt>
                <c:pt idx="240">
                  <c:v>88.658</c:v>
                </c:pt>
                <c:pt idx="241">
                  <c:v>75.813</c:v>
                </c:pt>
                <c:pt idx="242">
                  <c:v>66.054</c:v>
                </c:pt>
                <c:pt idx="243">
                  <c:v>75.52</c:v>
                </c:pt>
                <c:pt idx="244">
                  <c:v>80.986</c:v>
                </c:pt>
                <c:pt idx="245">
                  <c:v>68.063</c:v>
                </c:pt>
                <c:pt idx="246">
                  <c:v>59.556</c:v>
                </c:pt>
                <c:pt idx="247">
                  <c:v>63.886</c:v>
                </c:pt>
                <c:pt idx="248">
                  <c:v>63.137</c:v>
                </c:pt>
                <c:pt idx="249">
                  <c:v>64.414</c:v>
                </c:pt>
                <c:pt idx="250">
                  <c:v>69.794</c:v>
                </c:pt>
                <c:pt idx="251">
                  <c:v>62.809</c:v>
                </c:pt>
                <c:pt idx="252">
                  <c:v>52.93</c:v>
                </c:pt>
                <c:pt idx="253">
                  <c:v>68.572</c:v>
                </c:pt>
                <c:pt idx="254">
                  <c:v>59.34</c:v>
                </c:pt>
                <c:pt idx="255">
                  <c:v>54.359</c:v>
                </c:pt>
                <c:pt idx="256">
                  <c:v>81.791</c:v>
                </c:pt>
                <c:pt idx="257">
                  <c:v>55.089</c:v>
                </c:pt>
                <c:pt idx="258">
                  <c:v>59.275</c:v>
                </c:pt>
                <c:pt idx="259">
                  <c:v>68.509</c:v>
                </c:pt>
                <c:pt idx="260">
                  <c:v>56.196</c:v>
                </c:pt>
                <c:pt idx="261">
                  <c:v>55.134</c:v>
                </c:pt>
                <c:pt idx="262">
                  <c:v>56.043</c:v>
                </c:pt>
                <c:pt idx="263">
                  <c:v>54.76</c:v>
                </c:pt>
                <c:pt idx="264">
                  <c:v>56.226</c:v>
                </c:pt>
                <c:pt idx="265">
                  <c:v>51.418</c:v>
                </c:pt>
                <c:pt idx="266">
                  <c:v>59.769</c:v>
                </c:pt>
                <c:pt idx="267">
                  <c:v>58.096</c:v>
                </c:pt>
                <c:pt idx="268">
                  <c:v>63.79</c:v>
                </c:pt>
                <c:pt idx="269">
                  <c:v>50.686</c:v>
                </c:pt>
                <c:pt idx="270">
                  <c:v>44.958</c:v>
                </c:pt>
                <c:pt idx="271">
                  <c:v>50.801</c:v>
                </c:pt>
                <c:pt idx="272">
                  <c:v>48.194</c:v>
                </c:pt>
                <c:pt idx="273">
                  <c:v>47.244</c:v>
                </c:pt>
                <c:pt idx="274">
                  <c:v>43.319</c:v>
                </c:pt>
                <c:pt idx="275">
                  <c:v>46.448</c:v>
                </c:pt>
                <c:pt idx="276">
                  <c:v>49.677</c:v>
                </c:pt>
                <c:pt idx="277">
                  <c:v>54.883</c:v>
                </c:pt>
                <c:pt idx="278">
                  <c:v>44.346</c:v>
                </c:pt>
                <c:pt idx="279">
                  <c:v>44.22</c:v>
                </c:pt>
                <c:pt idx="280">
                  <c:v>45.828</c:v>
                </c:pt>
                <c:pt idx="281">
                  <c:v>42.107</c:v>
                </c:pt>
                <c:pt idx="282">
                  <c:v>44.64</c:v>
                </c:pt>
                <c:pt idx="283">
                  <c:v>42.249</c:v>
                </c:pt>
                <c:pt idx="284">
                  <c:v>41.224</c:v>
                </c:pt>
                <c:pt idx="285">
                  <c:v>44.891</c:v>
                </c:pt>
                <c:pt idx="286">
                  <c:v>40.516</c:v>
                </c:pt>
                <c:pt idx="287">
                  <c:v>39.897</c:v>
                </c:pt>
                <c:pt idx="288">
                  <c:v>38.97</c:v>
                </c:pt>
                <c:pt idx="289">
                  <c:v>40.081</c:v>
                </c:pt>
                <c:pt idx="290">
                  <c:v>36.068</c:v>
                </c:pt>
                <c:pt idx="291">
                  <c:v>51.674</c:v>
                </c:pt>
                <c:pt idx="292">
                  <c:v>33.484</c:v>
                </c:pt>
                <c:pt idx="293">
                  <c:v>22.829</c:v>
                </c:pt>
                <c:pt idx="294">
                  <c:v>36.998</c:v>
                </c:pt>
                <c:pt idx="295">
                  <c:v>44.943</c:v>
                </c:pt>
                <c:pt idx="296">
                  <c:v>34.288</c:v>
                </c:pt>
                <c:pt idx="297">
                  <c:v>36.335</c:v>
                </c:pt>
                <c:pt idx="298">
                  <c:v>36.043</c:v>
                </c:pt>
                <c:pt idx="299">
                  <c:v>35.741</c:v>
                </c:pt>
                <c:pt idx="300">
                  <c:v>31.757</c:v>
                </c:pt>
                <c:pt idx="301">
                  <c:v>43.305</c:v>
                </c:pt>
                <c:pt idx="302">
                  <c:v>34.928</c:v>
                </c:pt>
                <c:pt idx="303">
                  <c:v>34.585</c:v>
                </c:pt>
                <c:pt idx="304">
                  <c:v>31.448</c:v>
                </c:pt>
                <c:pt idx="305">
                  <c:v>29.363</c:v>
                </c:pt>
                <c:pt idx="306">
                  <c:v>35.842</c:v>
                </c:pt>
                <c:pt idx="307">
                  <c:v>33.704</c:v>
                </c:pt>
                <c:pt idx="308">
                  <c:v>31.486</c:v>
                </c:pt>
                <c:pt idx="309">
                  <c:v>27.523</c:v>
                </c:pt>
                <c:pt idx="310">
                  <c:v>32.554</c:v>
                </c:pt>
                <c:pt idx="311">
                  <c:v>34.523</c:v>
                </c:pt>
                <c:pt idx="312">
                  <c:v>34.381</c:v>
                </c:pt>
                <c:pt idx="313">
                  <c:v>27.618</c:v>
                </c:pt>
                <c:pt idx="314">
                  <c:v>34.076</c:v>
                </c:pt>
                <c:pt idx="315">
                  <c:v>31.663</c:v>
                </c:pt>
                <c:pt idx="316">
                  <c:v>36.322</c:v>
                </c:pt>
                <c:pt idx="317">
                  <c:v>35.607</c:v>
                </c:pt>
                <c:pt idx="318">
                  <c:v>23.303</c:v>
                </c:pt>
                <c:pt idx="319">
                  <c:v>22.316</c:v>
                </c:pt>
                <c:pt idx="320">
                  <c:v>30.874</c:v>
                </c:pt>
                <c:pt idx="321">
                  <c:v>31.26</c:v>
                </c:pt>
                <c:pt idx="322">
                  <c:v>27.651</c:v>
                </c:pt>
                <c:pt idx="323">
                  <c:v>27.826</c:v>
                </c:pt>
                <c:pt idx="324">
                  <c:v>21.965</c:v>
                </c:pt>
                <c:pt idx="325">
                  <c:v>27.787</c:v>
                </c:pt>
                <c:pt idx="326">
                  <c:v>35.803</c:v>
                </c:pt>
                <c:pt idx="327">
                  <c:v>21.933</c:v>
                </c:pt>
                <c:pt idx="328">
                  <c:v>25.551</c:v>
                </c:pt>
                <c:pt idx="329">
                  <c:v>30.067</c:v>
                </c:pt>
                <c:pt idx="330">
                  <c:v>27.248</c:v>
                </c:pt>
                <c:pt idx="331">
                  <c:v>28.024</c:v>
                </c:pt>
                <c:pt idx="332">
                  <c:v>23.812</c:v>
                </c:pt>
                <c:pt idx="333">
                  <c:v>22.546</c:v>
                </c:pt>
                <c:pt idx="334">
                  <c:v>20.693</c:v>
                </c:pt>
                <c:pt idx="335">
                  <c:v>33.076</c:v>
                </c:pt>
                <c:pt idx="336">
                  <c:v>20.459</c:v>
                </c:pt>
                <c:pt idx="337">
                  <c:v>23.157</c:v>
                </c:pt>
                <c:pt idx="338">
                  <c:v>21.374</c:v>
                </c:pt>
                <c:pt idx="339">
                  <c:v>17.997</c:v>
                </c:pt>
                <c:pt idx="340">
                  <c:v>22.198</c:v>
                </c:pt>
                <c:pt idx="341">
                  <c:v>18.581</c:v>
                </c:pt>
                <c:pt idx="342">
                  <c:v>19.76</c:v>
                </c:pt>
                <c:pt idx="343">
                  <c:v>17.273</c:v>
                </c:pt>
                <c:pt idx="344">
                  <c:v>30.442</c:v>
                </c:pt>
                <c:pt idx="345">
                  <c:v>14.841</c:v>
                </c:pt>
                <c:pt idx="346">
                  <c:v>20.007</c:v>
                </c:pt>
                <c:pt idx="347">
                  <c:v>22.4</c:v>
                </c:pt>
                <c:pt idx="348">
                  <c:v>18.25</c:v>
                </c:pt>
                <c:pt idx="349">
                  <c:v>15.608</c:v>
                </c:pt>
                <c:pt idx="350">
                  <c:v>19.857</c:v>
                </c:pt>
                <c:pt idx="351">
                  <c:v>20.085</c:v>
                </c:pt>
                <c:pt idx="352">
                  <c:v>13.494</c:v>
                </c:pt>
                <c:pt idx="353">
                  <c:v>23.484</c:v>
                </c:pt>
                <c:pt idx="354">
                  <c:v>22.162</c:v>
                </c:pt>
                <c:pt idx="355">
                  <c:v>24.486</c:v>
                </c:pt>
                <c:pt idx="356">
                  <c:v>16.83</c:v>
                </c:pt>
                <c:pt idx="357">
                  <c:v>14.038</c:v>
                </c:pt>
                <c:pt idx="358">
                  <c:v>16.849</c:v>
                </c:pt>
                <c:pt idx="359">
                  <c:v>16.514</c:v>
                </c:pt>
                <c:pt idx="360">
                  <c:v>19.088</c:v>
                </c:pt>
                <c:pt idx="361">
                  <c:v>16.782</c:v>
                </c:pt>
                <c:pt idx="362">
                  <c:v>16.14</c:v>
                </c:pt>
                <c:pt idx="363">
                  <c:v>19.023</c:v>
                </c:pt>
                <c:pt idx="364">
                  <c:v>13.348</c:v>
                </c:pt>
                <c:pt idx="365">
                  <c:v>3414.466</c:v>
                </c:pt>
                <c:pt idx="366">
                  <c:v>1086.548</c:v>
                </c:pt>
                <c:pt idx="367">
                  <c:v>498.588</c:v>
                </c:pt>
                <c:pt idx="368">
                  <c:v>454.899</c:v>
                </c:pt>
                <c:pt idx="369">
                  <c:v>383.133</c:v>
                </c:pt>
                <c:pt idx="370">
                  <c:v>418.562</c:v>
                </c:pt>
                <c:pt idx="371">
                  <c:v>387.081</c:v>
                </c:pt>
                <c:pt idx="372">
                  <c:v>249.238</c:v>
                </c:pt>
                <c:pt idx="373">
                  <c:v>254.469</c:v>
                </c:pt>
                <c:pt idx="374">
                  <c:v>210.465</c:v>
                </c:pt>
                <c:pt idx="375">
                  <c:v>218.681</c:v>
                </c:pt>
                <c:pt idx="376">
                  <c:v>199.367</c:v>
                </c:pt>
                <c:pt idx="377">
                  <c:v>165.793</c:v>
                </c:pt>
                <c:pt idx="378">
                  <c:v>195.281</c:v>
                </c:pt>
                <c:pt idx="379">
                  <c:v>176.588</c:v>
                </c:pt>
                <c:pt idx="380">
                  <c:v>219.447</c:v>
                </c:pt>
                <c:pt idx="381">
                  <c:v>185.349</c:v>
                </c:pt>
                <c:pt idx="382">
                  <c:v>176.132</c:v>
                </c:pt>
                <c:pt idx="383">
                  <c:v>177.054</c:v>
                </c:pt>
                <c:pt idx="384">
                  <c:v>242.287</c:v>
                </c:pt>
                <c:pt idx="385">
                  <c:v>169.499</c:v>
                </c:pt>
                <c:pt idx="386">
                  <c:v>184.81</c:v>
                </c:pt>
                <c:pt idx="387">
                  <c:v>161.457</c:v>
                </c:pt>
                <c:pt idx="388">
                  <c:v>172.84</c:v>
                </c:pt>
                <c:pt idx="389">
                  <c:v>157.086</c:v>
                </c:pt>
                <c:pt idx="390">
                  <c:v>215.939</c:v>
                </c:pt>
                <c:pt idx="391">
                  <c:v>145.606</c:v>
                </c:pt>
                <c:pt idx="392">
                  <c:v>143.65</c:v>
                </c:pt>
                <c:pt idx="393">
                  <c:v>136.288</c:v>
                </c:pt>
                <c:pt idx="394">
                  <c:v>135.205</c:v>
                </c:pt>
                <c:pt idx="395">
                  <c:v>133.878</c:v>
                </c:pt>
                <c:pt idx="396">
                  <c:v>142.814</c:v>
                </c:pt>
                <c:pt idx="397">
                  <c:v>186.943</c:v>
                </c:pt>
                <c:pt idx="398">
                  <c:v>186.655</c:v>
                </c:pt>
                <c:pt idx="399">
                  <c:v>125.249</c:v>
                </c:pt>
                <c:pt idx="400">
                  <c:v>173.137</c:v>
                </c:pt>
                <c:pt idx="401">
                  <c:v>134.298</c:v>
                </c:pt>
                <c:pt idx="402">
                  <c:v>125.698</c:v>
                </c:pt>
                <c:pt idx="403">
                  <c:v>172.88</c:v>
                </c:pt>
                <c:pt idx="404">
                  <c:v>143.622</c:v>
                </c:pt>
                <c:pt idx="405">
                  <c:v>121.393</c:v>
                </c:pt>
                <c:pt idx="406">
                  <c:v>119.298</c:v>
                </c:pt>
                <c:pt idx="407">
                  <c:v>115.286</c:v>
                </c:pt>
                <c:pt idx="408">
                  <c:v>113.517</c:v>
                </c:pt>
                <c:pt idx="409">
                  <c:v>115.598</c:v>
                </c:pt>
                <c:pt idx="410">
                  <c:v>112.078</c:v>
                </c:pt>
                <c:pt idx="411">
                  <c:v>102.998</c:v>
                </c:pt>
                <c:pt idx="412">
                  <c:v>109.249</c:v>
                </c:pt>
                <c:pt idx="413">
                  <c:v>117.545</c:v>
                </c:pt>
                <c:pt idx="414">
                  <c:v>64.982</c:v>
                </c:pt>
                <c:pt idx="415">
                  <c:v>142.699</c:v>
                </c:pt>
                <c:pt idx="416">
                  <c:v>139.243</c:v>
                </c:pt>
                <c:pt idx="417">
                  <c:v>75.311</c:v>
                </c:pt>
                <c:pt idx="418">
                  <c:v>95.018</c:v>
                </c:pt>
                <c:pt idx="419">
                  <c:v>96.34</c:v>
                </c:pt>
                <c:pt idx="420">
                  <c:v>82.709</c:v>
                </c:pt>
                <c:pt idx="421">
                  <c:v>87.656</c:v>
                </c:pt>
                <c:pt idx="422">
                  <c:v>87.427</c:v>
                </c:pt>
                <c:pt idx="423">
                  <c:v>106.169</c:v>
                </c:pt>
                <c:pt idx="424">
                  <c:v>82.948</c:v>
                </c:pt>
                <c:pt idx="425">
                  <c:v>111.111</c:v>
                </c:pt>
                <c:pt idx="426">
                  <c:v>106.877</c:v>
                </c:pt>
                <c:pt idx="427">
                  <c:v>75.505</c:v>
                </c:pt>
                <c:pt idx="428">
                  <c:v>83.875</c:v>
                </c:pt>
                <c:pt idx="429">
                  <c:v>94.165</c:v>
                </c:pt>
                <c:pt idx="430">
                  <c:v>76.404</c:v>
                </c:pt>
                <c:pt idx="431">
                  <c:v>77.81</c:v>
                </c:pt>
                <c:pt idx="432">
                  <c:v>60.817</c:v>
                </c:pt>
                <c:pt idx="433">
                  <c:v>69.883</c:v>
                </c:pt>
                <c:pt idx="434">
                  <c:v>79.88</c:v>
                </c:pt>
                <c:pt idx="435">
                  <c:v>72.275</c:v>
                </c:pt>
                <c:pt idx="436">
                  <c:v>93.233</c:v>
                </c:pt>
                <c:pt idx="437">
                  <c:v>84.379</c:v>
                </c:pt>
                <c:pt idx="438">
                  <c:v>65.26</c:v>
                </c:pt>
                <c:pt idx="439">
                  <c:v>50.971</c:v>
                </c:pt>
                <c:pt idx="440">
                  <c:v>69.634</c:v>
                </c:pt>
                <c:pt idx="441">
                  <c:v>64.032</c:v>
                </c:pt>
                <c:pt idx="442">
                  <c:v>73.382</c:v>
                </c:pt>
                <c:pt idx="443">
                  <c:v>74.188</c:v>
                </c:pt>
                <c:pt idx="444">
                  <c:v>62.068</c:v>
                </c:pt>
                <c:pt idx="445">
                  <c:v>62.511</c:v>
                </c:pt>
                <c:pt idx="446">
                  <c:v>60.893</c:v>
                </c:pt>
                <c:pt idx="447">
                  <c:v>57.182</c:v>
                </c:pt>
                <c:pt idx="448">
                  <c:v>60.59</c:v>
                </c:pt>
                <c:pt idx="449">
                  <c:v>62.337</c:v>
                </c:pt>
                <c:pt idx="450">
                  <c:v>58.829</c:v>
                </c:pt>
                <c:pt idx="451">
                  <c:v>48.418</c:v>
                </c:pt>
                <c:pt idx="452">
                  <c:v>61.654</c:v>
                </c:pt>
                <c:pt idx="453">
                  <c:v>75.044</c:v>
                </c:pt>
                <c:pt idx="454">
                  <c:v>57.228</c:v>
                </c:pt>
                <c:pt idx="455">
                  <c:v>57.159</c:v>
                </c:pt>
                <c:pt idx="456">
                  <c:v>50.9</c:v>
                </c:pt>
                <c:pt idx="457">
                  <c:v>41.609</c:v>
                </c:pt>
                <c:pt idx="458">
                  <c:v>53.27</c:v>
                </c:pt>
                <c:pt idx="459">
                  <c:v>53.095</c:v>
                </c:pt>
                <c:pt idx="460">
                  <c:v>50.301</c:v>
                </c:pt>
                <c:pt idx="461">
                  <c:v>55.184</c:v>
                </c:pt>
                <c:pt idx="462">
                  <c:v>45.045</c:v>
                </c:pt>
                <c:pt idx="463">
                  <c:v>48.462</c:v>
                </c:pt>
                <c:pt idx="464">
                  <c:v>52.133</c:v>
                </c:pt>
                <c:pt idx="465">
                  <c:v>53.587</c:v>
                </c:pt>
                <c:pt idx="466">
                  <c:v>51.106</c:v>
                </c:pt>
                <c:pt idx="467">
                  <c:v>45.464</c:v>
                </c:pt>
                <c:pt idx="468">
                  <c:v>44.84</c:v>
                </c:pt>
                <c:pt idx="469">
                  <c:v>41.362</c:v>
                </c:pt>
                <c:pt idx="470">
                  <c:v>39.827</c:v>
                </c:pt>
                <c:pt idx="471">
                  <c:v>43.573</c:v>
                </c:pt>
                <c:pt idx="472">
                  <c:v>41.37</c:v>
                </c:pt>
                <c:pt idx="473">
                  <c:v>39.785</c:v>
                </c:pt>
                <c:pt idx="474">
                  <c:v>40.356</c:v>
                </c:pt>
                <c:pt idx="475">
                  <c:v>29.596</c:v>
                </c:pt>
                <c:pt idx="476">
                  <c:v>39.651</c:v>
                </c:pt>
                <c:pt idx="477">
                  <c:v>39.032</c:v>
                </c:pt>
                <c:pt idx="478">
                  <c:v>43.039</c:v>
                </c:pt>
                <c:pt idx="479">
                  <c:v>36.801</c:v>
                </c:pt>
                <c:pt idx="480">
                  <c:v>34.216</c:v>
                </c:pt>
                <c:pt idx="481">
                  <c:v>35.813</c:v>
                </c:pt>
                <c:pt idx="482">
                  <c:v>46.592</c:v>
                </c:pt>
                <c:pt idx="483">
                  <c:v>34.874</c:v>
                </c:pt>
                <c:pt idx="484">
                  <c:v>31.219</c:v>
                </c:pt>
                <c:pt idx="485">
                  <c:v>28.52</c:v>
                </c:pt>
                <c:pt idx="486">
                  <c:v>41.07</c:v>
                </c:pt>
                <c:pt idx="487">
                  <c:v>32.927</c:v>
                </c:pt>
                <c:pt idx="488">
                  <c:v>34.053</c:v>
                </c:pt>
                <c:pt idx="489">
                  <c:v>28.966</c:v>
                </c:pt>
                <c:pt idx="490">
                  <c:v>34.678</c:v>
                </c:pt>
                <c:pt idx="491">
                  <c:v>37.168</c:v>
                </c:pt>
                <c:pt idx="492">
                  <c:v>27.145</c:v>
                </c:pt>
                <c:pt idx="493">
                  <c:v>31.032</c:v>
                </c:pt>
                <c:pt idx="494">
                  <c:v>33.29</c:v>
                </c:pt>
                <c:pt idx="495">
                  <c:v>38.924</c:v>
                </c:pt>
                <c:pt idx="496">
                  <c:v>26.929</c:v>
                </c:pt>
                <c:pt idx="497">
                  <c:v>32.24</c:v>
                </c:pt>
                <c:pt idx="498">
                  <c:v>33.411</c:v>
                </c:pt>
                <c:pt idx="499">
                  <c:v>30.664</c:v>
                </c:pt>
                <c:pt idx="500">
                  <c:v>36.387</c:v>
                </c:pt>
                <c:pt idx="501">
                  <c:v>30.245</c:v>
                </c:pt>
                <c:pt idx="502">
                  <c:v>28.746</c:v>
                </c:pt>
                <c:pt idx="503">
                  <c:v>27.623</c:v>
                </c:pt>
                <c:pt idx="504">
                  <c:v>29.183</c:v>
                </c:pt>
                <c:pt idx="505">
                  <c:v>28.704</c:v>
                </c:pt>
                <c:pt idx="506">
                  <c:v>25.644</c:v>
                </c:pt>
                <c:pt idx="507">
                  <c:v>26.264</c:v>
                </c:pt>
                <c:pt idx="508">
                  <c:v>24.825</c:v>
                </c:pt>
                <c:pt idx="509">
                  <c:v>23.468</c:v>
                </c:pt>
                <c:pt idx="510">
                  <c:v>28.179</c:v>
                </c:pt>
                <c:pt idx="511">
                  <c:v>26.159</c:v>
                </c:pt>
                <c:pt idx="512">
                  <c:v>19.952</c:v>
                </c:pt>
                <c:pt idx="513">
                  <c:v>28.959</c:v>
                </c:pt>
                <c:pt idx="514">
                  <c:v>29.523</c:v>
                </c:pt>
                <c:pt idx="515">
                  <c:v>22.276</c:v>
                </c:pt>
                <c:pt idx="516">
                  <c:v>20.671</c:v>
                </c:pt>
                <c:pt idx="517">
                  <c:v>36.954</c:v>
                </c:pt>
                <c:pt idx="518">
                  <c:v>24.827</c:v>
                </c:pt>
                <c:pt idx="519">
                  <c:v>27.519</c:v>
                </c:pt>
                <c:pt idx="520">
                  <c:v>35.085</c:v>
                </c:pt>
                <c:pt idx="521">
                  <c:v>23.089</c:v>
                </c:pt>
                <c:pt idx="522">
                  <c:v>25.409</c:v>
                </c:pt>
                <c:pt idx="523">
                  <c:v>22.194</c:v>
                </c:pt>
                <c:pt idx="524">
                  <c:v>23.421</c:v>
                </c:pt>
                <c:pt idx="525">
                  <c:v>23.415</c:v>
                </c:pt>
                <c:pt idx="526">
                  <c:v>22.113</c:v>
                </c:pt>
                <c:pt idx="527">
                  <c:v>24.693</c:v>
                </c:pt>
                <c:pt idx="528">
                  <c:v>21.479</c:v>
                </c:pt>
                <c:pt idx="529">
                  <c:v>24.924</c:v>
                </c:pt>
                <c:pt idx="530">
                  <c:v>18.898</c:v>
                </c:pt>
                <c:pt idx="531">
                  <c:v>23.518</c:v>
                </c:pt>
                <c:pt idx="532">
                  <c:v>17.477</c:v>
                </c:pt>
                <c:pt idx="533">
                  <c:v>23.426</c:v>
                </c:pt>
                <c:pt idx="534">
                  <c:v>21.619</c:v>
                </c:pt>
                <c:pt idx="535">
                  <c:v>19.844</c:v>
                </c:pt>
                <c:pt idx="536">
                  <c:v>15.642</c:v>
                </c:pt>
                <c:pt idx="537">
                  <c:v>20.214</c:v>
                </c:pt>
                <c:pt idx="538">
                  <c:v>18.617</c:v>
                </c:pt>
                <c:pt idx="539">
                  <c:v>27.437</c:v>
                </c:pt>
                <c:pt idx="540">
                  <c:v>18.395</c:v>
                </c:pt>
                <c:pt idx="541">
                  <c:v>20.869</c:v>
                </c:pt>
                <c:pt idx="542">
                  <c:v>16.167</c:v>
                </c:pt>
                <c:pt idx="543">
                  <c:v>23.589</c:v>
                </c:pt>
                <c:pt idx="544">
                  <c:v>16.761</c:v>
                </c:pt>
                <c:pt idx="545">
                  <c:v>20.997</c:v>
                </c:pt>
                <c:pt idx="546">
                  <c:v>13.034</c:v>
                </c:pt>
                <c:pt idx="547">
                  <c:v>14.433</c:v>
                </c:pt>
                <c:pt idx="548">
                  <c:v>16.332</c:v>
                </c:pt>
                <c:pt idx="549">
                  <c:v>984.074</c:v>
                </c:pt>
                <c:pt idx="550">
                  <c:v>952.042</c:v>
                </c:pt>
                <c:pt idx="551">
                  <c:v>647.913</c:v>
                </c:pt>
                <c:pt idx="552">
                  <c:v>586.312</c:v>
                </c:pt>
                <c:pt idx="553">
                  <c:v>522.079</c:v>
                </c:pt>
                <c:pt idx="554">
                  <c:v>512.468</c:v>
                </c:pt>
                <c:pt idx="555">
                  <c:v>482.013</c:v>
                </c:pt>
                <c:pt idx="556">
                  <c:v>405.598</c:v>
                </c:pt>
                <c:pt idx="557">
                  <c:v>402.612</c:v>
                </c:pt>
                <c:pt idx="558">
                  <c:v>306.844</c:v>
                </c:pt>
                <c:pt idx="559">
                  <c:v>458.517</c:v>
                </c:pt>
                <c:pt idx="560">
                  <c:v>185.934</c:v>
                </c:pt>
                <c:pt idx="561">
                  <c:v>271.064</c:v>
                </c:pt>
                <c:pt idx="562">
                  <c:v>198.54</c:v>
                </c:pt>
                <c:pt idx="563">
                  <c:v>264.015</c:v>
                </c:pt>
                <c:pt idx="564">
                  <c:v>202.076</c:v>
                </c:pt>
                <c:pt idx="565">
                  <c:v>210.72</c:v>
                </c:pt>
                <c:pt idx="566">
                  <c:v>199.275</c:v>
                </c:pt>
                <c:pt idx="567">
                  <c:v>175.142</c:v>
                </c:pt>
                <c:pt idx="568">
                  <c:v>189.769</c:v>
                </c:pt>
                <c:pt idx="569">
                  <c:v>173.782</c:v>
                </c:pt>
                <c:pt idx="570">
                  <c:v>161.085</c:v>
                </c:pt>
                <c:pt idx="571">
                  <c:v>231.56</c:v>
                </c:pt>
                <c:pt idx="572">
                  <c:v>172.063</c:v>
                </c:pt>
                <c:pt idx="573">
                  <c:v>166.972</c:v>
                </c:pt>
                <c:pt idx="574">
                  <c:v>171.611</c:v>
                </c:pt>
                <c:pt idx="575">
                  <c:v>166.875</c:v>
                </c:pt>
                <c:pt idx="576">
                  <c:v>95.821</c:v>
                </c:pt>
                <c:pt idx="577">
                  <c:v>131.332</c:v>
                </c:pt>
                <c:pt idx="578">
                  <c:v>144.869</c:v>
                </c:pt>
                <c:pt idx="579">
                  <c:v>138.658</c:v>
                </c:pt>
                <c:pt idx="580">
                  <c:v>202.546</c:v>
                </c:pt>
                <c:pt idx="581">
                  <c:v>136.231</c:v>
                </c:pt>
                <c:pt idx="582">
                  <c:v>197.123</c:v>
                </c:pt>
                <c:pt idx="583">
                  <c:v>140.013</c:v>
                </c:pt>
                <c:pt idx="584">
                  <c:v>148.009</c:v>
                </c:pt>
                <c:pt idx="585">
                  <c:v>144.201</c:v>
                </c:pt>
                <c:pt idx="586">
                  <c:v>192.741</c:v>
                </c:pt>
                <c:pt idx="587">
                  <c:v>164.727</c:v>
                </c:pt>
                <c:pt idx="588">
                  <c:v>123.617</c:v>
                </c:pt>
                <c:pt idx="589">
                  <c:v>108.503</c:v>
                </c:pt>
                <c:pt idx="590">
                  <c:v>122.914</c:v>
                </c:pt>
                <c:pt idx="591">
                  <c:v>112.92</c:v>
                </c:pt>
                <c:pt idx="592">
                  <c:v>145.273</c:v>
                </c:pt>
                <c:pt idx="593">
                  <c:v>173.543</c:v>
                </c:pt>
                <c:pt idx="594">
                  <c:v>114.956</c:v>
                </c:pt>
                <c:pt idx="595">
                  <c:v>135.366</c:v>
                </c:pt>
                <c:pt idx="596">
                  <c:v>112.994</c:v>
                </c:pt>
                <c:pt idx="597">
                  <c:v>129.238</c:v>
                </c:pt>
                <c:pt idx="598">
                  <c:v>110.58</c:v>
                </c:pt>
                <c:pt idx="599">
                  <c:v>104.798</c:v>
                </c:pt>
                <c:pt idx="600">
                  <c:v>117.897</c:v>
                </c:pt>
                <c:pt idx="601">
                  <c:v>105.255</c:v>
                </c:pt>
                <c:pt idx="602">
                  <c:v>107.312</c:v>
                </c:pt>
                <c:pt idx="603">
                  <c:v>91.328</c:v>
                </c:pt>
                <c:pt idx="604">
                  <c:v>120.334</c:v>
                </c:pt>
                <c:pt idx="605">
                  <c:v>97.67</c:v>
                </c:pt>
                <c:pt idx="606">
                  <c:v>112.845</c:v>
                </c:pt>
                <c:pt idx="607">
                  <c:v>91.653</c:v>
                </c:pt>
                <c:pt idx="608">
                  <c:v>90.411</c:v>
                </c:pt>
                <c:pt idx="609">
                  <c:v>89.879</c:v>
                </c:pt>
                <c:pt idx="610">
                  <c:v>119.48</c:v>
                </c:pt>
                <c:pt idx="611">
                  <c:v>82.56</c:v>
                </c:pt>
                <c:pt idx="612">
                  <c:v>80.121</c:v>
                </c:pt>
                <c:pt idx="613">
                  <c:v>83.688</c:v>
                </c:pt>
                <c:pt idx="614">
                  <c:v>85.006</c:v>
                </c:pt>
                <c:pt idx="615">
                  <c:v>99.836</c:v>
                </c:pt>
                <c:pt idx="616">
                  <c:v>94.337</c:v>
                </c:pt>
                <c:pt idx="617">
                  <c:v>89.971</c:v>
                </c:pt>
                <c:pt idx="618">
                  <c:v>113.116</c:v>
                </c:pt>
                <c:pt idx="619">
                  <c:v>88.51</c:v>
                </c:pt>
                <c:pt idx="620">
                  <c:v>93.567</c:v>
                </c:pt>
                <c:pt idx="621">
                  <c:v>77.945</c:v>
                </c:pt>
                <c:pt idx="622">
                  <c:v>77.495</c:v>
                </c:pt>
                <c:pt idx="623">
                  <c:v>58.188</c:v>
                </c:pt>
                <c:pt idx="624">
                  <c:v>60.454</c:v>
                </c:pt>
                <c:pt idx="625">
                  <c:v>66.357</c:v>
                </c:pt>
                <c:pt idx="626">
                  <c:v>67.254</c:v>
                </c:pt>
                <c:pt idx="627">
                  <c:v>96.221</c:v>
                </c:pt>
                <c:pt idx="628">
                  <c:v>67.763</c:v>
                </c:pt>
                <c:pt idx="629">
                  <c:v>95.62</c:v>
                </c:pt>
                <c:pt idx="630">
                  <c:v>65.947</c:v>
                </c:pt>
                <c:pt idx="631">
                  <c:v>70.729</c:v>
                </c:pt>
                <c:pt idx="632">
                  <c:v>68.714</c:v>
                </c:pt>
                <c:pt idx="633">
                  <c:v>63.191</c:v>
                </c:pt>
                <c:pt idx="634">
                  <c:v>61.687</c:v>
                </c:pt>
                <c:pt idx="635">
                  <c:v>73.524</c:v>
                </c:pt>
                <c:pt idx="636">
                  <c:v>61.632</c:v>
                </c:pt>
                <c:pt idx="637">
                  <c:v>62.785</c:v>
                </c:pt>
                <c:pt idx="638">
                  <c:v>62.226</c:v>
                </c:pt>
                <c:pt idx="639">
                  <c:v>65.631</c:v>
                </c:pt>
                <c:pt idx="640">
                  <c:v>57.052</c:v>
                </c:pt>
                <c:pt idx="641">
                  <c:v>56.147</c:v>
                </c:pt>
                <c:pt idx="642">
                  <c:v>59.59</c:v>
                </c:pt>
                <c:pt idx="643">
                  <c:v>69.074</c:v>
                </c:pt>
                <c:pt idx="644">
                  <c:v>56.727</c:v>
                </c:pt>
                <c:pt idx="645">
                  <c:v>58.006</c:v>
                </c:pt>
                <c:pt idx="646">
                  <c:v>63.848</c:v>
                </c:pt>
                <c:pt idx="647">
                  <c:v>50.022</c:v>
                </c:pt>
                <c:pt idx="648">
                  <c:v>51.164</c:v>
                </c:pt>
                <c:pt idx="649">
                  <c:v>56.287</c:v>
                </c:pt>
                <c:pt idx="650">
                  <c:v>48.686</c:v>
                </c:pt>
                <c:pt idx="651">
                  <c:v>64.637</c:v>
                </c:pt>
                <c:pt idx="652">
                  <c:v>45.832</c:v>
                </c:pt>
                <c:pt idx="653">
                  <c:v>54.124</c:v>
                </c:pt>
                <c:pt idx="654">
                  <c:v>46.119</c:v>
                </c:pt>
                <c:pt idx="655">
                  <c:v>52.95</c:v>
                </c:pt>
                <c:pt idx="656">
                  <c:v>68.886</c:v>
                </c:pt>
                <c:pt idx="657">
                  <c:v>56.669</c:v>
                </c:pt>
                <c:pt idx="658">
                  <c:v>52.141</c:v>
                </c:pt>
                <c:pt idx="659">
                  <c:v>52.127</c:v>
                </c:pt>
                <c:pt idx="660">
                  <c:v>51.398</c:v>
                </c:pt>
                <c:pt idx="661">
                  <c:v>58.584</c:v>
                </c:pt>
                <c:pt idx="662">
                  <c:v>55.452</c:v>
                </c:pt>
                <c:pt idx="663">
                  <c:v>49.575</c:v>
                </c:pt>
                <c:pt idx="664">
                  <c:v>51.198</c:v>
                </c:pt>
                <c:pt idx="665">
                  <c:v>50.548</c:v>
                </c:pt>
                <c:pt idx="666">
                  <c:v>34.556</c:v>
                </c:pt>
                <c:pt idx="667">
                  <c:v>39.682</c:v>
                </c:pt>
                <c:pt idx="668">
                  <c:v>47.176</c:v>
                </c:pt>
                <c:pt idx="669">
                  <c:v>40.835</c:v>
                </c:pt>
                <c:pt idx="670">
                  <c:v>48.973</c:v>
                </c:pt>
                <c:pt idx="671">
                  <c:v>51.972</c:v>
                </c:pt>
                <c:pt idx="672">
                  <c:v>43.179</c:v>
                </c:pt>
                <c:pt idx="673">
                  <c:v>30.017</c:v>
                </c:pt>
                <c:pt idx="674">
                  <c:v>52.434</c:v>
                </c:pt>
                <c:pt idx="675">
                  <c:v>36.165</c:v>
                </c:pt>
                <c:pt idx="676">
                  <c:v>44.153</c:v>
                </c:pt>
                <c:pt idx="677">
                  <c:v>40.749</c:v>
                </c:pt>
                <c:pt idx="678">
                  <c:v>58.865</c:v>
                </c:pt>
                <c:pt idx="679">
                  <c:v>53.55</c:v>
                </c:pt>
                <c:pt idx="680">
                  <c:v>44.071</c:v>
                </c:pt>
                <c:pt idx="681">
                  <c:v>46.974</c:v>
                </c:pt>
                <c:pt idx="682">
                  <c:v>43.027</c:v>
                </c:pt>
                <c:pt idx="683">
                  <c:v>33.27</c:v>
                </c:pt>
                <c:pt idx="684">
                  <c:v>41.765</c:v>
                </c:pt>
                <c:pt idx="685">
                  <c:v>27.74</c:v>
                </c:pt>
                <c:pt idx="686">
                  <c:v>46.043</c:v>
                </c:pt>
                <c:pt idx="687">
                  <c:v>41.512</c:v>
                </c:pt>
                <c:pt idx="688">
                  <c:v>39.402</c:v>
                </c:pt>
                <c:pt idx="689">
                  <c:v>45.919</c:v>
                </c:pt>
                <c:pt idx="690">
                  <c:v>36.253</c:v>
                </c:pt>
                <c:pt idx="691">
                  <c:v>37.737</c:v>
                </c:pt>
                <c:pt idx="692">
                  <c:v>45.451</c:v>
                </c:pt>
                <c:pt idx="693">
                  <c:v>41.69</c:v>
                </c:pt>
                <c:pt idx="694">
                  <c:v>41.63</c:v>
                </c:pt>
                <c:pt idx="695">
                  <c:v>53.56</c:v>
                </c:pt>
                <c:pt idx="696">
                  <c:v>43.252</c:v>
                </c:pt>
                <c:pt idx="697">
                  <c:v>34.07</c:v>
                </c:pt>
                <c:pt idx="698">
                  <c:v>37.541</c:v>
                </c:pt>
                <c:pt idx="699">
                  <c:v>41.03</c:v>
                </c:pt>
                <c:pt idx="700">
                  <c:v>41.449</c:v>
                </c:pt>
                <c:pt idx="701">
                  <c:v>38.509</c:v>
                </c:pt>
                <c:pt idx="702">
                  <c:v>35.518</c:v>
                </c:pt>
                <c:pt idx="703">
                  <c:v>32.265</c:v>
                </c:pt>
                <c:pt idx="704">
                  <c:v>36</c:v>
                </c:pt>
                <c:pt idx="705">
                  <c:v>40.221</c:v>
                </c:pt>
                <c:pt idx="706">
                  <c:v>49.549</c:v>
                </c:pt>
                <c:pt idx="707">
                  <c:v>37.76</c:v>
                </c:pt>
                <c:pt idx="708">
                  <c:v>33.967</c:v>
                </c:pt>
                <c:pt idx="709">
                  <c:v>31.108</c:v>
                </c:pt>
                <c:pt idx="710">
                  <c:v>34.565</c:v>
                </c:pt>
                <c:pt idx="711">
                  <c:v>36.29</c:v>
                </c:pt>
                <c:pt idx="712">
                  <c:v>33.159</c:v>
                </c:pt>
                <c:pt idx="713">
                  <c:v>30.081</c:v>
                </c:pt>
                <c:pt idx="714">
                  <c:v>28.427</c:v>
                </c:pt>
                <c:pt idx="715">
                  <c:v>32.847</c:v>
                </c:pt>
                <c:pt idx="716">
                  <c:v>28.481</c:v>
                </c:pt>
                <c:pt idx="717">
                  <c:v>28.278</c:v>
                </c:pt>
                <c:pt idx="718">
                  <c:v>26.496</c:v>
                </c:pt>
                <c:pt idx="719">
                  <c:v>29.579</c:v>
                </c:pt>
                <c:pt idx="720">
                  <c:v>30.428</c:v>
                </c:pt>
                <c:pt idx="721">
                  <c:v>33.686</c:v>
                </c:pt>
                <c:pt idx="722">
                  <c:v>24.674</c:v>
                </c:pt>
                <c:pt idx="723">
                  <c:v>26.118</c:v>
                </c:pt>
                <c:pt idx="724">
                  <c:v>33.116</c:v>
                </c:pt>
                <c:pt idx="725">
                  <c:v>19.906</c:v>
                </c:pt>
                <c:pt idx="726">
                  <c:v>28.149</c:v>
                </c:pt>
                <c:pt idx="727">
                  <c:v>26.984</c:v>
                </c:pt>
                <c:pt idx="728">
                  <c:v>24.348</c:v>
                </c:pt>
                <c:pt idx="729">
                  <c:v>25.865</c:v>
                </c:pt>
                <c:pt idx="730">
                  <c:v>29.346</c:v>
                </c:pt>
                <c:pt idx="731">
                  <c:v>25.612</c:v>
                </c:pt>
                <c:pt idx="732">
                  <c:v>32.29</c:v>
                </c:pt>
                <c:pt idx="733">
                  <c:v>24.874</c:v>
                </c:pt>
                <c:pt idx="734">
                  <c:v>21.311</c:v>
                </c:pt>
                <c:pt idx="735">
                  <c:v>24.696</c:v>
                </c:pt>
                <c:pt idx="736">
                  <c:v>17.68</c:v>
                </c:pt>
                <c:pt idx="737">
                  <c:v>23.667</c:v>
                </c:pt>
                <c:pt idx="738">
                  <c:v>22.394</c:v>
                </c:pt>
                <c:pt idx="739">
                  <c:v>27.858</c:v>
                </c:pt>
                <c:pt idx="740">
                  <c:v>23.527</c:v>
                </c:pt>
                <c:pt idx="741">
                  <c:v>23.853</c:v>
                </c:pt>
                <c:pt idx="742">
                  <c:v>31.631</c:v>
                </c:pt>
                <c:pt idx="743">
                  <c:v>23.649</c:v>
                </c:pt>
                <c:pt idx="744">
                  <c:v>23.206</c:v>
                </c:pt>
                <c:pt idx="745">
                  <c:v>22.691</c:v>
                </c:pt>
                <c:pt idx="746">
                  <c:v>14.505</c:v>
                </c:pt>
                <c:pt idx="747">
                  <c:v>24.659</c:v>
                </c:pt>
                <c:pt idx="748">
                  <c:v>23.491</c:v>
                </c:pt>
                <c:pt idx="749">
                  <c:v>22.115</c:v>
                </c:pt>
                <c:pt idx="750">
                  <c:v>21.472</c:v>
                </c:pt>
                <c:pt idx="751">
                  <c:v>19.242</c:v>
                </c:pt>
                <c:pt idx="752">
                  <c:v>18.623</c:v>
                </c:pt>
                <c:pt idx="753">
                  <c:v>17.332</c:v>
                </c:pt>
                <c:pt idx="754">
                  <c:v>21.051</c:v>
                </c:pt>
                <c:pt idx="755">
                  <c:v>16.64</c:v>
                </c:pt>
                <c:pt idx="756">
                  <c:v>20.108</c:v>
                </c:pt>
                <c:pt idx="757">
                  <c:v>19.952</c:v>
                </c:pt>
                <c:pt idx="758">
                  <c:v>15.912</c:v>
                </c:pt>
                <c:pt idx="759">
                  <c:v>19.523</c:v>
                </c:pt>
                <c:pt idx="760">
                  <c:v>13.56</c:v>
                </c:pt>
                <c:pt idx="761">
                  <c:v>16.008</c:v>
                </c:pt>
                <c:pt idx="762">
                  <c:v>16.597</c:v>
                </c:pt>
                <c:pt idx="763">
                  <c:v>17.327</c:v>
                </c:pt>
                <c:pt idx="764">
                  <c:v>18.129</c:v>
                </c:pt>
                <c:pt idx="765">
                  <c:v>4925.253</c:v>
                </c:pt>
                <c:pt idx="766">
                  <c:v>2395.016</c:v>
                </c:pt>
                <c:pt idx="767">
                  <c:v>763.433</c:v>
                </c:pt>
                <c:pt idx="768">
                  <c:v>586.162</c:v>
                </c:pt>
                <c:pt idx="769">
                  <c:v>568.746</c:v>
                </c:pt>
                <c:pt idx="770">
                  <c:v>319.795</c:v>
                </c:pt>
                <c:pt idx="771">
                  <c:v>496.026</c:v>
                </c:pt>
                <c:pt idx="772">
                  <c:v>480.255</c:v>
                </c:pt>
                <c:pt idx="773">
                  <c:v>270.502</c:v>
                </c:pt>
                <c:pt idx="774">
                  <c:v>299.723</c:v>
                </c:pt>
                <c:pt idx="775">
                  <c:v>260.9</c:v>
                </c:pt>
                <c:pt idx="776">
                  <c:v>334.888</c:v>
                </c:pt>
                <c:pt idx="777">
                  <c:v>246.902</c:v>
                </c:pt>
                <c:pt idx="778">
                  <c:v>225.749</c:v>
                </c:pt>
                <c:pt idx="779">
                  <c:v>237.642</c:v>
                </c:pt>
                <c:pt idx="780">
                  <c:v>198.105</c:v>
                </c:pt>
                <c:pt idx="781">
                  <c:v>210.433</c:v>
                </c:pt>
                <c:pt idx="782">
                  <c:v>186.169</c:v>
                </c:pt>
                <c:pt idx="783">
                  <c:v>171.953</c:v>
                </c:pt>
                <c:pt idx="784">
                  <c:v>175.856</c:v>
                </c:pt>
                <c:pt idx="785">
                  <c:v>181.494</c:v>
                </c:pt>
                <c:pt idx="786">
                  <c:v>185.841</c:v>
                </c:pt>
                <c:pt idx="787">
                  <c:v>174.643</c:v>
                </c:pt>
                <c:pt idx="788">
                  <c:v>170.838</c:v>
                </c:pt>
                <c:pt idx="789">
                  <c:v>182.55</c:v>
                </c:pt>
                <c:pt idx="790">
                  <c:v>127.452</c:v>
                </c:pt>
                <c:pt idx="791">
                  <c:v>164.117</c:v>
                </c:pt>
                <c:pt idx="792">
                  <c:v>125.926</c:v>
                </c:pt>
                <c:pt idx="793">
                  <c:v>162.167</c:v>
                </c:pt>
                <c:pt idx="794">
                  <c:v>219.919</c:v>
                </c:pt>
                <c:pt idx="795">
                  <c:v>151.8</c:v>
                </c:pt>
                <c:pt idx="796">
                  <c:v>159.142</c:v>
                </c:pt>
                <c:pt idx="797">
                  <c:v>167.277</c:v>
                </c:pt>
                <c:pt idx="798">
                  <c:v>115.617</c:v>
                </c:pt>
                <c:pt idx="799">
                  <c:v>140.271</c:v>
                </c:pt>
                <c:pt idx="800">
                  <c:v>190.59</c:v>
                </c:pt>
                <c:pt idx="801">
                  <c:v>127.854</c:v>
                </c:pt>
                <c:pt idx="802">
                  <c:v>121.337</c:v>
                </c:pt>
                <c:pt idx="803">
                  <c:v>178.262</c:v>
                </c:pt>
                <c:pt idx="804">
                  <c:v>131.243</c:v>
                </c:pt>
                <c:pt idx="805">
                  <c:v>129.248</c:v>
                </c:pt>
                <c:pt idx="806">
                  <c:v>121.655</c:v>
                </c:pt>
                <c:pt idx="807">
                  <c:v>116.63</c:v>
                </c:pt>
                <c:pt idx="808">
                  <c:v>118.616</c:v>
                </c:pt>
                <c:pt idx="809">
                  <c:v>96.3</c:v>
                </c:pt>
                <c:pt idx="810">
                  <c:v>117.698</c:v>
                </c:pt>
                <c:pt idx="811">
                  <c:v>113.248</c:v>
                </c:pt>
                <c:pt idx="812">
                  <c:v>116.857</c:v>
                </c:pt>
                <c:pt idx="813">
                  <c:v>116.467</c:v>
                </c:pt>
                <c:pt idx="814">
                  <c:v>108.813</c:v>
                </c:pt>
                <c:pt idx="815">
                  <c:v>81.13</c:v>
                </c:pt>
                <c:pt idx="816">
                  <c:v>97.955</c:v>
                </c:pt>
                <c:pt idx="817">
                  <c:v>141.336</c:v>
                </c:pt>
                <c:pt idx="818">
                  <c:v>72.025</c:v>
                </c:pt>
                <c:pt idx="819">
                  <c:v>84.66</c:v>
                </c:pt>
                <c:pt idx="820">
                  <c:v>109.133</c:v>
                </c:pt>
                <c:pt idx="821">
                  <c:v>105.825</c:v>
                </c:pt>
                <c:pt idx="822">
                  <c:v>106.729</c:v>
                </c:pt>
                <c:pt idx="823">
                  <c:v>132.335</c:v>
                </c:pt>
                <c:pt idx="824">
                  <c:v>129.766</c:v>
                </c:pt>
                <c:pt idx="825">
                  <c:v>93.679</c:v>
                </c:pt>
                <c:pt idx="826">
                  <c:v>95.035</c:v>
                </c:pt>
                <c:pt idx="827">
                  <c:v>87.143</c:v>
                </c:pt>
                <c:pt idx="828">
                  <c:v>108.891</c:v>
                </c:pt>
                <c:pt idx="829">
                  <c:v>79.486</c:v>
                </c:pt>
                <c:pt idx="830">
                  <c:v>83.35</c:v>
                </c:pt>
                <c:pt idx="831">
                  <c:v>93.587</c:v>
                </c:pt>
                <c:pt idx="832">
                  <c:v>75.021</c:v>
                </c:pt>
                <c:pt idx="833">
                  <c:v>73.057</c:v>
                </c:pt>
                <c:pt idx="834">
                  <c:v>72.521</c:v>
                </c:pt>
                <c:pt idx="835">
                  <c:v>77.047</c:v>
                </c:pt>
                <c:pt idx="836">
                  <c:v>68.695</c:v>
                </c:pt>
                <c:pt idx="837">
                  <c:v>79.932</c:v>
                </c:pt>
                <c:pt idx="838">
                  <c:v>64.606</c:v>
                </c:pt>
                <c:pt idx="839">
                  <c:v>70.109</c:v>
                </c:pt>
                <c:pt idx="840">
                  <c:v>57.009</c:v>
                </c:pt>
                <c:pt idx="841">
                  <c:v>54.392</c:v>
                </c:pt>
                <c:pt idx="842">
                  <c:v>69.48</c:v>
                </c:pt>
                <c:pt idx="843">
                  <c:v>63.028</c:v>
                </c:pt>
                <c:pt idx="844">
                  <c:v>59.744</c:v>
                </c:pt>
                <c:pt idx="845">
                  <c:v>63.278</c:v>
                </c:pt>
                <c:pt idx="846">
                  <c:v>54.122</c:v>
                </c:pt>
                <c:pt idx="847">
                  <c:v>60.019</c:v>
                </c:pt>
                <c:pt idx="848">
                  <c:v>64.282</c:v>
                </c:pt>
                <c:pt idx="849">
                  <c:v>64.206</c:v>
                </c:pt>
                <c:pt idx="850">
                  <c:v>54.2</c:v>
                </c:pt>
                <c:pt idx="851">
                  <c:v>66.565</c:v>
                </c:pt>
                <c:pt idx="852">
                  <c:v>57.669</c:v>
                </c:pt>
                <c:pt idx="853">
                  <c:v>64.796</c:v>
                </c:pt>
                <c:pt idx="854">
                  <c:v>66.493</c:v>
                </c:pt>
                <c:pt idx="855">
                  <c:v>60.819</c:v>
                </c:pt>
                <c:pt idx="856">
                  <c:v>63.682</c:v>
                </c:pt>
                <c:pt idx="857">
                  <c:v>53.091</c:v>
                </c:pt>
                <c:pt idx="858">
                  <c:v>46.282</c:v>
                </c:pt>
                <c:pt idx="859">
                  <c:v>52.655</c:v>
                </c:pt>
                <c:pt idx="860">
                  <c:v>67.146</c:v>
                </c:pt>
                <c:pt idx="861">
                  <c:v>54.603</c:v>
                </c:pt>
                <c:pt idx="862">
                  <c:v>58.84</c:v>
                </c:pt>
                <c:pt idx="863">
                  <c:v>56.352</c:v>
                </c:pt>
                <c:pt idx="864">
                  <c:v>49.221</c:v>
                </c:pt>
                <c:pt idx="865">
                  <c:v>53.036</c:v>
                </c:pt>
                <c:pt idx="866">
                  <c:v>51.173</c:v>
                </c:pt>
                <c:pt idx="867">
                  <c:v>52.047</c:v>
                </c:pt>
                <c:pt idx="868">
                  <c:v>42.045</c:v>
                </c:pt>
                <c:pt idx="869">
                  <c:v>52.051</c:v>
                </c:pt>
                <c:pt idx="870">
                  <c:v>31.702</c:v>
                </c:pt>
                <c:pt idx="871">
                  <c:v>58.193</c:v>
                </c:pt>
                <c:pt idx="872">
                  <c:v>44.07</c:v>
                </c:pt>
                <c:pt idx="873">
                  <c:v>42.814</c:v>
                </c:pt>
                <c:pt idx="874">
                  <c:v>50.487</c:v>
                </c:pt>
                <c:pt idx="875">
                  <c:v>39.945</c:v>
                </c:pt>
                <c:pt idx="876">
                  <c:v>58.609</c:v>
                </c:pt>
                <c:pt idx="877">
                  <c:v>54.377</c:v>
                </c:pt>
                <c:pt idx="878">
                  <c:v>43.285</c:v>
                </c:pt>
                <c:pt idx="879">
                  <c:v>44.993</c:v>
                </c:pt>
                <c:pt idx="880">
                  <c:v>43.027</c:v>
                </c:pt>
                <c:pt idx="881">
                  <c:v>43.445</c:v>
                </c:pt>
                <c:pt idx="882">
                  <c:v>38.25</c:v>
                </c:pt>
                <c:pt idx="883">
                  <c:v>41.377</c:v>
                </c:pt>
                <c:pt idx="884">
                  <c:v>38.455</c:v>
                </c:pt>
                <c:pt idx="885">
                  <c:v>25.928</c:v>
                </c:pt>
                <c:pt idx="886">
                  <c:v>38.873</c:v>
                </c:pt>
                <c:pt idx="887">
                  <c:v>42.128</c:v>
                </c:pt>
                <c:pt idx="888">
                  <c:v>39.541</c:v>
                </c:pt>
                <c:pt idx="889">
                  <c:v>33.224</c:v>
                </c:pt>
                <c:pt idx="890">
                  <c:v>37.199</c:v>
                </c:pt>
                <c:pt idx="891">
                  <c:v>41.137</c:v>
                </c:pt>
                <c:pt idx="892">
                  <c:v>28.298</c:v>
                </c:pt>
                <c:pt idx="893">
                  <c:v>37.537</c:v>
                </c:pt>
                <c:pt idx="894">
                  <c:v>47.232</c:v>
                </c:pt>
                <c:pt idx="895">
                  <c:v>36.219</c:v>
                </c:pt>
                <c:pt idx="896">
                  <c:v>47.661</c:v>
                </c:pt>
                <c:pt idx="897">
                  <c:v>33.38</c:v>
                </c:pt>
                <c:pt idx="898">
                  <c:v>40.407</c:v>
                </c:pt>
                <c:pt idx="899">
                  <c:v>48.27</c:v>
                </c:pt>
                <c:pt idx="900">
                  <c:v>32.943</c:v>
                </c:pt>
                <c:pt idx="901">
                  <c:v>32.253</c:v>
                </c:pt>
                <c:pt idx="902">
                  <c:v>25.725</c:v>
                </c:pt>
                <c:pt idx="903">
                  <c:v>28.638</c:v>
                </c:pt>
                <c:pt idx="904">
                  <c:v>47.63</c:v>
                </c:pt>
                <c:pt idx="905">
                  <c:v>32.425</c:v>
                </c:pt>
                <c:pt idx="906">
                  <c:v>26.591</c:v>
                </c:pt>
                <c:pt idx="907">
                  <c:v>37.495</c:v>
                </c:pt>
                <c:pt idx="908">
                  <c:v>33.219</c:v>
                </c:pt>
                <c:pt idx="909">
                  <c:v>29.201</c:v>
                </c:pt>
                <c:pt idx="910">
                  <c:v>40.092</c:v>
                </c:pt>
                <c:pt idx="911">
                  <c:v>40.671</c:v>
                </c:pt>
                <c:pt idx="912">
                  <c:v>35.112</c:v>
                </c:pt>
                <c:pt idx="913">
                  <c:v>27.1</c:v>
                </c:pt>
                <c:pt idx="914">
                  <c:v>28.245</c:v>
                </c:pt>
                <c:pt idx="915">
                  <c:v>34.212</c:v>
                </c:pt>
                <c:pt idx="916">
                  <c:v>31.175</c:v>
                </c:pt>
                <c:pt idx="917">
                  <c:v>30.876</c:v>
                </c:pt>
                <c:pt idx="918">
                  <c:v>23.083</c:v>
                </c:pt>
                <c:pt idx="919">
                  <c:v>35.364</c:v>
                </c:pt>
                <c:pt idx="920">
                  <c:v>32.528</c:v>
                </c:pt>
                <c:pt idx="921">
                  <c:v>33.953</c:v>
                </c:pt>
                <c:pt idx="922">
                  <c:v>29.608</c:v>
                </c:pt>
                <c:pt idx="923">
                  <c:v>29.881</c:v>
                </c:pt>
                <c:pt idx="924">
                  <c:v>28.865</c:v>
                </c:pt>
                <c:pt idx="925">
                  <c:v>34.461</c:v>
                </c:pt>
                <c:pt idx="926">
                  <c:v>34.412</c:v>
                </c:pt>
                <c:pt idx="927">
                  <c:v>23.629</c:v>
                </c:pt>
                <c:pt idx="928">
                  <c:v>28.964</c:v>
                </c:pt>
                <c:pt idx="929">
                  <c:v>27.101</c:v>
                </c:pt>
                <c:pt idx="930">
                  <c:v>28.881</c:v>
                </c:pt>
                <c:pt idx="931">
                  <c:v>27.593</c:v>
                </c:pt>
                <c:pt idx="932">
                  <c:v>21.101</c:v>
                </c:pt>
                <c:pt idx="933">
                  <c:v>25.31</c:v>
                </c:pt>
                <c:pt idx="934">
                  <c:v>31.703</c:v>
                </c:pt>
                <c:pt idx="935">
                  <c:v>27.221</c:v>
                </c:pt>
                <c:pt idx="936">
                  <c:v>32.505</c:v>
                </c:pt>
                <c:pt idx="937">
                  <c:v>26.316</c:v>
                </c:pt>
                <c:pt idx="938">
                  <c:v>32.516</c:v>
                </c:pt>
                <c:pt idx="939">
                  <c:v>26.889</c:v>
                </c:pt>
                <c:pt idx="940">
                  <c:v>25.957</c:v>
                </c:pt>
                <c:pt idx="941">
                  <c:v>23.94</c:v>
                </c:pt>
                <c:pt idx="942">
                  <c:v>25.924</c:v>
                </c:pt>
                <c:pt idx="943">
                  <c:v>26.893</c:v>
                </c:pt>
                <c:pt idx="944">
                  <c:v>31.116</c:v>
                </c:pt>
                <c:pt idx="945">
                  <c:v>35.366</c:v>
                </c:pt>
                <c:pt idx="946">
                  <c:v>38.035</c:v>
                </c:pt>
                <c:pt idx="947">
                  <c:v>27.061</c:v>
                </c:pt>
                <c:pt idx="948">
                  <c:v>29.823</c:v>
                </c:pt>
                <c:pt idx="949">
                  <c:v>23.906</c:v>
                </c:pt>
                <c:pt idx="950">
                  <c:v>23.055</c:v>
                </c:pt>
                <c:pt idx="951">
                  <c:v>21.797</c:v>
                </c:pt>
                <c:pt idx="952">
                  <c:v>27.998</c:v>
                </c:pt>
                <c:pt idx="953">
                  <c:v>20.436</c:v>
                </c:pt>
                <c:pt idx="954">
                  <c:v>25.821</c:v>
                </c:pt>
                <c:pt idx="955">
                  <c:v>26.295</c:v>
                </c:pt>
                <c:pt idx="956">
                  <c:v>19.708</c:v>
                </c:pt>
                <c:pt idx="957">
                  <c:v>23.423</c:v>
                </c:pt>
                <c:pt idx="958">
                  <c:v>24.935</c:v>
                </c:pt>
                <c:pt idx="959">
                  <c:v>25.412</c:v>
                </c:pt>
                <c:pt idx="960">
                  <c:v>25.467</c:v>
                </c:pt>
                <c:pt idx="961">
                  <c:v>28.666</c:v>
                </c:pt>
                <c:pt idx="962">
                  <c:v>22.804</c:v>
                </c:pt>
                <c:pt idx="963">
                  <c:v>33.125</c:v>
                </c:pt>
                <c:pt idx="964">
                  <c:v>18.215</c:v>
                </c:pt>
                <c:pt idx="965">
                  <c:v>27.356</c:v>
                </c:pt>
                <c:pt idx="966">
                  <c:v>24.737</c:v>
                </c:pt>
                <c:pt idx="967">
                  <c:v>21.517</c:v>
                </c:pt>
                <c:pt idx="968">
                  <c:v>25.286</c:v>
                </c:pt>
                <c:pt idx="969">
                  <c:v>17.361</c:v>
                </c:pt>
                <c:pt idx="970">
                  <c:v>18.456</c:v>
                </c:pt>
                <c:pt idx="971">
                  <c:v>17.755</c:v>
                </c:pt>
                <c:pt idx="972">
                  <c:v>23.747</c:v>
                </c:pt>
                <c:pt idx="973">
                  <c:v>27.326</c:v>
                </c:pt>
                <c:pt idx="974">
                  <c:v>19.94</c:v>
                </c:pt>
                <c:pt idx="975">
                  <c:v>25.51</c:v>
                </c:pt>
                <c:pt idx="976">
                  <c:v>19.888</c:v>
                </c:pt>
                <c:pt idx="977">
                  <c:v>18.301</c:v>
                </c:pt>
                <c:pt idx="978">
                  <c:v>19.507</c:v>
                </c:pt>
                <c:pt idx="979">
                  <c:v>13.421</c:v>
                </c:pt>
                <c:pt idx="980">
                  <c:v>20.76</c:v>
                </c:pt>
                <c:pt idx="981">
                  <c:v>19.711</c:v>
                </c:pt>
                <c:pt idx="982">
                  <c:v>15.063</c:v>
                </c:pt>
                <c:pt idx="983">
                  <c:v>19.097</c:v>
                </c:pt>
                <c:pt idx="984">
                  <c:v>18.118</c:v>
                </c:pt>
                <c:pt idx="985">
                  <c:v>17.204</c:v>
                </c:pt>
                <c:pt idx="986">
                  <c:v>24.514</c:v>
                </c:pt>
                <c:pt idx="987">
                  <c:v>15.107</c:v>
                </c:pt>
                <c:pt idx="988">
                  <c:v>24.628</c:v>
                </c:pt>
                <c:pt idx="989">
                  <c:v>6421.923</c:v>
                </c:pt>
                <c:pt idx="990">
                  <c:v>1953.221</c:v>
                </c:pt>
                <c:pt idx="991">
                  <c:v>1703.025</c:v>
                </c:pt>
                <c:pt idx="992">
                  <c:v>1648.643</c:v>
                </c:pt>
                <c:pt idx="993">
                  <c:v>512.439</c:v>
                </c:pt>
                <c:pt idx="994">
                  <c:v>363.755</c:v>
                </c:pt>
                <c:pt idx="995">
                  <c:v>554.739</c:v>
                </c:pt>
                <c:pt idx="996">
                  <c:v>367.144</c:v>
                </c:pt>
                <c:pt idx="997">
                  <c:v>332.774</c:v>
                </c:pt>
                <c:pt idx="998">
                  <c:v>286.518</c:v>
                </c:pt>
                <c:pt idx="999">
                  <c:v>267.29</c:v>
                </c:pt>
                <c:pt idx="1000">
                  <c:v>253.006</c:v>
                </c:pt>
                <c:pt idx="1001">
                  <c:v>331.754</c:v>
                </c:pt>
                <c:pt idx="1002">
                  <c:v>218.336</c:v>
                </c:pt>
                <c:pt idx="1003">
                  <c:v>150.786</c:v>
                </c:pt>
                <c:pt idx="1004">
                  <c:v>253.458</c:v>
                </c:pt>
                <c:pt idx="1005">
                  <c:v>199.06</c:v>
                </c:pt>
                <c:pt idx="1006">
                  <c:v>171.976</c:v>
                </c:pt>
                <c:pt idx="1007">
                  <c:v>209.721</c:v>
                </c:pt>
                <c:pt idx="1008">
                  <c:v>174.254</c:v>
                </c:pt>
                <c:pt idx="1009">
                  <c:v>188.547</c:v>
                </c:pt>
                <c:pt idx="1010">
                  <c:v>255.177</c:v>
                </c:pt>
                <c:pt idx="1011">
                  <c:v>197.702</c:v>
                </c:pt>
                <c:pt idx="1012">
                  <c:v>167.804</c:v>
                </c:pt>
                <c:pt idx="1013">
                  <c:v>176.478</c:v>
                </c:pt>
                <c:pt idx="1014">
                  <c:v>188.973</c:v>
                </c:pt>
                <c:pt idx="1015">
                  <c:v>163.867</c:v>
                </c:pt>
                <c:pt idx="1016">
                  <c:v>163.31</c:v>
                </c:pt>
                <c:pt idx="1017">
                  <c:v>168.508</c:v>
                </c:pt>
                <c:pt idx="1018">
                  <c:v>153.234</c:v>
                </c:pt>
                <c:pt idx="1019">
                  <c:v>151.526</c:v>
                </c:pt>
                <c:pt idx="1020">
                  <c:v>145.247</c:v>
                </c:pt>
                <c:pt idx="1021">
                  <c:v>135.432</c:v>
                </c:pt>
                <c:pt idx="1022">
                  <c:v>131.567</c:v>
                </c:pt>
                <c:pt idx="1023">
                  <c:v>129.331</c:v>
                </c:pt>
                <c:pt idx="1024">
                  <c:v>135.589</c:v>
                </c:pt>
                <c:pt idx="1025">
                  <c:v>141.007</c:v>
                </c:pt>
                <c:pt idx="1026">
                  <c:v>161.049</c:v>
                </c:pt>
                <c:pt idx="1027">
                  <c:v>117.706</c:v>
                </c:pt>
                <c:pt idx="1028">
                  <c:v>142.54</c:v>
                </c:pt>
                <c:pt idx="1029">
                  <c:v>120.709</c:v>
                </c:pt>
                <c:pt idx="1030">
                  <c:v>138.831</c:v>
                </c:pt>
                <c:pt idx="1031">
                  <c:v>108.653</c:v>
                </c:pt>
                <c:pt idx="1032">
                  <c:v>126.655</c:v>
                </c:pt>
                <c:pt idx="1033">
                  <c:v>120.546</c:v>
                </c:pt>
                <c:pt idx="1034">
                  <c:v>135.613</c:v>
                </c:pt>
                <c:pt idx="1035">
                  <c:v>113.558</c:v>
                </c:pt>
                <c:pt idx="1036">
                  <c:v>97.251</c:v>
                </c:pt>
                <c:pt idx="1037">
                  <c:v>141.987</c:v>
                </c:pt>
                <c:pt idx="1038">
                  <c:v>129.395</c:v>
                </c:pt>
                <c:pt idx="1039">
                  <c:v>115.059</c:v>
                </c:pt>
                <c:pt idx="1040">
                  <c:v>103.809</c:v>
                </c:pt>
                <c:pt idx="1041">
                  <c:v>132.224</c:v>
                </c:pt>
                <c:pt idx="1042">
                  <c:v>108.398</c:v>
                </c:pt>
                <c:pt idx="1043">
                  <c:v>117.343</c:v>
                </c:pt>
                <c:pt idx="1044">
                  <c:v>97.446</c:v>
                </c:pt>
                <c:pt idx="1045">
                  <c:v>110.601</c:v>
                </c:pt>
                <c:pt idx="1046">
                  <c:v>109.819</c:v>
                </c:pt>
                <c:pt idx="1047">
                  <c:v>104.141</c:v>
                </c:pt>
                <c:pt idx="1048">
                  <c:v>102.365</c:v>
                </c:pt>
                <c:pt idx="1049">
                  <c:v>112.783</c:v>
                </c:pt>
                <c:pt idx="1050">
                  <c:v>96.527</c:v>
                </c:pt>
                <c:pt idx="1051">
                  <c:v>98.487</c:v>
                </c:pt>
                <c:pt idx="1052">
                  <c:v>95.386</c:v>
                </c:pt>
                <c:pt idx="1053">
                  <c:v>94.514</c:v>
                </c:pt>
                <c:pt idx="1054">
                  <c:v>132.275</c:v>
                </c:pt>
                <c:pt idx="1055">
                  <c:v>102.638</c:v>
                </c:pt>
                <c:pt idx="1056">
                  <c:v>91.976</c:v>
                </c:pt>
                <c:pt idx="1057">
                  <c:v>94.868</c:v>
                </c:pt>
                <c:pt idx="1058">
                  <c:v>96.593</c:v>
                </c:pt>
                <c:pt idx="1059">
                  <c:v>94.811</c:v>
                </c:pt>
                <c:pt idx="1060">
                  <c:v>86.143</c:v>
                </c:pt>
                <c:pt idx="1061">
                  <c:v>72.815</c:v>
                </c:pt>
                <c:pt idx="1062">
                  <c:v>88.382</c:v>
                </c:pt>
                <c:pt idx="1063">
                  <c:v>119.125</c:v>
                </c:pt>
                <c:pt idx="1064">
                  <c:v>90.523</c:v>
                </c:pt>
                <c:pt idx="1065">
                  <c:v>101.684</c:v>
                </c:pt>
                <c:pt idx="1066">
                  <c:v>87.672</c:v>
                </c:pt>
                <c:pt idx="1067">
                  <c:v>83.924</c:v>
                </c:pt>
                <c:pt idx="1068">
                  <c:v>70.65</c:v>
                </c:pt>
                <c:pt idx="1069">
                  <c:v>76.085</c:v>
                </c:pt>
                <c:pt idx="1070">
                  <c:v>80.405</c:v>
                </c:pt>
                <c:pt idx="1071">
                  <c:v>72.872</c:v>
                </c:pt>
                <c:pt idx="1072">
                  <c:v>70.109</c:v>
                </c:pt>
                <c:pt idx="1073">
                  <c:v>82.579</c:v>
                </c:pt>
                <c:pt idx="1074">
                  <c:v>98.139</c:v>
                </c:pt>
                <c:pt idx="1075">
                  <c:v>79.236</c:v>
                </c:pt>
                <c:pt idx="1076">
                  <c:v>70.701</c:v>
                </c:pt>
                <c:pt idx="1077">
                  <c:v>74.551</c:v>
                </c:pt>
                <c:pt idx="1078">
                  <c:v>77.527</c:v>
                </c:pt>
                <c:pt idx="1079">
                  <c:v>86.414</c:v>
                </c:pt>
                <c:pt idx="1080">
                  <c:v>62.631</c:v>
                </c:pt>
                <c:pt idx="1081">
                  <c:v>70.1</c:v>
                </c:pt>
                <c:pt idx="1082">
                  <c:v>78.278</c:v>
                </c:pt>
                <c:pt idx="1083">
                  <c:v>65.528</c:v>
                </c:pt>
                <c:pt idx="1084">
                  <c:v>82.371</c:v>
                </c:pt>
                <c:pt idx="1085">
                  <c:v>81.235</c:v>
                </c:pt>
                <c:pt idx="1086">
                  <c:v>57.984</c:v>
                </c:pt>
                <c:pt idx="1087">
                  <c:v>64.037</c:v>
                </c:pt>
                <c:pt idx="1088">
                  <c:v>85.445</c:v>
                </c:pt>
                <c:pt idx="1089">
                  <c:v>82.431</c:v>
                </c:pt>
                <c:pt idx="1090">
                  <c:v>58.493</c:v>
                </c:pt>
                <c:pt idx="1091">
                  <c:v>67.603</c:v>
                </c:pt>
                <c:pt idx="1092">
                  <c:v>55.485</c:v>
                </c:pt>
                <c:pt idx="1093">
                  <c:v>46.218</c:v>
                </c:pt>
                <c:pt idx="1094">
                  <c:v>55.879</c:v>
                </c:pt>
                <c:pt idx="1095">
                  <c:v>60.444</c:v>
                </c:pt>
                <c:pt idx="1096">
                  <c:v>59.597</c:v>
                </c:pt>
                <c:pt idx="1097">
                  <c:v>63.501</c:v>
                </c:pt>
                <c:pt idx="1098">
                  <c:v>52.731</c:v>
                </c:pt>
                <c:pt idx="1099">
                  <c:v>50.454</c:v>
                </c:pt>
                <c:pt idx="1100">
                  <c:v>58.866</c:v>
                </c:pt>
                <c:pt idx="1101">
                  <c:v>57.229</c:v>
                </c:pt>
                <c:pt idx="1102">
                  <c:v>68.632</c:v>
                </c:pt>
                <c:pt idx="1103">
                  <c:v>64.45</c:v>
                </c:pt>
                <c:pt idx="1104">
                  <c:v>53.975</c:v>
                </c:pt>
                <c:pt idx="1105">
                  <c:v>49.599</c:v>
                </c:pt>
                <c:pt idx="1106">
                  <c:v>63.673</c:v>
                </c:pt>
                <c:pt idx="1107">
                  <c:v>62.566</c:v>
                </c:pt>
                <c:pt idx="1108">
                  <c:v>53.398</c:v>
                </c:pt>
                <c:pt idx="1109">
                  <c:v>54.385</c:v>
                </c:pt>
                <c:pt idx="1110">
                  <c:v>59.793</c:v>
                </c:pt>
                <c:pt idx="1111">
                  <c:v>51.719</c:v>
                </c:pt>
                <c:pt idx="1112">
                  <c:v>52.863</c:v>
                </c:pt>
                <c:pt idx="1113">
                  <c:v>50.082</c:v>
                </c:pt>
                <c:pt idx="1114">
                  <c:v>47.784</c:v>
                </c:pt>
                <c:pt idx="1115">
                  <c:v>47.981</c:v>
                </c:pt>
                <c:pt idx="1116">
                  <c:v>43.001</c:v>
                </c:pt>
                <c:pt idx="1117">
                  <c:v>48.747</c:v>
                </c:pt>
                <c:pt idx="1118">
                  <c:v>65.59</c:v>
                </c:pt>
                <c:pt idx="1119">
                  <c:v>47.828</c:v>
                </c:pt>
                <c:pt idx="1120">
                  <c:v>71.098</c:v>
                </c:pt>
                <c:pt idx="1121">
                  <c:v>49.369</c:v>
                </c:pt>
                <c:pt idx="1122">
                  <c:v>39.591</c:v>
                </c:pt>
                <c:pt idx="1123">
                  <c:v>45.041</c:v>
                </c:pt>
                <c:pt idx="1124">
                  <c:v>48.566</c:v>
                </c:pt>
                <c:pt idx="1125">
                  <c:v>50.726</c:v>
                </c:pt>
                <c:pt idx="1126">
                  <c:v>47.073</c:v>
                </c:pt>
                <c:pt idx="1127">
                  <c:v>57.667</c:v>
                </c:pt>
                <c:pt idx="1128">
                  <c:v>46.302</c:v>
                </c:pt>
                <c:pt idx="1129">
                  <c:v>41.371</c:v>
                </c:pt>
                <c:pt idx="1130">
                  <c:v>49.909</c:v>
                </c:pt>
                <c:pt idx="1131">
                  <c:v>50.239</c:v>
                </c:pt>
                <c:pt idx="1132">
                  <c:v>44.319</c:v>
                </c:pt>
                <c:pt idx="1133">
                  <c:v>42.896</c:v>
                </c:pt>
                <c:pt idx="1134">
                  <c:v>40.354</c:v>
                </c:pt>
                <c:pt idx="1135">
                  <c:v>36.824</c:v>
                </c:pt>
                <c:pt idx="1136">
                  <c:v>44.561</c:v>
                </c:pt>
                <c:pt idx="1137">
                  <c:v>37.511</c:v>
                </c:pt>
                <c:pt idx="1138">
                  <c:v>49.514</c:v>
                </c:pt>
                <c:pt idx="1139">
                  <c:v>46.463</c:v>
                </c:pt>
                <c:pt idx="1140">
                  <c:v>38.117</c:v>
                </c:pt>
                <c:pt idx="1141">
                  <c:v>39.446</c:v>
                </c:pt>
                <c:pt idx="1142">
                  <c:v>43.538</c:v>
                </c:pt>
                <c:pt idx="1143">
                  <c:v>43.777</c:v>
                </c:pt>
                <c:pt idx="1144">
                  <c:v>44.193</c:v>
                </c:pt>
                <c:pt idx="1145">
                  <c:v>35.709</c:v>
                </c:pt>
                <c:pt idx="1146">
                  <c:v>43.388</c:v>
                </c:pt>
                <c:pt idx="1147">
                  <c:v>59.025</c:v>
                </c:pt>
                <c:pt idx="1148">
                  <c:v>34.509</c:v>
                </c:pt>
                <c:pt idx="1149">
                  <c:v>38.48</c:v>
                </c:pt>
                <c:pt idx="1150">
                  <c:v>45.714</c:v>
                </c:pt>
                <c:pt idx="1151">
                  <c:v>52.705</c:v>
                </c:pt>
                <c:pt idx="1152">
                  <c:v>38.811</c:v>
                </c:pt>
                <c:pt idx="1153">
                  <c:v>41.404</c:v>
                </c:pt>
                <c:pt idx="1154">
                  <c:v>37.031</c:v>
                </c:pt>
                <c:pt idx="1155">
                  <c:v>36.271</c:v>
                </c:pt>
                <c:pt idx="1156">
                  <c:v>36.942</c:v>
                </c:pt>
                <c:pt idx="1157">
                  <c:v>32.961</c:v>
                </c:pt>
                <c:pt idx="1158">
                  <c:v>39.515</c:v>
                </c:pt>
                <c:pt idx="1159">
                  <c:v>35.761</c:v>
                </c:pt>
                <c:pt idx="1160">
                  <c:v>39.259</c:v>
                </c:pt>
                <c:pt idx="1161">
                  <c:v>33.135</c:v>
                </c:pt>
                <c:pt idx="1162">
                  <c:v>32.752</c:v>
                </c:pt>
                <c:pt idx="1163">
                  <c:v>30.734</c:v>
                </c:pt>
                <c:pt idx="1164">
                  <c:v>31.688</c:v>
                </c:pt>
                <c:pt idx="1165">
                  <c:v>30.601</c:v>
                </c:pt>
                <c:pt idx="1166">
                  <c:v>41.908</c:v>
                </c:pt>
                <c:pt idx="1167">
                  <c:v>34.448</c:v>
                </c:pt>
                <c:pt idx="1168">
                  <c:v>30.128</c:v>
                </c:pt>
                <c:pt idx="1169">
                  <c:v>34.3</c:v>
                </c:pt>
                <c:pt idx="1170">
                  <c:v>30.714</c:v>
                </c:pt>
                <c:pt idx="1171">
                  <c:v>37.012</c:v>
                </c:pt>
                <c:pt idx="1172">
                  <c:v>27.157</c:v>
                </c:pt>
                <c:pt idx="1173">
                  <c:v>34.283</c:v>
                </c:pt>
                <c:pt idx="1174">
                  <c:v>25.107</c:v>
                </c:pt>
                <c:pt idx="1175">
                  <c:v>35.741</c:v>
                </c:pt>
                <c:pt idx="1176">
                  <c:v>25.537</c:v>
                </c:pt>
                <c:pt idx="1177">
                  <c:v>30.302</c:v>
                </c:pt>
                <c:pt idx="1178">
                  <c:v>31.959</c:v>
                </c:pt>
                <c:pt idx="1179">
                  <c:v>29.238</c:v>
                </c:pt>
                <c:pt idx="1180">
                  <c:v>41.698</c:v>
                </c:pt>
                <c:pt idx="1181">
                  <c:v>28.943</c:v>
                </c:pt>
                <c:pt idx="1182">
                  <c:v>26.422</c:v>
                </c:pt>
                <c:pt idx="1183">
                  <c:v>29.9</c:v>
                </c:pt>
                <c:pt idx="1184">
                  <c:v>32.839</c:v>
                </c:pt>
                <c:pt idx="1185">
                  <c:v>31.067</c:v>
                </c:pt>
                <c:pt idx="1186">
                  <c:v>23.005</c:v>
                </c:pt>
                <c:pt idx="1187">
                  <c:v>30.816</c:v>
                </c:pt>
                <c:pt idx="1188">
                  <c:v>37.362</c:v>
                </c:pt>
                <c:pt idx="1189">
                  <c:v>32.147</c:v>
                </c:pt>
                <c:pt idx="1190">
                  <c:v>23.886</c:v>
                </c:pt>
                <c:pt idx="1191">
                  <c:v>25.342</c:v>
                </c:pt>
                <c:pt idx="1192">
                  <c:v>33.064</c:v>
                </c:pt>
                <c:pt idx="1193">
                  <c:v>24.483</c:v>
                </c:pt>
                <c:pt idx="1194">
                  <c:v>28.956</c:v>
                </c:pt>
                <c:pt idx="1195">
                  <c:v>29.762</c:v>
                </c:pt>
                <c:pt idx="1196">
                  <c:v>33.424</c:v>
                </c:pt>
                <c:pt idx="1197">
                  <c:v>27.492</c:v>
                </c:pt>
                <c:pt idx="1198">
                  <c:v>30.139</c:v>
                </c:pt>
                <c:pt idx="1199">
                  <c:v>26.738</c:v>
                </c:pt>
                <c:pt idx="1200">
                  <c:v>30.842</c:v>
                </c:pt>
                <c:pt idx="1201">
                  <c:v>24.852</c:v>
                </c:pt>
                <c:pt idx="1202">
                  <c:v>40.523</c:v>
                </c:pt>
                <c:pt idx="1203">
                  <c:v>30.29</c:v>
                </c:pt>
                <c:pt idx="1204">
                  <c:v>27.404</c:v>
                </c:pt>
                <c:pt idx="1205">
                  <c:v>29.538</c:v>
                </c:pt>
                <c:pt idx="1206">
                  <c:v>21.382</c:v>
                </c:pt>
                <c:pt idx="1207">
                  <c:v>23.57</c:v>
                </c:pt>
                <c:pt idx="1208">
                  <c:v>26.514</c:v>
                </c:pt>
                <c:pt idx="1209">
                  <c:v>31.492</c:v>
                </c:pt>
                <c:pt idx="1210">
                  <c:v>31.317</c:v>
                </c:pt>
                <c:pt idx="1211">
                  <c:v>29.203</c:v>
                </c:pt>
                <c:pt idx="1212">
                  <c:v>23.382</c:v>
                </c:pt>
                <c:pt idx="1213">
                  <c:v>20.497</c:v>
                </c:pt>
                <c:pt idx="1214">
                  <c:v>33.365</c:v>
                </c:pt>
                <c:pt idx="1215">
                  <c:v>22.993</c:v>
                </c:pt>
                <c:pt idx="1216">
                  <c:v>21.081</c:v>
                </c:pt>
                <c:pt idx="1217">
                  <c:v>20.831</c:v>
                </c:pt>
                <c:pt idx="1218">
                  <c:v>28.158</c:v>
                </c:pt>
                <c:pt idx="1219">
                  <c:v>24.709</c:v>
                </c:pt>
                <c:pt idx="1220">
                  <c:v>19.551</c:v>
                </c:pt>
                <c:pt idx="1221">
                  <c:v>23.295</c:v>
                </c:pt>
                <c:pt idx="1222">
                  <c:v>20.013</c:v>
                </c:pt>
                <c:pt idx="1223">
                  <c:v>29.902</c:v>
                </c:pt>
                <c:pt idx="1224">
                  <c:v>17.838</c:v>
                </c:pt>
                <c:pt idx="1225">
                  <c:v>22.951</c:v>
                </c:pt>
                <c:pt idx="1226">
                  <c:v>17.563</c:v>
                </c:pt>
                <c:pt idx="1227">
                  <c:v>19.053</c:v>
                </c:pt>
                <c:pt idx="1228">
                  <c:v>22.534</c:v>
                </c:pt>
                <c:pt idx="1229">
                  <c:v>25.015</c:v>
                </c:pt>
                <c:pt idx="1230">
                  <c:v>21.347</c:v>
                </c:pt>
                <c:pt idx="1231">
                  <c:v>22.728</c:v>
                </c:pt>
                <c:pt idx="1232">
                  <c:v>20.948</c:v>
                </c:pt>
                <c:pt idx="1233">
                  <c:v>22.976</c:v>
                </c:pt>
                <c:pt idx="1234">
                  <c:v>17.524</c:v>
                </c:pt>
                <c:pt idx="1235">
                  <c:v>32.094</c:v>
                </c:pt>
                <c:pt idx="1236">
                  <c:v>20.323</c:v>
                </c:pt>
                <c:pt idx="1237">
                  <c:v>19.667</c:v>
                </c:pt>
                <c:pt idx="1238">
                  <c:v>24.684</c:v>
                </c:pt>
                <c:pt idx="1239">
                  <c:v>23.383</c:v>
                </c:pt>
                <c:pt idx="1240">
                  <c:v>21.78</c:v>
                </c:pt>
                <c:pt idx="1241">
                  <c:v>17.972</c:v>
                </c:pt>
                <c:pt idx="1242">
                  <c:v>17.405</c:v>
                </c:pt>
                <c:pt idx="1243">
                  <c:v>19.959</c:v>
                </c:pt>
                <c:pt idx="1244">
                  <c:v>19.418</c:v>
                </c:pt>
                <c:pt idx="1245">
                  <c:v>23.631</c:v>
                </c:pt>
                <c:pt idx="1246">
                  <c:v>23.363</c:v>
                </c:pt>
                <c:pt idx="1247">
                  <c:v>590.408</c:v>
                </c:pt>
                <c:pt idx="1248">
                  <c:v>555.045</c:v>
                </c:pt>
                <c:pt idx="1249">
                  <c:v>495.093</c:v>
                </c:pt>
                <c:pt idx="1250">
                  <c:v>601.367</c:v>
                </c:pt>
                <c:pt idx="1251">
                  <c:v>448.371</c:v>
                </c:pt>
                <c:pt idx="1252">
                  <c:v>583.649</c:v>
                </c:pt>
                <c:pt idx="1253">
                  <c:v>317.533</c:v>
                </c:pt>
                <c:pt idx="1254">
                  <c:v>341.461</c:v>
                </c:pt>
                <c:pt idx="1255">
                  <c:v>350.253</c:v>
                </c:pt>
                <c:pt idx="1256">
                  <c:v>397.166</c:v>
                </c:pt>
                <c:pt idx="1257">
                  <c:v>269.69</c:v>
                </c:pt>
                <c:pt idx="1258">
                  <c:v>237.422</c:v>
                </c:pt>
                <c:pt idx="1259">
                  <c:v>229.14</c:v>
                </c:pt>
                <c:pt idx="1260">
                  <c:v>251.68</c:v>
                </c:pt>
                <c:pt idx="1261">
                  <c:v>245.591</c:v>
                </c:pt>
                <c:pt idx="1262">
                  <c:v>193.453</c:v>
                </c:pt>
                <c:pt idx="1263">
                  <c:v>174.8</c:v>
                </c:pt>
                <c:pt idx="1264">
                  <c:v>286.122</c:v>
                </c:pt>
                <c:pt idx="1265">
                  <c:v>151.701</c:v>
                </c:pt>
                <c:pt idx="1266">
                  <c:v>182.832</c:v>
                </c:pt>
                <c:pt idx="1267">
                  <c:v>234.867</c:v>
                </c:pt>
                <c:pt idx="1268">
                  <c:v>176.661</c:v>
                </c:pt>
                <c:pt idx="1269">
                  <c:v>182.141</c:v>
                </c:pt>
                <c:pt idx="1270">
                  <c:v>175.738</c:v>
                </c:pt>
                <c:pt idx="1271">
                  <c:v>169.215</c:v>
                </c:pt>
                <c:pt idx="1272">
                  <c:v>156.938</c:v>
                </c:pt>
                <c:pt idx="1273">
                  <c:v>145.57</c:v>
                </c:pt>
                <c:pt idx="1274">
                  <c:v>196.197</c:v>
                </c:pt>
                <c:pt idx="1275">
                  <c:v>133.052</c:v>
                </c:pt>
                <c:pt idx="1276">
                  <c:v>122.52</c:v>
                </c:pt>
                <c:pt idx="1277">
                  <c:v>113.032</c:v>
                </c:pt>
                <c:pt idx="1278">
                  <c:v>121.547</c:v>
                </c:pt>
                <c:pt idx="1279">
                  <c:v>127.786</c:v>
                </c:pt>
                <c:pt idx="1280">
                  <c:v>113.785</c:v>
                </c:pt>
                <c:pt idx="1281">
                  <c:v>156.203</c:v>
                </c:pt>
                <c:pt idx="1282">
                  <c:v>173.029</c:v>
                </c:pt>
                <c:pt idx="1283">
                  <c:v>126.368</c:v>
                </c:pt>
                <c:pt idx="1284">
                  <c:v>162.557</c:v>
                </c:pt>
                <c:pt idx="1285">
                  <c:v>109.148</c:v>
                </c:pt>
                <c:pt idx="1286">
                  <c:v>140.178</c:v>
                </c:pt>
                <c:pt idx="1287">
                  <c:v>103.114</c:v>
                </c:pt>
                <c:pt idx="1288">
                  <c:v>89.072</c:v>
                </c:pt>
                <c:pt idx="1289">
                  <c:v>112.095</c:v>
                </c:pt>
                <c:pt idx="1290">
                  <c:v>127.704</c:v>
                </c:pt>
                <c:pt idx="1291">
                  <c:v>101.641</c:v>
                </c:pt>
                <c:pt idx="1292">
                  <c:v>119.074</c:v>
                </c:pt>
                <c:pt idx="1293">
                  <c:v>102.437</c:v>
                </c:pt>
                <c:pt idx="1294">
                  <c:v>102.041</c:v>
                </c:pt>
                <c:pt idx="1295">
                  <c:v>101.119</c:v>
                </c:pt>
                <c:pt idx="1296">
                  <c:v>95.301</c:v>
                </c:pt>
                <c:pt idx="1297">
                  <c:v>133.872</c:v>
                </c:pt>
                <c:pt idx="1298">
                  <c:v>107.897</c:v>
                </c:pt>
                <c:pt idx="1299">
                  <c:v>89.046</c:v>
                </c:pt>
                <c:pt idx="1300">
                  <c:v>84.246</c:v>
                </c:pt>
                <c:pt idx="1301">
                  <c:v>97.698</c:v>
                </c:pt>
                <c:pt idx="1302">
                  <c:v>100.403</c:v>
                </c:pt>
                <c:pt idx="1303">
                  <c:v>109.866</c:v>
                </c:pt>
                <c:pt idx="1304">
                  <c:v>105.785</c:v>
                </c:pt>
                <c:pt idx="1305">
                  <c:v>103.236</c:v>
                </c:pt>
                <c:pt idx="1306">
                  <c:v>89.963</c:v>
                </c:pt>
                <c:pt idx="1307">
                  <c:v>92.081</c:v>
                </c:pt>
                <c:pt idx="1308">
                  <c:v>103.059</c:v>
                </c:pt>
                <c:pt idx="1309">
                  <c:v>96.193</c:v>
                </c:pt>
                <c:pt idx="1310">
                  <c:v>101.558</c:v>
                </c:pt>
                <c:pt idx="1311">
                  <c:v>89.895</c:v>
                </c:pt>
                <c:pt idx="1312">
                  <c:v>101.601</c:v>
                </c:pt>
                <c:pt idx="1313">
                  <c:v>118.667</c:v>
                </c:pt>
                <c:pt idx="1314">
                  <c:v>91.065</c:v>
                </c:pt>
                <c:pt idx="1315">
                  <c:v>92.242</c:v>
                </c:pt>
                <c:pt idx="1316">
                  <c:v>86.751</c:v>
                </c:pt>
                <c:pt idx="1317">
                  <c:v>70.062</c:v>
                </c:pt>
                <c:pt idx="1318">
                  <c:v>83.53</c:v>
                </c:pt>
                <c:pt idx="1319">
                  <c:v>75.819</c:v>
                </c:pt>
                <c:pt idx="1320">
                  <c:v>106.149</c:v>
                </c:pt>
                <c:pt idx="1321">
                  <c:v>65.689</c:v>
                </c:pt>
                <c:pt idx="1322">
                  <c:v>71.522</c:v>
                </c:pt>
                <c:pt idx="1323">
                  <c:v>57.255</c:v>
                </c:pt>
                <c:pt idx="1324">
                  <c:v>67.744</c:v>
                </c:pt>
                <c:pt idx="1325">
                  <c:v>74.141</c:v>
                </c:pt>
                <c:pt idx="1326">
                  <c:v>99.679</c:v>
                </c:pt>
                <c:pt idx="1327">
                  <c:v>73.874</c:v>
                </c:pt>
                <c:pt idx="1328">
                  <c:v>75.823</c:v>
                </c:pt>
                <c:pt idx="1329">
                  <c:v>67.962</c:v>
                </c:pt>
                <c:pt idx="1330">
                  <c:v>61.901</c:v>
                </c:pt>
                <c:pt idx="1331">
                  <c:v>56.587</c:v>
                </c:pt>
                <c:pt idx="1332">
                  <c:v>69.301</c:v>
                </c:pt>
                <c:pt idx="1333">
                  <c:v>75.999</c:v>
                </c:pt>
                <c:pt idx="1334">
                  <c:v>70.154</c:v>
                </c:pt>
                <c:pt idx="1335">
                  <c:v>68.138</c:v>
                </c:pt>
                <c:pt idx="1336">
                  <c:v>71.798</c:v>
                </c:pt>
                <c:pt idx="1337">
                  <c:v>65.726</c:v>
                </c:pt>
                <c:pt idx="1338">
                  <c:v>72.147</c:v>
                </c:pt>
                <c:pt idx="1339">
                  <c:v>89.832</c:v>
                </c:pt>
                <c:pt idx="1340">
                  <c:v>77.798</c:v>
                </c:pt>
                <c:pt idx="1341">
                  <c:v>71.774</c:v>
                </c:pt>
                <c:pt idx="1342">
                  <c:v>75.276</c:v>
                </c:pt>
                <c:pt idx="1343">
                  <c:v>59.249</c:v>
                </c:pt>
                <c:pt idx="1344">
                  <c:v>64.387</c:v>
                </c:pt>
                <c:pt idx="1345">
                  <c:v>60.894</c:v>
                </c:pt>
                <c:pt idx="1346">
                  <c:v>58.573</c:v>
                </c:pt>
                <c:pt idx="1347">
                  <c:v>68.353</c:v>
                </c:pt>
                <c:pt idx="1348">
                  <c:v>65.787</c:v>
                </c:pt>
                <c:pt idx="1349">
                  <c:v>62.974</c:v>
                </c:pt>
                <c:pt idx="1350">
                  <c:v>66.441</c:v>
                </c:pt>
                <c:pt idx="1351">
                  <c:v>72.484</c:v>
                </c:pt>
                <c:pt idx="1352">
                  <c:v>56.727</c:v>
                </c:pt>
                <c:pt idx="1353">
                  <c:v>64.611</c:v>
                </c:pt>
                <c:pt idx="1354">
                  <c:v>63.763</c:v>
                </c:pt>
                <c:pt idx="1355">
                  <c:v>70.29</c:v>
                </c:pt>
                <c:pt idx="1356">
                  <c:v>57.877</c:v>
                </c:pt>
                <c:pt idx="1357">
                  <c:v>47.064</c:v>
                </c:pt>
                <c:pt idx="1358">
                  <c:v>54.275</c:v>
                </c:pt>
                <c:pt idx="1359">
                  <c:v>50.97</c:v>
                </c:pt>
                <c:pt idx="1360">
                  <c:v>49.715</c:v>
                </c:pt>
                <c:pt idx="1361">
                  <c:v>49.44</c:v>
                </c:pt>
                <c:pt idx="1362">
                  <c:v>45.66</c:v>
                </c:pt>
                <c:pt idx="1363">
                  <c:v>43.152</c:v>
                </c:pt>
                <c:pt idx="1364">
                  <c:v>70.108</c:v>
                </c:pt>
                <c:pt idx="1365">
                  <c:v>47.809</c:v>
                </c:pt>
                <c:pt idx="1366">
                  <c:v>46.687</c:v>
                </c:pt>
                <c:pt idx="1367">
                  <c:v>58.184</c:v>
                </c:pt>
                <c:pt idx="1368">
                  <c:v>52.434</c:v>
                </c:pt>
                <c:pt idx="1369">
                  <c:v>43.421</c:v>
                </c:pt>
                <c:pt idx="1370">
                  <c:v>48.958</c:v>
                </c:pt>
                <c:pt idx="1371">
                  <c:v>41.064</c:v>
                </c:pt>
                <c:pt idx="1372">
                  <c:v>47.212</c:v>
                </c:pt>
                <c:pt idx="1373">
                  <c:v>45.33</c:v>
                </c:pt>
                <c:pt idx="1374">
                  <c:v>35.559</c:v>
                </c:pt>
                <c:pt idx="1375">
                  <c:v>43.257</c:v>
                </c:pt>
                <c:pt idx="1376">
                  <c:v>39.996</c:v>
                </c:pt>
                <c:pt idx="1377">
                  <c:v>48.415</c:v>
                </c:pt>
                <c:pt idx="1378">
                  <c:v>33.854</c:v>
                </c:pt>
                <c:pt idx="1379">
                  <c:v>41.088</c:v>
                </c:pt>
                <c:pt idx="1380">
                  <c:v>49.822</c:v>
                </c:pt>
                <c:pt idx="1381">
                  <c:v>47.79</c:v>
                </c:pt>
                <c:pt idx="1382">
                  <c:v>42.081</c:v>
                </c:pt>
                <c:pt idx="1383">
                  <c:v>39.246</c:v>
                </c:pt>
                <c:pt idx="1384">
                  <c:v>40.868</c:v>
                </c:pt>
                <c:pt idx="1385">
                  <c:v>35.59</c:v>
                </c:pt>
                <c:pt idx="1386">
                  <c:v>51.588</c:v>
                </c:pt>
                <c:pt idx="1387">
                  <c:v>53.308</c:v>
                </c:pt>
                <c:pt idx="1388">
                  <c:v>43.563</c:v>
                </c:pt>
                <c:pt idx="1389">
                  <c:v>56.818</c:v>
                </c:pt>
                <c:pt idx="1390">
                  <c:v>39.292</c:v>
                </c:pt>
                <c:pt idx="1391">
                  <c:v>35.731</c:v>
                </c:pt>
                <c:pt idx="1392">
                  <c:v>38.042</c:v>
                </c:pt>
                <c:pt idx="1393">
                  <c:v>36.429</c:v>
                </c:pt>
                <c:pt idx="1394">
                  <c:v>37.915</c:v>
                </c:pt>
                <c:pt idx="1395">
                  <c:v>37.835</c:v>
                </c:pt>
                <c:pt idx="1396">
                  <c:v>46.308</c:v>
                </c:pt>
                <c:pt idx="1397">
                  <c:v>33.279</c:v>
                </c:pt>
                <c:pt idx="1398">
                  <c:v>43.032</c:v>
                </c:pt>
                <c:pt idx="1399">
                  <c:v>39.018</c:v>
                </c:pt>
                <c:pt idx="1400">
                  <c:v>40.011</c:v>
                </c:pt>
                <c:pt idx="1401">
                  <c:v>58.209</c:v>
                </c:pt>
                <c:pt idx="1402">
                  <c:v>32.723</c:v>
                </c:pt>
                <c:pt idx="1403">
                  <c:v>40.452</c:v>
                </c:pt>
                <c:pt idx="1404">
                  <c:v>36.442</c:v>
                </c:pt>
                <c:pt idx="1405">
                  <c:v>57.659</c:v>
                </c:pt>
                <c:pt idx="1406">
                  <c:v>32.166</c:v>
                </c:pt>
                <c:pt idx="1407">
                  <c:v>44.388</c:v>
                </c:pt>
                <c:pt idx="1408">
                  <c:v>39.33</c:v>
                </c:pt>
                <c:pt idx="1409">
                  <c:v>42.033</c:v>
                </c:pt>
                <c:pt idx="1410">
                  <c:v>44.461</c:v>
                </c:pt>
                <c:pt idx="1411">
                  <c:v>45.672</c:v>
                </c:pt>
                <c:pt idx="1412">
                  <c:v>40.595</c:v>
                </c:pt>
                <c:pt idx="1413">
                  <c:v>25.32</c:v>
                </c:pt>
                <c:pt idx="1414">
                  <c:v>32.589</c:v>
                </c:pt>
                <c:pt idx="1415">
                  <c:v>35.796</c:v>
                </c:pt>
                <c:pt idx="1416">
                  <c:v>31.569</c:v>
                </c:pt>
                <c:pt idx="1417">
                  <c:v>41.414</c:v>
                </c:pt>
                <c:pt idx="1418">
                  <c:v>34.904</c:v>
                </c:pt>
                <c:pt idx="1419">
                  <c:v>31.645</c:v>
                </c:pt>
                <c:pt idx="1420">
                  <c:v>34.032</c:v>
                </c:pt>
                <c:pt idx="1421">
                  <c:v>34.635</c:v>
                </c:pt>
                <c:pt idx="1422">
                  <c:v>34.169</c:v>
                </c:pt>
                <c:pt idx="1423">
                  <c:v>40.271</c:v>
                </c:pt>
                <c:pt idx="1424">
                  <c:v>48.96</c:v>
                </c:pt>
                <c:pt idx="1425">
                  <c:v>35.662</c:v>
                </c:pt>
                <c:pt idx="1426">
                  <c:v>38.132</c:v>
                </c:pt>
                <c:pt idx="1427">
                  <c:v>32.619</c:v>
                </c:pt>
                <c:pt idx="1428">
                  <c:v>37.348</c:v>
                </c:pt>
                <c:pt idx="1429">
                  <c:v>26.097</c:v>
                </c:pt>
                <c:pt idx="1430">
                  <c:v>25.414</c:v>
                </c:pt>
                <c:pt idx="1431">
                  <c:v>38.025</c:v>
                </c:pt>
                <c:pt idx="1432">
                  <c:v>46.255</c:v>
                </c:pt>
                <c:pt idx="1433">
                  <c:v>30.565</c:v>
                </c:pt>
                <c:pt idx="1434">
                  <c:v>33.098</c:v>
                </c:pt>
                <c:pt idx="1435">
                  <c:v>38.511</c:v>
                </c:pt>
                <c:pt idx="1436">
                  <c:v>35.917</c:v>
                </c:pt>
                <c:pt idx="1437">
                  <c:v>27.911</c:v>
                </c:pt>
                <c:pt idx="1438">
                  <c:v>32.78</c:v>
                </c:pt>
                <c:pt idx="1439">
                  <c:v>29.857</c:v>
                </c:pt>
                <c:pt idx="1440">
                  <c:v>36.888</c:v>
                </c:pt>
                <c:pt idx="1441">
                  <c:v>31.586</c:v>
                </c:pt>
                <c:pt idx="1442">
                  <c:v>27.294</c:v>
                </c:pt>
                <c:pt idx="1443">
                  <c:v>28.992</c:v>
                </c:pt>
                <c:pt idx="1444">
                  <c:v>35.279</c:v>
                </c:pt>
                <c:pt idx="1445">
                  <c:v>32.479</c:v>
                </c:pt>
                <c:pt idx="1446">
                  <c:v>43.712</c:v>
                </c:pt>
                <c:pt idx="1447">
                  <c:v>26.896</c:v>
                </c:pt>
                <c:pt idx="1448">
                  <c:v>30.16</c:v>
                </c:pt>
                <c:pt idx="1449">
                  <c:v>30.884</c:v>
                </c:pt>
                <c:pt idx="1450">
                  <c:v>21.652</c:v>
                </c:pt>
                <c:pt idx="1451">
                  <c:v>27.58</c:v>
                </c:pt>
                <c:pt idx="1452">
                  <c:v>29.053</c:v>
                </c:pt>
                <c:pt idx="1453">
                  <c:v>44.316</c:v>
                </c:pt>
                <c:pt idx="1454">
                  <c:v>41.14</c:v>
                </c:pt>
                <c:pt idx="1455">
                  <c:v>33.191</c:v>
                </c:pt>
                <c:pt idx="1456">
                  <c:v>39.169</c:v>
                </c:pt>
                <c:pt idx="1457">
                  <c:v>30.503</c:v>
                </c:pt>
                <c:pt idx="1458">
                  <c:v>31.631</c:v>
                </c:pt>
                <c:pt idx="1459">
                  <c:v>25.878</c:v>
                </c:pt>
                <c:pt idx="1460">
                  <c:v>40.178</c:v>
                </c:pt>
                <c:pt idx="1461">
                  <c:v>27.558</c:v>
                </c:pt>
                <c:pt idx="1462">
                  <c:v>30.534</c:v>
                </c:pt>
                <c:pt idx="1463">
                  <c:v>35.804</c:v>
                </c:pt>
                <c:pt idx="1464">
                  <c:v>33.506</c:v>
                </c:pt>
                <c:pt idx="1465">
                  <c:v>25.351</c:v>
                </c:pt>
                <c:pt idx="1466">
                  <c:v>25.847</c:v>
                </c:pt>
                <c:pt idx="1467">
                  <c:v>33.665</c:v>
                </c:pt>
                <c:pt idx="1468">
                  <c:v>31.905</c:v>
                </c:pt>
                <c:pt idx="1469">
                  <c:v>33.28</c:v>
                </c:pt>
                <c:pt idx="1470">
                  <c:v>27.322</c:v>
                </c:pt>
                <c:pt idx="1471">
                  <c:v>35.828</c:v>
                </c:pt>
                <c:pt idx="1472">
                  <c:v>32.369</c:v>
                </c:pt>
                <c:pt idx="1473">
                  <c:v>21.173</c:v>
                </c:pt>
                <c:pt idx="1474">
                  <c:v>34.129</c:v>
                </c:pt>
                <c:pt idx="1475">
                  <c:v>36.055</c:v>
                </c:pt>
                <c:pt idx="1476">
                  <c:v>28.533</c:v>
                </c:pt>
                <c:pt idx="1477">
                  <c:v>27.357</c:v>
                </c:pt>
                <c:pt idx="1478">
                  <c:v>26.832</c:v>
                </c:pt>
                <c:pt idx="1479">
                  <c:v>26.09</c:v>
                </c:pt>
                <c:pt idx="1480">
                  <c:v>37.383</c:v>
                </c:pt>
                <c:pt idx="1481">
                  <c:v>23.667</c:v>
                </c:pt>
                <c:pt idx="1482">
                  <c:v>35.491</c:v>
                </c:pt>
                <c:pt idx="1483">
                  <c:v>25.06</c:v>
                </c:pt>
                <c:pt idx="1484">
                  <c:v>32.076</c:v>
                </c:pt>
                <c:pt idx="1485">
                  <c:v>29.308</c:v>
                </c:pt>
                <c:pt idx="1486">
                  <c:v>25.802</c:v>
                </c:pt>
                <c:pt idx="1487">
                  <c:v>22.675</c:v>
                </c:pt>
                <c:pt idx="1488">
                  <c:v>28.201</c:v>
                </c:pt>
                <c:pt idx="1489">
                  <c:v>27.195</c:v>
                </c:pt>
                <c:pt idx="1490">
                  <c:v>21.647</c:v>
                </c:pt>
                <c:pt idx="1491">
                  <c:v>32.533</c:v>
                </c:pt>
                <c:pt idx="1492">
                  <c:v>27.676</c:v>
                </c:pt>
                <c:pt idx="1493">
                  <c:v>25.722</c:v>
                </c:pt>
                <c:pt idx="1494">
                  <c:v>26.845</c:v>
                </c:pt>
                <c:pt idx="1495">
                  <c:v>22.841</c:v>
                </c:pt>
                <c:pt idx="1496">
                  <c:v>24.568</c:v>
                </c:pt>
                <c:pt idx="1497">
                  <c:v>24</c:v>
                </c:pt>
                <c:pt idx="1498">
                  <c:v>31.165</c:v>
                </c:pt>
                <c:pt idx="1499">
                  <c:v>35.501</c:v>
                </c:pt>
                <c:pt idx="1500">
                  <c:v>22.796</c:v>
                </c:pt>
                <c:pt idx="1501">
                  <c:v>30.928</c:v>
                </c:pt>
                <c:pt idx="1502">
                  <c:v>25.7</c:v>
                </c:pt>
                <c:pt idx="1503">
                  <c:v>22.196</c:v>
                </c:pt>
                <c:pt idx="1504">
                  <c:v>23.16</c:v>
                </c:pt>
                <c:pt idx="1505">
                  <c:v>20.633</c:v>
                </c:pt>
                <c:pt idx="1506">
                  <c:v>23.928</c:v>
                </c:pt>
                <c:pt idx="1507">
                  <c:v>17.16</c:v>
                </c:pt>
                <c:pt idx="1508">
                  <c:v>17.052</c:v>
                </c:pt>
                <c:pt idx="1509">
                  <c:v>26.089</c:v>
                </c:pt>
                <c:pt idx="1510">
                  <c:v>23.891</c:v>
                </c:pt>
                <c:pt idx="1511">
                  <c:v>2028.11</c:v>
                </c:pt>
                <c:pt idx="1512">
                  <c:v>2027.847</c:v>
                </c:pt>
                <c:pt idx="1513">
                  <c:v>659.996</c:v>
                </c:pt>
                <c:pt idx="1514">
                  <c:v>507.364</c:v>
                </c:pt>
                <c:pt idx="1515">
                  <c:v>487.592</c:v>
                </c:pt>
                <c:pt idx="1516">
                  <c:v>390.231</c:v>
                </c:pt>
                <c:pt idx="1517">
                  <c:v>287.243</c:v>
                </c:pt>
                <c:pt idx="1518">
                  <c:v>276.492</c:v>
                </c:pt>
                <c:pt idx="1519">
                  <c:v>283.997</c:v>
                </c:pt>
                <c:pt idx="1520">
                  <c:v>245.765</c:v>
                </c:pt>
                <c:pt idx="1521">
                  <c:v>244.49</c:v>
                </c:pt>
                <c:pt idx="1522">
                  <c:v>222.314</c:v>
                </c:pt>
                <c:pt idx="1523">
                  <c:v>222.959</c:v>
                </c:pt>
                <c:pt idx="1524">
                  <c:v>185.911</c:v>
                </c:pt>
                <c:pt idx="1525">
                  <c:v>165.401</c:v>
                </c:pt>
                <c:pt idx="1526">
                  <c:v>249.252</c:v>
                </c:pt>
                <c:pt idx="1527">
                  <c:v>164.116</c:v>
                </c:pt>
                <c:pt idx="1528">
                  <c:v>145.359</c:v>
                </c:pt>
                <c:pt idx="1529">
                  <c:v>156.388</c:v>
                </c:pt>
                <c:pt idx="1530">
                  <c:v>150.916</c:v>
                </c:pt>
                <c:pt idx="1531">
                  <c:v>133.64</c:v>
                </c:pt>
                <c:pt idx="1532">
                  <c:v>140.674</c:v>
                </c:pt>
                <c:pt idx="1533">
                  <c:v>104.178</c:v>
                </c:pt>
                <c:pt idx="1534">
                  <c:v>143.586</c:v>
                </c:pt>
                <c:pt idx="1535">
                  <c:v>116.599</c:v>
                </c:pt>
                <c:pt idx="1536">
                  <c:v>142.387</c:v>
                </c:pt>
                <c:pt idx="1537">
                  <c:v>144.159</c:v>
                </c:pt>
                <c:pt idx="1538">
                  <c:v>149.983</c:v>
                </c:pt>
                <c:pt idx="1539">
                  <c:v>178.983</c:v>
                </c:pt>
                <c:pt idx="1540">
                  <c:v>152.003</c:v>
                </c:pt>
                <c:pt idx="1541">
                  <c:v>108.556</c:v>
                </c:pt>
                <c:pt idx="1542">
                  <c:v>169.022</c:v>
                </c:pt>
                <c:pt idx="1543">
                  <c:v>167.321</c:v>
                </c:pt>
                <c:pt idx="1544">
                  <c:v>124.363</c:v>
                </c:pt>
                <c:pt idx="1545">
                  <c:v>108.61</c:v>
                </c:pt>
                <c:pt idx="1546">
                  <c:v>114.962</c:v>
                </c:pt>
                <c:pt idx="1547">
                  <c:v>103.883</c:v>
                </c:pt>
                <c:pt idx="1548">
                  <c:v>98.768</c:v>
                </c:pt>
                <c:pt idx="1549">
                  <c:v>96.687</c:v>
                </c:pt>
                <c:pt idx="1550">
                  <c:v>103.879</c:v>
                </c:pt>
                <c:pt idx="1551">
                  <c:v>147.133</c:v>
                </c:pt>
                <c:pt idx="1552">
                  <c:v>96.794</c:v>
                </c:pt>
                <c:pt idx="1553">
                  <c:v>102.326</c:v>
                </c:pt>
                <c:pt idx="1554">
                  <c:v>96.557</c:v>
                </c:pt>
                <c:pt idx="1555">
                  <c:v>111.192</c:v>
                </c:pt>
                <c:pt idx="1556">
                  <c:v>104.205</c:v>
                </c:pt>
                <c:pt idx="1557">
                  <c:v>136.731</c:v>
                </c:pt>
                <c:pt idx="1558">
                  <c:v>95.332</c:v>
                </c:pt>
                <c:pt idx="1559">
                  <c:v>100.691</c:v>
                </c:pt>
                <c:pt idx="1560">
                  <c:v>93.607</c:v>
                </c:pt>
                <c:pt idx="1561">
                  <c:v>98.357</c:v>
                </c:pt>
                <c:pt idx="1562">
                  <c:v>86.351</c:v>
                </c:pt>
                <c:pt idx="1563">
                  <c:v>85.372</c:v>
                </c:pt>
                <c:pt idx="1564">
                  <c:v>74.836</c:v>
                </c:pt>
                <c:pt idx="1565">
                  <c:v>86.283</c:v>
                </c:pt>
                <c:pt idx="1566">
                  <c:v>76.077</c:v>
                </c:pt>
                <c:pt idx="1567">
                  <c:v>85.045</c:v>
                </c:pt>
                <c:pt idx="1568">
                  <c:v>95.086</c:v>
                </c:pt>
                <c:pt idx="1569">
                  <c:v>81.431</c:v>
                </c:pt>
                <c:pt idx="1570">
                  <c:v>88.374</c:v>
                </c:pt>
                <c:pt idx="1571">
                  <c:v>67.578</c:v>
                </c:pt>
                <c:pt idx="1572">
                  <c:v>74.6</c:v>
                </c:pt>
                <c:pt idx="1573">
                  <c:v>68.449</c:v>
                </c:pt>
                <c:pt idx="1574">
                  <c:v>78.331</c:v>
                </c:pt>
                <c:pt idx="1575">
                  <c:v>84.277</c:v>
                </c:pt>
                <c:pt idx="1576">
                  <c:v>82.06</c:v>
                </c:pt>
                <c:pt idx="1577">
                  <c:v>102.722</c:v>
                </c:pt>
                <c:pt idx="1578">
                  <c:v>72.286</c:v>
                </c:pt>
                <c:pt idx="1579">
                  <c:v>69.83</c:v>
                </c:pt>
                <c:pt idx="1580">
                  <c:v>79.648</c:v>
                </c:pt>
                <c:pt idx="1581">
                  <c:v>60.905</c:v>
                </c:pt>
                <c:pt idx="1582">
                  <c:v>75.203</c:v>
                </c:pt>
                <c:pt idx="1583">
                  <c:v>73.848</c:v>
                </c:pt>
                <c:pt idx="1584">
                  <c:v>67.826</c:v>
                </c:pt>
                <c:pt idx="1585">
                  <c:v>69.148</c:v>
                </c:pt>
                <c:pt idx="1586">
                  <c:v>86.616</c:v>
                </c:pt>
                <c:pt idx="1587">
                  <c:v>69.242</c:v>
                </c:pt>
                <c:pt idx="1588">
                  <c:v>65.073</c:v>
                </c:pt>
                <c:pt idx="1589">
                  <c:v>98.804</c:v>
                </c:pt>
                <c:pt idx="1590">
                  <c:v>67.855</c:v>
                </c:pt>
                <c:pt idx="1591">
                  <c:v>79.749</c:v>
                </c:pt>
                <c:pt idx="1592">
                  <c:v>62.442</c:v>
                </c:pt>
                <c:pt idx="1593">
                  <c:v>59.924</c:v>
                </c:pt>
                <c:pt idx="1594">
                  <c:v>64.031</c:v>
                </c:pt>
                <c:pt idx="1595">
                  <c:v>82.499</c:v>
                </c:pt>
                <c:pt idx="1596">
                  <c:v>57.857</c:v>
                </c:pt>
                <c:pt idx="1597">
                  <c:v>60.902</c:v>
                </c:pt>
                <c:pt idx="1598">
                  <c:v>62.164</c:v>
                </c:pt>
                <c:pt idx="1599">
                  <c:v>57.277</c:v>
                </c:pt>
                <c:pt idx="1600">
                  <c:v>69.376</c:v>
                </c:pt>
                <c:pt idx="1601">
                  <c:v>60.69</c:v>
                </c:pt>
                <c:pt idx="1602">
                  <c:v>37.322</c:v>
                </c:pt>
                <c:pt idx="1603">
                  <c:v>65.459</c:v>
                </c:pt>
                <c:pt idx="1604">
                  <c:v>61.746</c:v>
                </c:pt>
                <c:pt idx="1605">
                  <c:v>61.457</c:v>
                </c:pt>
                <c:pt idx="1606">
                  <c:v>65.15</c:v>
                </c:pt>
                <c:pt idx="1607">
                  <c:v>60.257</c:v>
                </c:pt>
                <c:pt idx="1608">
                  <c:v>58.479</c:v>
                </c:pt>
                <c:pt idx="1609">
                  <c:v>53.617</c:v>
                </c:pt>
                <c:pt idx="1610">
                  <c:v>62.346</c:v>
                </c:pt>
                <c:pt idx="1611">
                  <c:v>50.305</c:v>
                </c:pt>
                <c:pt idx="1612">
                  <c:v>50.814</c:v>
                </c:pt>
                <c:pt idx="1613">
                  <c:v>51.986</c:v>
                </c:pt>
                <c:pt idx="1614">
                  <c:v>64.539</c:v>
                </c:pt>
                <c:pt idx="1615">
                  <c:v>58.425</c:v>
                </c:pt>
                <c:pt idx="1616">
                  <c:v>60.338</c:v>
                </c:pt>
                <c:pt idx="1617">
                  <c:v>61.056</c:v>
                </c:pt>
                <c:pt idx="1618">
                  <c:v>58.789</c:v>
                </c:pt>
                <c:pt idx="1619">
                  <c:v>57.536</c:v>
                </c:pt>
                <c:pt idx="1620">
                  <c:v>50.732</c:v>
                </c:pt>
                <c:pt idx="1621">
                  <c:v>62.999</c:v>
                </c:pt>
                <c:pt idx="1622">
                  <c:v>78.698</c:v>
                </c:pt>
                <c:pt idx="1623">
                  <c:v>63.64</c:v>
                </c:pt>
                <c:pt idx="1624">
                  <c:v>60.376</c:v>
                </c:pt>
                <c:pt idx="1625">
                  <c:v>55.733</c:v>
                </c:pt>
                <c:pt idx="1626">
                  <c:v>50.667</c:v>
                </c:pt>
                <c:pt idx="1627">
                  <c:v>53.944</c:v>
                </c:pt>
                <c:pt idx="1628">
                  <c:v>44.539</c:v>
                </c:pt>
                <c:pt idx="1629">
                  <c:v>36.259</c:v>
                </c:pt>
                <c:pt idx="1630">
                  <c:v>43.228</c:v>
                </c:pt>
                <c:pt idx="1631">
                  <c:v>59.32</c:v>
                </c:pt>
                <c:pt idx="1632">
                  <c:v>39.814</c:v>
                </c:pt>
                <c:pt idx="1633">
                  <c:v>42.844</c:v>
                </c:pt>
                <c:pt idx="1634">
                  <c:v>56.511</c:v>
                </c:pt>
                <c:pt idx="1635">
                  <c:v>43.23</c:v>
                </c:pt>
                <c:pt idx="1636">
                  <c:v>40.227</c:v>
                </c:pt>
                <c:pt idx="1637">
                  <c:v>43.548</c:v>
                </c:pt>
                <c:pt idx="1638">
                  <c:v>44.844</c:v>
                </c:pt>
                <c:pt idx="1639">
                  <c:v>45.893</c:v>
                </c:pt>
                <c:pt idx="1640">
                  <c:v>49.058</c:v>
                </c:pt>
                <c:pt idx="1641">
                  <c:v>39.665</c:v>
                </c:pt>
                <c:pt idx="1642">
                  <c:v>65.048</c:v>
                </c:pt>
                <c:pt idx="1643">
                  <c:v>52.131</c:v>
                </c:pt>
                <c:pt idx="1644">
                  <c:v>40.071</c:v>
                </c:pt>
                <c:pt idx="1645">
                  <c:v>45.763</c:v>
                </c:pt>
                <c:pt idx="1646">
                  <c:v>45.204</c:v>
                </c:pt>
                <c:pt idx="1647">
                  <c:v>38.57</c:v>
                </c:pt>
                <c:pt idx="1648">
                  <c:v>40.8</c:v>
                </c:pt>
                <c:pt idx="1649">
                  <c:v>53.465</c:v>
                </c:pt>
                <c:pt idx="1650">
                  <c:v>40.503</c:v>
                </c:pt>
                <c:pt idx="1651">
                  <c:v>39.687</c:v>
                </c:pt>
                <c:pt idx="1652">
                  <c:v>40.634</c:v>
                </c:pt>
                <c:pt idx="1653">
                  <c:v>33.887</c:v>
                </c:pt>
                <c:pt idx="1654">
                  <c:v>46.687</c:v>
                </c:pt>
                <c:pt idx="1655">
                  <c:v>45.351</c:v>
                </c:pt>
                <c:pt idx="1656">
                  <c:v>36.333</c:v>
                </c:pt>
                <c:pt idx="1657">
                  <c:v>36.262</c:v>
                </c:pt>
                <c:pt idx="1658">
                  <c:v>46</c:v>
                </c:pt>
                <c:pt idx="1659">
                  <c:v>51.949</c:v>
                </c:pt>
                <c:pt idx="1660">
                  <c:v>32.685</c:v>
                </c:pt>
                <c:pt idx="1661">
                  <c:v>37.076</c:v>
                </c:pt>
                <c:pt idx="1662">
                  <c:v>38.892</c:v>
                </c:pt>
                <c:pt idx="1663">
                  <c:v>39.691</c:v>
                </c:pt>
                <c:pt idx="1664">
                  <c:v>41.418</c:v>
                </c:pt>
                <c:pt idx="1665">
                  <c:v>49.562</c:v>
                </c:pt>
                <c:pt idx="1666">
                  <c:v>45.834</c:v>
                </c:pt>
                <c:pt idx="1667">
                  <c:v>47.847</c:v>
                </c:pt>
                <c:pt idx="1668">
                  <c:v>34.004</c:v>
                </c:pt>
                <c:pt idx="1669">
                  <c:v>42.505</c:v>
                </c:pt>
                <c:pt idx="1670">
                  <c:v>40.429</c:v>
                </c:pt>
                <c:pt idx="1671">
                  <c:v>50.242</c:v>
                </c:pt>
                <c:pt idx="1672">
                  <c:v>39.472</c:v>
                </c:pt>
                <c:pt idx="1673">
                  <c:v>38.468</c:v>
                </c:pt>
                <c:pt idx="1674">
                  <c:v>36.491</c:v>
                </c:pt>
                <c:pt idx="1675">
                  <c:v>43.355</c:v>
                </c:pt>
                <c:pt idx="1676">
                  <c:v>34.505</c:v>
                </c:pt>
                <c:pt idx="1677">
                  <c:v>35.49</c:v>
                </c:pt>
                <c:pt idx="1678">
                  <c:v>36.418</c:v>
                </c:pt>
                <c:pt idx="1679">
                  <c:v>33.166</c:v>
                </c:pt>
                <c:pt idx="1680">
                  <c:v>35.064</c:v>
                </c:pt>
                <c:pt idx="1681">
                  <c:v>36.059</c:v>
                </c:pt>
                <c:pt idx="1682">
                  <c:v>29.98</c:v>
                </c:pt>
                <c:pt idx="1683">
                  <c:v>30.83</c:v>
                </c:pt>
                <c:pt idx="1684">
                  <c:v>25.409</c:v>
                </c:pt>
                <c:pt idx="1685">
                  <c:v>36.14</c:v>
                </c:pt>
                <c:pt idx="1686">
                  <c:v>36.172</c:v>
                </c:pt>
                <c:pt idx="1687">
                  <c:v>34.597</c:v>
                </c:pt>
                <c:pt idx="1688">
                  <c:v>41.561</c:v>
                </c:pt>
                <c:pt idx="1689">
                  <c:v>36.469</c:v>
                </c:pt>
                <c:pt idx="1690">
                  <c:v>26.852</c:v>
                </c:pt>
                <c:pt idx="1691">
                  <c:v>35.481</c:v>
                </c:pt>
                <c:pt idx="1692">
                  <c:v>39.217</c:v>
                </c:pt>
                <c:pt idx="1693">
                  <c:v>41.69</c:v>
                </c:pt>
                <c:pt idx="1694">
                  <c:v>38.929</c:v>
                </c:pt>
                <c:pt idx="1695">
                  <c:v>38.154</c:v>
                </c:pt>
                <c:pt idx="1696">
                  <c:v>33.99</c:v>
                </c:pt>
                <c:pt idx="1697">
                  <c:v>36.548</c:v>
                </c:pt>
                <c:pt idx="1698">
                  <c:v>34.771</c:v>
                </c:pt>
                <c:pt idx="1699">
                  <c:v>41.233</c:v>
                </c:pt>
                <c:pt idx="1700">
                  <c:v>27.469</c:v>
                </c:pt>
                <c:pt idx="1701">
                  <c:v>33.703</c:v>
                </c:pt>
                <c:pt idx="1702">
                  <c:v>22.363</c:v>
                </c:pt>
                <c:pt idx="1703">
                  <c:v>34.9</c:v>
                </c:pt>
                <c:pt idx="1704">
                  <c:v>38.283</c:v>
                </c:pt>
                <c:pt idx="1705">
                  <c:v>30.2</c:v>
                </c:pt>
                <c:pt idx="1706">
                  <c:v>30.078</c:v>
                </c:pt>
                <c:pt idx="1707">
                  <c:v>28.801</c:v>
                </c:pt>
                <c:pt idx="1708">
                  <c:v>41.797</c:v>
                </c:pt>
                <c:pt idx="1709">
                  <c:v>29.709</c:v>
                </c:pt>
                <c:pt idx="1710">
                  <c:v>24.229</c:v>
                </c:pt>
                <c:pt idx="1711">
                  <c:v>35.467</c:v>
                </c:pt>
                <c:pt idx="1712">
                  <c:v>34.234</c:v>
                </c:pt>
                <c:pt idx="1713">
                  <c:v>28.888</c:v>
                </c:pt>
                <c:pt idx="1714">
                  <c:v>31.505</c:v>
                </c:pt>
                <c:pt idx="1715">
                  <c:v>34.669</c:v>
                </c:pt>
                <c:pt idx="1716">
                  <c:v>21.276</c:v>
                </c:pt>
                <c:pt idx="1717">
                  <c:v>31.333</c:v>
                </c:pt>
                <c:pt idx="1718">
                  <c:v>28.8</c:v>
                </c:pt>
                <c:pt idx="1719">
                  <c:v>24.769</c:v>
                </c:pt>
                <c:pt idx="1720">
                  <c:v>24.096</c:v>
                </c:pt>
                <c:pt idx="1721">
                  <c:v>32.129</c:v>
                </c:pt>
                <c:pt idx="1722">
                  <c:v>29.177</c:v>
                </c:pt>
                <c:pt idx="1723">
                  <c:v>31.19</c:v>
                </c:pt>
                <c:pt idx="1724">
                  <c:v>25.173</c:v>
                </c:pt>
                <c:pt idx="1725">
                  <c:v>27.17</c:v>
                </c:pt>
                <c:pt idx="1726">
                  <c:v>32.659</c:v>
                </c:pt>
                <c:pt idx="1727">
                  <c:v>33.896</c:v>
                </c:pt>
                <c:pt idx="1728">
                  <c:v>26.049</c:v>
                </c:pt>
                <c:pt idx="1729">
                  <c:v>28.345</c:v>
                </c:pt>
                <c:pt idx="1730">
                  <c:v>28.021</c:v>
                </c:pt>
                <c:pt idx="1731">
                  <c:v>34.232</c:v>
                </c:pt>
                <c:pt idx="1732">
                  <c:v>34.461</c:v>
                </c:pt>
                <c:pt idx="1733">
                  <c:v>25.95</c:v>
                </c:pt>
                <c:pt idx="1734">
                  <c:v>24.228</c:v>
                </c:pt>
                <c:pt idx="1735">
                  <c:v>31.78</c:v>
                </c:pt>
                <c:pt idx="1736">
                  <c:v>26.418</c:v>
                </c:pt>
                <c:pt idx="1737">
                  <c:v>32.916</c:v>
                </c:pt>
                <c:pt idx="1738">
                  <c:v>23.198</c:v>
                </c:pt>
                <c:pt idx="1739">
                  <c:v>29.341</c:v>
                </c:pt>
                <c:pt idx="1740">
                  <c:v>29.711</c:v>
                </c:pt>
                <c:pt idx="1741">
                  <c:v>24.872</c:v>
                </c:pt>
                <c:pt idx="1742">
                  <c:v>28.19</c:v>
                </c:pt>
                <c:pt idx="1743">
                  <c:v>25.753</c:v>
                </c:pt>
                <c:pt idx="1744">
                  <c:v>28.32</c:v>
                </c:pt>
                <c:pt idx="1745">
                  <c:v>21.847</c:v>
                </c:pt>
                <c:pt idx="1746">
                  <c:v>22.144</c:v>
                </c:pt>
                <c:pt idx="1747">
                  <c:v>24.241</c:v>
                </c:pt>
                <c:pt idx="1748">
                  <c:v>24.402</c:v>
                </c:pt>
                <c:pt idx="1749">
                  <c:v>29.841</c:v>
                </c:pt>
                <c:pt idx="1750">
                  <c:v>25.938</c:v>
                </c:pt>
                <c:pt idx="1751">
                  <c:v>20.405</c:v>
                </c:pt>
                <c:pt idx="1752">
                  <c:v>36.599</c:v>
                </c:pt>
                <c:pt idx="1753">
                  <c:v>18.662</c:v>
                </c:pt>
                <c:pt idx="1754">
                  <c:v>35.594</c:v>
                </c:pt>
                <c:pt idx="1755">
                  <c:v>26.635</c:v>
                </c:pt>
                <c:pt idx="1756">
                  <c:v>30.496</c:v>
                </c:pt>
                <c:pt idx="1757">
                  <c:v>24.856</c:v>
                </c:pt>
                <c:pt idx="1758">
                  <c:v>22.346</c:v>
                </c:pt>
                <c:pt idx="1759">
                  <c:v>25.887</c:v>
                </c:pt>
                <c:pt idx="1760">
                  <c:v>24.729</c:v>
                </c:pt>
                <c:pt idx="1761">
                  <c:v>24.875</c:v>
                </c:pt>
                <c:pt idx="1762">
                  <c:v>25.034</c:v>
                </c:pt>
                <c:pt idx="1763">
                  <c:v>25.225</c:v>
                </c:pt>
                <c:pt idx="1764">
                  <c:v>23.373</c:v>
                </c:pt>
                <c:pt idx="1765">
                  <c:v>20.471</c:v>
                </c:pt>
                <c:pt idx="1766">
                  <c:v>17.989</c:v>
                </c:pt>
                <c:pt idx="1767">
                  <c:v>17.573</c:v>
                </c:pt>
                <c:pt idx="1768">
                  <c:v>34.103</c:v>
                </c:pt>
                <c:pt idx="1769">
                  <c:v>25.115</c:v>
                </c:pt>
                <c:pt idx="1770">
                  <c:v>22.381</c:v>
                </c:pt>
                <c:pt idx="1771">
                  <c:v>20.537</c:v>
                </c:pt>
                <c:pt idx="1772">
                  <c:v>19.053</c:v>
                </c:pt>
                <c:pt idx="1773">
                  <c:v>23.37</c:v>
                </c:pt>
                <c:pt idx="1774">
                  <c:v>21.237</c:v>
                </c:pt>
                <c:pt idx="1775">
                  <c:v>23.254</c:v>
                </c:pt>
                <c:pt idx="1776">
                  <c:v>18.999</c:v>
                </c:pt>
                <c:pt idx="1777">
                  <c:v>22.244</c:v>
                </c:pt>
                <c:pt idx="1778">
                  <c:v>25.074</c:v>
                </c:pt>
                <c:pt idx="1779">
                  <c:v>15.198</c:v>
                </c:pt>
                <c:pt idx="1780">
                  <c:v>23.388</c:v>
                </c:pt>
                <c:pt idx="1781">
                  <c:v>22.477</c:v>
                </c:pt>
                <c:pt idx="1782">
                  <c:v>17.512</c:v>
                </c:pt>
                <c:pt idx="1783">
                  <c:v>21.778</c:v>
                </c:pt>
                <c:pt idx="1784">
                  <c:v>31.105</c:v>
                </c:pt>
                <c:pt idx="1785">
                  <c:v>2987.485</c:v>
                </c:pt>
                <c:pt idx="1786">
                  <c:v>1008.155</c:v>
                </c:pt>
                <c:pt idx="1787">
                  <c:v>719.53</c:v>
                </c:pt>
                <c:pt idx="1788">
                  <c:v>664.217</c:v>
                </c:pt>
                <c:pt idx="1789">
                  <c:v>563.129</c:v>
                </c:pt>
                <c:pt idx="1790">
                  <c:v>349.431</c:v>
                </c:pt>
                <c:pt idx="1791">
                  <c:v>366.524</c:v>
                </c:pt>
                <c:pt idx="1792">
                  <c:v>335.795</c:v>
                </c:pt>
                <c:pt idx="1793">
                  <c:v>437.709</c:v>
                </c:pt>
                <c:pt idx="1794">
                  <c:v>256.526</c:v>
                </c:pt>
                <c:pt idx="1795">
                  <c:v>261.703</c:v>
                </c:pt>
                <c:pt idx="1796">
                  <c:v>227.96</c:v>
                </c:pt>
                <c:pt idx="1797">
                  <c:v>266.568</c:v>
                </c:pt>
                <c:pt idx="1798">
                  <c:v>235.978</c:v>
                </c:pt>
                <c:pt idx="1799">
                  <c:v>230.758</c:v>
                </c:pt>
                <c:pt idx="1800">
                  <c:v>242.315</c:v>
                </c:pt>
                <c:pt idx="1801">
                  <c:v>164.464</c:v>
                </c:pt>
                <c:pt idx="1802">
                  <c:v>176.122</c:v>
                </c:pt>
                <c:pt idx="1803">
                  <c:v>208.089</c:v>
                </c:pt>
                <c:pt idx="1804">
                  <c:v>197.831</c:v>
                </c:pt>
                <c:pt idx="1805">
                  <c:v>185.479</c:v>
                </c:pt>
                <c:pt idx="1806">
                  <c:v>185.943</c:v>
                </c:pt>
                <c:pt idx="1807">
                  <c:v>175.858</c:v>
                </c:pt>
                <c:pt idx="1808">
                  <c:v>162.061</c:v>
                </c:pt>
                <c:pt idx="1809">
                  <c:v>204.259</c:v>
                </c:pt>
                <c:pt idx="1810">
                  <c:v>150.593</c:v>
                </c:pt>
                <c:pt idx="1811">
                  <c:v>152.179</c:v>
                </c:pt>
                <c:pt idx="1812">
                  <c:v>145.551</c:v>
                </c:pt>
                <c:pt idx="1813">
                  <c:v>139.251</c:v>
                </c:pt>
                <c:pt idx="1814">
                  <c:v>130.093</c:v>
                </c:pt>
                <c:pt idx="1815">
                  <c:v>132.862</c:v>
                </c:pt>
                <c:pt idx="1816">
                  <c:v>155.377</c:v>
                </c:pt>
                <c:pt idx="1817">
                  <c:v>126.333</c:v>
                </c:pt>
                <c:pt idx="1818">
                  <c:v>113.955</c:v>
                </c:pt>
                <c:pt idx="1819">
                  <c:v>187.901</c:v>
                </c:pt>
                <c:pt idx="1820">
                  <c:v>112.362</c:v>
                </c:pt>
                <c:pt idx="1821">
                  <c:v>130.633</c:v>
                </c:pt>
                <c:pt idx="1822">
                  <c:v>128.37</c:v>
                </c:pt>
                <c:pt idx="1823">
                  <c:v>106.59</c:v>
                </c:pt>
                <c:pt idx="1824">
                  <c:v>129.149</c:v>
                </c:pt>
                <c:pt idx="1825">
                  <c:v>130.087</c:v>
                </c:pt>
                <c:pt idx="1826">
                  <c:v>90.786</c:v>
                </c:pt>
                <c:pt idx="1827">
                  <c:v>113.825</c:v>
                </c:pt>
                <c:pt idx="1828">
                  <c:v>109.702</c:v>
                </c:pt>
                <c:pt idx="1829">
                  <c:v>104.536</c:v>
                </c:pt>
                <c:pt idx="1830">
                  <c:v>120.686</c:v>
                </c:pt>
                <c:pt idx="1831">
                  <c:v>106.984</c:v>
                </c:pt>
                <c:pt idx="1832">
                  <c:v>111.099</c:v>
                </c:pt>
                <c:pt idx="1833">
                  <c:v>114.955</c:v>
                </c:pt>
                <c:pt idx="1834">
                  <c:v>108.152</c:v>
                </c:pt>
                <c:pt idx="1835">
                  <c:v>109.185</c:v>
                </c:pt>
                <c:pt idx="1836">
                  <c:v>118.32</c:v>
                </c:pt>
                <c:pt idx="1837">
                  <c:v>101.77</c:v>
                </c:pt>
                <c:pt idx="1838">
                  <c:v>109.516</c:v>
                </c:pt>
                <c:pt idx="1839">
                  <c:v>83.103</c:v>
                </c:pt>
                <c:pt idx="1840">
                  <c:v>88.022</c:v>
                </c:pt>
                <c:pt idx="1841">
                  <c:v>92.039</c:v>
                </c:pt>
                <c:pt idx="1842">
                  <c:v>121.417</c:v>
                </c:pt>
                <c:pt idx="1843">
                  <c:v>85.782</c:v>
                </c:pt>
                <c:pt idx="1844">
                  <c:v>108.906</c:v>
                </c:pt>
                <c:pt idx="1845">
                  <c:v>96.28</c:v>
                </c:pt>
                <c:pt idx="1846">
                  <c:v>79.525</c:v>
                </c:pt>
                <c:pt idx="1847">
                  <c:v>98.115</c:v>
                </c:pt>
                <c:pt idx="1848">
                  <c:v>79.808</c:v>
                </c:pt>
                <c:pt idx="1849">
                  <c:v>75.27</c:v>
                </c:pt>
                <c:pt idx="1850">
                  <c:v>71.619</c:v>
                </c:pt>
                <c:pt idx="1851">
                  <c:v>77.353</c:v>
                </c:pt>
                <c:pt idx="1852">
                  <c:v>115.523</c:v>
                </c:pt>
                <c:pt idx="1853">
                  <c:v>92.062</c:v>
                </c:pt>
                <c:pt idx="1854">
                  <c:v>75.089</c:v>
                </c:pt>
                <c:pt idx="1855">
                  <c:v>78.09</c:v>
                </c:pt>
                <c:pt idx="1856">
                  <c:v>78.03</c:v>
                </c:pt>
                <c:pt idx="1857">
                  <c:v>69.24</c:v>
                </c:pt>
                <c:pt idx="1858">
                  <c:v>113.054</c:v>
                </c:pt>
                <c:pt idx="1859">
                  <c:v>80.351</c:v>
                </c:pt>
                <c:pt idx="1860">
                  <c:v>80.987</c:v>
                </c:pt>
                <c:pt idx="1861">
                  <c:v>73.243</c:v>
                </c:pt>
                <c:pt idx="1862">
                  <c:v>71.755</c:v>
                </c:pt>
                <c:pt idx="1863">
                  <c:v>85.217</c:v>
                </c:pt>
                <c:pt idx="1864">
                  <c:v>64.737</c:v>
                </c:pt>
                <c:pt idx="1865">
                  <c:v>87.109</c:v>
                </c:pt>
                <c:pt idx="1866">
                  <c:v>66.838</c:v>
                </c:pt>
                <c:pt idx="1867">
                  <c:v>78.186</c:v>
                </c:pt>
                <c:pt idx="1868">
                  <c:v>66.733</c:v>
                </c:pt>
                <c:pt idx="1869">
                  <c:v>68.309</c:v>
                </c:pt>
                <c:pt idx="1870">
                  <c:v>74.197</c:v>
                </c:pt>
                <c:pt idx="1871">
                  <c:v>68.901</c:v>
                </c:pt>
                <c:pt idx="1872">
                  <c:v>68.612</c:v>
                </c:pt>
                <c:pt idx="1873">
                  <c:v>79.786</c:v>
                </c:pt>
                <c:pt idx="1874">
                  <c:v>72.726</c:v>
                </c:pt>
                <c:pt idx="1875">
                  <c:v>72.954</c:v>
                </c:pt>
                <c:pt idx="1876">
                  <c:v>61.167</c:v>
                </c:pt>
                <c:pt idx="1877">
                  <c:v>61.67</c:v>
                </c:pt>
                <c:pt idx="1878">
                  <c:v>64.152</c:v>
                </c:pt>
                <c:pt idx="1879">
                  <c:v>61.744</c:v>
                </c:pt>
                <c:pt idx="1880">
                  <c:v>70.831</c:v>
                </c:pt>
                <c:pt idx="1881">
                  <c:v>79.385</c:v>
                </c:pt>
                <c:pt idx="1882">
                  <c:v>75.314</c:v>
                </c:pt>
                <c:pt idx="1883">
                  <c:v>62.877</c:v>
                </c:pt>
                <c:pt idx="1884">
                  <c:v>54.083</c:v>
                </c:pt>
                <c:pt idx="1885">
                  <c:v>61.847</c:v>
                </c:pt>
                <c:pt idx="1886">
                  <c:v>62.986</c:v>
                </c:pt>
                <c:pt idx="1887">
                  <c:v>75.108</c:v>
                </c:pt>
                <c:pt idx="1888">
                  <c:v>74.953</c:v>
                </c:pt>
                <c:pt idx="1889">
                  <c:v>66.678</c:v>
                </c:pt>
                <c:pt idx="1890">
                  <c:v>54.602</c:v>
                </c:pt>
                <c:pt idx="1891">
                  <c:v>61.109</c:v>
                </c:pt>
                <c:pt idx="1892">
                  <c:v>75.107</c:v>
                </c:pt>
                <c:pt idx="1893">
                  <c:v>54.06</c:v>
                </c:pt>
                <c:pt idx="1894">
                  <c:v>62.372</c:v>
                </c:pt>
                <c:pt idx="1895">
                  <c:v>63.833</c:v>
                </c:pt>
                <c:pt idx="1896">
                  <c:v>60.708</c:v>
                </c:pt>
                <c:pt idx="1897">
                  <c:v>69.632</c:v>
                </c:pt>
                <c:pt idx="1898">
                  <c:v>65.89</c:v>
                </c:pt>
                <c:pt idx="1899">
                  <c:v>60.341</c:v>
                </c:pt>
                <c:pt idx="1900">
                  <c:v>64.71</c:v>
                </c:pt>
                <c:pt idx="1901">
                  <c:v>66.374</c:v>
                </c:pt>
                <c:pt idx="1902">
                  <c:v>71.47</c:v>
                </c:pt>
                <c:pt idx="1903">
                  <c:v>56.379</c:v>
                </c:pt>
                <c:pt idx="1904">
                  <c:v>67.934</c:v>
                </c:pt>
                <c:pt idx="1905">
                  <c:v>67.775</c:v>
                </c:pt>
                <c:pt idx="1906">
                  <c:v>50.127</c:v>
                </c:pt>
                <c:pt idx="1907">
                  <c:v>54.688</c:v>
                </c:pt>
                <c:pt idx="1908">
                  <c:v>67.646</c:v>
                </c:pt>
                <c:pt idx="1909">
                  <c:v>59.094</c:v>
                </c:pt>
                <c:pt idx="1910">
                  <c:v>57.569</c:v>
                </c:pt>
                <c:pt idx="1911">
                  <c:v>59.794</c:v>
                </c:pt>
                <c:pt idx="1912">
                  <c:v>53.528</c:v>
                </c:pt>
                <c:pt idx="1913">
                  <c:v>59.074</c:v>
                </c:pt>
                <c:pt idx="1914">
                  <c:v>54.065</c:v>
                </c:pt>
                <c:pt idx="1915">
                  <c:v>46.698</c:v>
                </c:pt>
                <c:pt idx="1916">
                  <c:v>51.188</c:v>
                </c:pt>
                <c:pt idx="1917">
                  <c:v>55.741</c:v>
                </c:pt>
                <c:pt idx="1918">
                  <c:v>59.721</c:v>
                </c:pt>
                <c:pt idx="1919">
                  <c:v>62.68</c:v>
                </c:pt>
                <c:pt idx="1920">
                  <c:v>77.93</c:v>
                </c:pt>
                <c:pt idx="1921">
                  <c:v>62.599</c:v>
                </c:pt>
                <c:pt idx="1922">
                  <c:v>56.167</c:v>
                </c:pt>
                <c:pt idx="1923">
                  <c:v>45.75</c:v>
                </c:pt>
                <c:pt idx="1924">
                  <c:v>51.455</c:v>
                </c:pt>
                <c:pt idx="1925">
                  <c:v>52.664</c:v>
                </c:pt>
                <c:pt idx="1926">
                  <c:v>48.069</c:v>
                </c:pt>
                <c:pt idx="1927">
                  <c:v>52.558</c:v>
                </c:pt>
                <c:pt idx="1928">
                  <c:v>41.016</c:v>
                </c:pt>
                <c:pt idx="1929">
                  <c:v>61.663</c:v>
                </c:pt>
                <c:pt idx="1930">
                  <c:v>42.148</c:v>
                </c:pt>
                <c:pt idx="1931">
                  <c:v>41.152</c:v>
                </c:pt>
                <c:pt idx="1932">
                  <c:v>47.893</c:v>
                </c:pt>
                <c:pt idx="1933">
                  <c:v>51.392</c:v>
                </c:pt>
                <c:pt idx="1934">
                  <c:v>57.413</c:v>
                </c:pt>
                <c:pt idx="1935">
                  <c:v>47.106</c:v>
                </c:pt>
                <c:pt idx="1936">
                  <c:v>52.563</c:v>
                </c:pt>
                <c:pt idx="1937">
                  <c:v>47.037</c:v>
                </c:pt>
                <c:pt idx="1938">
                  <c:v>54.462</c:v>
                </c:pt>
                <c:pt idx="1939">
                  <c:v>52.249</c:v>
                </c:pt>
                <c:pt idx="1940">
                  <c:v>48.504</c:v>
                </c:pt>
                <c:pt idx="1941">
                  <c:v>53.39</c:v>
                </c:pt>
                <c:pt idx="1942">
                  <c:v>47.372</c:v>
                </c:pt>
                <c:pt idx="1943">
                  <c:v>46.469</c:v>
                </c:pt>
                <c:pt idx="1944">
                  <c:v>45.07</c:v>
                </c:pt>
                <c:pt idx="1945">
                  <c:v>49.56</c:v>
                </c:pt>
                <c:pt idx="1946">
                  <c:v>47.032</c:v>
                </c:pt>
                <c:pt idx="1947">
                  <c:v>52.163</c:v>
                </c:pt>
                <c:pt idx="1948">
                  <c:v>44.687</c:v>
                </c:pt>
                <c:pt idx="1949">
                  <c:v>38.799</c:v>
                </c:pt>
                <c:pt idx="1950">
                  <c:v>47.303</c:v>
                </c:pt>
                <c:pt idx="1951">
                  <c:v>50.856</c:v>
                </c:pt>
                <c:pt idx="1952">
                  <c:v>48.521</c:v>
                </c:pt>
                <c:pt idx="1953">
                  <c:v>40.253</c:v>
                </c:pt>
                <c:pt idx="1954">
                  <c:v>42.709</c:v>
                </c:pt>
                <c:pt idx="1955">
                  <c:v>43.881</c:v>
                </c:pt>
                <c:pt idx="1956">
                  <c:v>49.528</c:v>
                </c:pt>
                <c:pt idx="1957">
                  <c:v>36.759</c:v>
                </c:pt>
                <c:pt idx="1958">
                  <c:v>52.332</c:v>
                </c:pt>
                <c:pt idx="1959">
                  <c:v>56.164</c:v>
                </c:pt>
                <c:pt idx="1960">
                  <c:v>39.46</c:v>
                </c:pt>
                <c:pt idx="1961">
                  <c:v>44.448</c:v>
                </c:pt>
                <c:pt idx="1962">
                  <c:v>45.192</c:v>
                </c:pt>
                <c:pt idx="1963">
                  <c:v>38.726</c:v>
                </c:pt>
                <c:pt idx="1964">
                  <c:v>30.191</c:v>
                </c:pt>
                <c:pt idx="1965">
                  <c:v>48.923</c:v>
                </c:pt>
                <c:pt idx="1966">
                  <c:v>36.366</c:v>
                </c:pt>
                <c:pt idx="1967">
                  <c:v>38.604</c:v>
                </c:pt>
                <c:pt idx="1968">
                  <c:v>50.575</c:v>
                </c:pt>
                <c:pt idx="1969">
                  <c:v>45.815</c:v>
                </c:pt>
                <c:pt idx="1970">
                  <c:v>52.643</c:v>
                </c:pt>
                <c:pt idx="1971">
                  <c:v>43.512</c:v>
                </c:pt>
                <c:pt idx="1972">
                  <c:v>48.717</c:v>
                </c:pt>
                <c:pt idx="1973">
                  <c:v>38.367</c:v>
                </c:pt>
                <c:pt idx="1974">
                  <c:v>37.37</c:v>
                </c:pt>
                <c:pt idx="1975">
                  <c:v>35.364</c:v>
                </c:pt>
                <c:pt idx="1976">
                  <c:v>48.207</c:v>
                </c:pt>
                <c:pt idx="1977">
                  <c:v>54.263</c:v>
                </c:pt>
                <c:pt idx="1978">
                  <c:v>36.78</c:v>
                </c:pt>
                <c:pt idx="1979">
                  <c:v>35.908</c:v>
                </c:pt>
                <c:pt idx="1980">
                  <c:v>42.821</c:v>
                </c:pt>
                <c:pt idx="1981">
                  <c:v>38.32</c:v>
                </c:pt>
                <c:pt idx="1982">
                  <c:v>28.799</c:v>
                </c:pt>
                <c:pt idx="1983">
                  <c:v>41.888</c:v>
                </c:pt>
                <c:pt idx="1984">
                  <c:v>46.482</c:v>
                </c:pt>
                <c:pt idx="1985">
                  <c:v>51.385</c:v>
                </c:pt>
                <c:pt idx="1986">
                  <c:v>45.44</c:v>
                </c:pt>
                <c:pt idx="1987">
                  <c:v>36.019</c:v>
                </c:pt>
                <c:pt idx="1988">
                  <c:v>50.51</c:v>
                </c:pt>
                <c:pt idx="1989">
                  <c:v>32.463</c:v>
                </c:pt>
                <c:pt idx="1990">
                  <c:v>40.215</c:v>
                </c:pt>
                <c:pt idx="1991">
                  <c:v>32.628</c:v>
                </c:pt>
                <c:pt idx="1992">
                  <c:v>32.681</c:v>
                </c:pt>
                <c:pt idx="1993">
                  <c:v>40.903</c:v>
                </c:pt>
                <c:pt idx="1994">
                  <c:v>39.356</c:v>
                </c:pt>
                <c:pt idx="1995">
                  <c:v>36.07</c:v>
                </c:pt>
                <c:pt idx="1996">
                  <c:v>38.287</c:v>
                </c:pt>
                <c:pt idx="1997">
                  <c:v>35.004</c:v>
                </c:pt>
                <c:pt idx="1998">
                  <c:v>32.972</c:v>
                </c:pt>
                <c:pt idx="1999">
                  <c:v>36.189</c:v>
                </c:pt>
                <c:pt idx="2000">
                  <c:v>27.666</c:v>
                </c:pt>
                <c:pt idx="2001">
                  <c:v>50.481</c:v>
                </c:pt>
                <c:pt idx="2002">
                  <c:v>33.395</c:v>
                </c:pt>
                <c:pt idx="2003">
                  <c:v>29.871</c:v>
                </c:pt>
                <c:pt idx="2004">
                  <c:v>37.825</c:v>
                </c:pt>
                <c:pt idx="2005">
                  <c:v>31.038</c:v>
                </c:pt>
                <c:pt idx="2006">
                  <c:v>39.691</c:v>
                </c:pt>
                <c:pt idx="2007">
                  <c:v>44.913</c:v>
                </c:pt>
                <c:pt idx="2008">
                  <c:v>36.654</c:v>
                </c:pt>
                <c:pt idx="2009">
                  <c:v>31.9</c:v>
                </c:pt>
                <c:pt idx="2010">
                  <c:v>26.298</c:v>
                </c:pt>
                <c:pt idx="2011">
                  <c:v>33.608</c:v>
                </c:pt>
                <c:pt idx="2012">
                  <c:v>36.987</c:v>
                </c:pt>
                <c:pt idx="2013">
                  <c:v>27.36</c:v>
                </c:pt>
                <c:pt idx="2014">
                  <c:v>28.07</c:v>
                </c:pt>
                <c:pt idx="2015">
                  <c:v>38.536</c:v>
                </c:pt>
                <c:pt idx="2016">
                  <c:v>39.22</c:v>
                </c:pt>
                <c:pt idx="2017">
                  <c:v>33.399</c:v>
                </c:pt>
                <c:pt idx="2018">
                  <c:v>35.245</c:v>
                </c:pt>
                <c:pt idx="2019">
                  <c:v>37.063</c:v>
                </c:pt>
                <c:pt idx="2020">
                  <c:v>22.704</c:v>
                </c:pt>
                <c:pt idx="2021">
                  <c:v>30.699</c:v>
                </c:pt>
                <c:pt idx="2022">
                  <c:v>28.701</c:v>
                </c:pt>
                <c:pt idx="2023">
                  <c:v>26.941</c:v>
                </c:pt>
                <c:pt idx="2024">
                  <c:v>24.083</c:v>
                </c:pt>
                <c:pt idx="2025">
                  <c:v>34.652</c:v>
                </c:pt>
                <c:pt idx="2026">
                  <c:v>37.345</c:v>
                </c:pt>
                <c:pt idx="2027">
                  <c:v>36.818</c:v>
                </c:pt>
                <c:pt idx="2028">
                  <c:v>23.671</c:v>
                </c:pt>
                <c:pt idx="2029">
                  <c:v>21.905</c:v>
                </c:pt>
                <c:pt idx="2030">
                  <c:v>29.659</c:v>
                </c:pt>
                <c:pt idx="2031">
                  <c:v>24.783</c:v>
                </c:pt>
                <c:pt idx="2032">
                  <c:v>25.021</c:v>
                </c:pt>
                <c:pt idx="2033">
                  <c:v>30.738</c:v>
                </c:pt>
                <c:pt idx="2034">
                  <c:v>26.437</c:v>
                </c:pt>
                <c:pt idx="2035">
                  <c:v>27.372</c:v>
                </c:pt>
                <c:pt idx="2036">
                  <c:v>29.252</c:v>
                </c:pt>
                <c:pt idx="2037">
                  <c:v>27.592</c:v>
                </c:pt>
                <c:pt idx="2038">
                  <c:v>27.281</c:v>
                </c:pt>
                <c:pt idx="2039">
                  <c:v>30.09</c:v>
                </c:pt>
                <c:pt idx="2040">
                  <c:v>28.27</c:v>
                </c:pt>
                <c:pt idx="2041">
                  <c:v>24.792</c:v>
                </c:pt>
                <c:pt idx="2042">
                  <c:v>22.881</c:v>
                </c:pt>
                <c:pt idx="2043">
                  <c:v>28.978</c:v>
                </c:pt>
                <c:pt idx="2044">
                  <c:v>31.474</c:v>
                </c:pt>
                <c:pt idx="2045">
                  <c:v>24.135</c:v>
                </c:pt>
                <c:pt idx="2046">
                  <c:v>25.083</c:v>
                </c:pt>
                <c:pt idx="2047">
                  <c:v>22.819</c:v>
                </c:pt>
                <c:pt idx="2048">
                  <c:v>23.207</c:v>
                </c:pt>
                <c:pt idx="2049">
                  <c:v>23.51</c:v>
                </c:pt>
                <c:pt idx="2050">
                  <c:v>21.218</c:v>
                </c:pt>
                <c:pt idx="2051">
                  <c:v>21.204</c:v>
                </c:pt>
                <c:pt idx="2052">
                  <c:v>31.994</c:v>
                </c:pt>
                <c:pt idx="2053">
                  <c:v>27.557</c:v>
                </c:pt>
                <c:pt idx="2054">
                  <c:v>17.439</c:v>
                </c:pt>
                <c:pt idx="2055">
                  <c:v>20.933</c:v>
                </c:pt>
                <c:pt idx="2056">
                  <c:v>25.703</c:v>
                </c:pt>
                <c:pt idx="2057">
                  <c:v>20.632</c:v>
                </c:pt>
                <c:pt idx="2058">
                  <c:v>34.781</c:v>
                </c:pt>
                <c:pt idx="2059">
                  <c:v>28.182</c:v>
                </c:pt>
                <c:pt idx="2060">
                  <c:v>24.069</c:v>
                </c:pt>
                <c:pt idx="2061">
                  <c:v>28.788</c:v>
                </c:pt>
                <c:pt idx="2062">
                  <c:v>17.322</c:v>
                </c:pt>
                <c:pt idx="2063">
                  <c:v>28.071</c:v>
                </c:pt>
                <c:pt idx="2064">
                  <c:v>22.852</c:v>
                </c:pt>
                <c:pt idx="2065">
                  <c:v>23.674</c:v>
                </c:pt>
                <c:pt idx="2066">
                  <c:v>20.323</c:v>
                </c:pt>
                <c:pt idx="2067">
                  <c:v>30.014</c:v>
                </c:pt>
                <c:pt idx="2068">
                  <c:v>21.146</c:v>
                </c:pt>
                <c:pt idx="2069">
                  <c:v>29.465</c:v>
                </c:pt>
                <c:pt idx="2070">
                  <c:v>29.316</c:v>
                </c:pt>
                <c:pt idx="2071">
                  <c:v>22.894</c:v>
                </c:pt>
                <c:pt idx="2072">
                  <c:v>26.106</c:v>
                </c:pt>
                <c:pt idx="2073">
                  <c:v>23.556</c:v>
                </c:pt>
                <c:pt idx="2074">
                  <c:v>25.141</c:v>
                </c:pt>
                <c:pt idx="2075">
                  <c:v>1504.384</c:v>
                </c:pt>
                <c:pt idx="2076">
                  <c:v>619.566</c:v>
                </c:pt>
                <c:pt idx="2077">
                  <c:v>535.962</c:v>
                </c:pt>
                <c:pt idx="2078">
                  <c:v>440.291</c:v>
                </c:pt>
                <c:pt idx="2079">
                  <c:v>358.718</c:v>
                </c:pt>
                <c:pt idx="2080">
                  <c:v>361.412</c:v>
                </c:pt>
                <c:pt idx="2081">
                  <c:v>274.79</c:v>
                </c:pt>
                <c:pt idx="2082">
                  <c:v>193.357</c:v>
                </c:pt>
                <c:pt idx="2083">
                  <c:v>221.618</c:v>
                </c:pt>
                <c:pt idx="2084">
                  <c:v>227.056</c:v>
                </c:pt>
                <c:pt idx="2085">
                  <c:v>285.776</c:v>
                </c:pt>
                <c:pt idx="2086">
                  <c:v>189.012</c:v>
                </c:pt>
                <c:pt idx="2087">
                  <c:v>184.453</c:v>
                </c:pt>
                <c:pt idx="2088">
                  <c:v>178.1</c:v>
                </c:pt>
                <c:pt idx="2089">
                  <c:v>189.17</c:v>
                </c:pt>
                <c:pt idx="2090">
                  <c:v>241.79</c:v>
                </c:pt>
                <c:pt idx="2091">
                  <c:v>140.301</c:v>
                </c:pt>
                <c:pt idx="2092">
                  <c:v>170.66</c:v>
                </c:pt>
                <c:pt idx="2093">
                  <c:v>133.875</c:v>
                </c:pt>
                <c:pt idx="2094">
                  <c:v>120.331</c:v>
                </c:pt>
                <c:pt idx="2095">
                  <c:v>155.173</c:v>
                </c:pt>
                <c:pt idx="2096">
                  <c:v>163.8</c:v>
                </c:pt>
                <c:pt idx="2097">
                  <c:v>156.014</c:v>
                </c:pt>
                <c:pt idx="2098">
                  <c:v>143.195</c:v>
                </c:pt>
                <c:pt idx="2099">
                  <c:v>199.302</c:v>
                </c:pt>
                <c:pt idx="2100">
                  <c:v>139.772</c:v>
                </c:pt>
                <c:pt idx="2101">
                  <c:v>143.037</c:v>
                </c:pt>
                <c:pt idx="2102">
                  <c:v>124.285</c:v>
                </c:pt>
                <c:pt idx="2103">
                  <c:v>137.246</c:v>
                </c:pt>
                <c:pt idx="2104">
                  <c:v>150.023</c:v>
                </c:pt>
                <c:pt idx="2105">
                  <c:v>117.566</c:v>
                </c:pt>
                <c:pt idx="2106">
                  <c:v>117.992</c:v>
                </c:pt>
                <c:pt idx="2107">
                  <c:v>170.128</c:v>
                </c:pt>
                <c:pt idx="2108">
                  <c:v>156.145</c:v>
                </c:pt>
                <c:pt idx="2109">
                  <c:v>97.225</c:v>
                </c:pt>
                <c:pt idx="2110">
                  <c:v>133.52</c:v>
                </c:pt>
                <c:pt idx="2111">
                  <c:v>121.56</c:v>
                </c:pt>
                <c:pt idx="2112">
                  <c:v>101.672</c:v>
                </c:pt>
                <c:pt idx="2113">
                  <c:v>108.579</c:v>
                </c:pt>
                <c:pt idx="2114">
                  <c:v>115.211</c:v>
                </c:pt>
                <c:pt idx="2115">
                  <c:v>110.122</c:v>
                </c:pt>
                <c:pt idx="2116">
                  <c:v>96.516</c:v>
                </c:pt>
                <c:pt idx="2117">
                  <c:v>109.933</c:v>
                </c:pt>
                <c:pt idx="2118">
                  <c:v>152.54</c:v>
                </c:pt>
                <c:pt idx="2119">
                  <c:v>98.359</c:v>
                </c:pt>
                <c:pt idx="2120">
                  <c:v>138.2</c:v>
                </c:pt>
                <c:pt idx="2121">
                  <c:v>94.488</c:v>
                </c:pt>
                <c:pt idx="2122">
                  <c:v>87.326</c:v>
                </c:pt>
                <c:pt idx="2123">
                  <c:v>98.719</c:v>
                </c:pt>
                <c:pt idx="2124">
                  <c:v>97.326</c:v>
                </c:pt>
                <c:pt idx="2125">
                  <c:v>108.829</c:v>
                </c:pt>
                <c:pt idx="2126">
                  <c:v>123.071</c:v>
                </c:pt>
                <c:pt idx="2127">
                  <c:v>77.499</c:v>
                </c:pt>
                <c:pt idx="2128">
                  <c:v>93.216</c:v>
                </c:pt>
                <c:pt idx="2129">
                  <c:v>75.924</c:v>
                </c:pt>
                <c:pt idx="2130">
                  <c:v>124.331</c:v>
                </c:pt>
                <c:pt idx="2131">
                  <c:v>87.04</c:v>
                </c:pt>
                <c:pt idx="2132">
                  <c:v>75.489</c:v>
                </c:pt>
                <c:pt idx="2133">
                  <c:v>97.251</c:v>
                </c:pt>
                <c:pt idx="2134">
                  <c:v>87.507</c:v>
                </c:pt>
                <c:pt idx="2135">
                  <c:v>84.317</c:v>
                </c:pt>
                <c:pt idx="2136">
                  <c:v>75.123</c:v>
                </c:pt>
                <c:pt idx="2137">
                  <c:v>84.175</c:v>
                </c:pt>
                <c:pt idx="2138">
                  <c:v>71.535</c:v>
                </c:pt>
                <c:pt idx="2139">
                  <c:v>85.946</c:v>
                </c:pt>
                <c:pt idx="2140">
                  <c:v>96.569</c:v>
                </c:pt>
                <c:pt idx="2141">
                  <c:v>54.205</c:v>
                </c:pt>
                <c:pt idx="2142">
                  <c:v>84.249</c:v>
                </c:pt>
                <c:pt idx="2143">
                  <c:v>73.349</c:v>
                </c:pt>
                <c:pt idx="2144">
                  <c:v>78.025</c:v>
                </c:pt>
                <c:pt idx="2145">
                  <c:v>73.976</c:v>
                </c:pt>
                <c:pt idx="2146">
                  <c:v>107.729</c:v>
                </c:pt>
                <c:pt idx="2147">
                  <c:v>77.961</c:v>
                </c:pt>
                <c:pt idx="2148">
                  <c:v>72.977</c:v>
                </c:pt>
                <c:pt idx="2149">
                  <c:v>59.639</c:v>
                </c:pt>
                <c:pt idx="2150">
                  <c:v>73.608</c:v>
                </c:pt>
                <c:pt idx="2151">
                  <c:v>86.325</c:v>
                </c:pt>
                <c:pt idx="2152">
                  <c:v>72.069</c:v>
                </c:pt>
                <c:pt idx="2153">
                  <c:v>58.757</c:v>
                </c:pt>
                <c:pt idx="2154">
                  <c:v>69.437</c:v>
                </c:pt>
                <c:pt idx="2155">
                  <c:v>74.137</c:v>
                </c:pt>
                <c:pt idx="2156">
                  <c:v>56.577</c:v>
                </c:pt>
                <c:pt idx="2157">
                  <c:v>64.818</c:v>
                </c:pt>
                <c:pt idx="2158">
                  <c:v>78.256</c:v>
                </c:pt>
                <c:pt idx="2159">
                  <c:v>65.641</c:v>
                </c:pt>
                <c:pt idx="2160">
                  <c:v>61.421</c:v>
                </c:pt>
                <c:pt idx="2161">
                  <c:v>76.872</c:v>
                </c:pt>
                <c:pt idx="2162">
                  <c:v>64.966</c:v>
                </c:pt>
                <c:pt idx="2163">
                  <c:v>55.783</c:v>
                </c:pt>
                <c:pt idx="2164">
                  <c:v>62.944</c:v>
                </c:pt>
                <c:pt idx="2165">
                  <c:v>67.899</c:v>
                </c:pt>
                <c:pt idx="2166">
                  <c:v>63.98</c:v>
                </c:pt>
                <c:pt idx="2167">
                  <c:v>69.891</c:v>
                </c:pt>
                <c:pt idx="2168">
                  <c:v>58.276</c:v>
                </c:pt>
                <c:pt idx="2169">
                  <c:v>71.7</c:v>
                </c:pt>
                <c:pt idx="2170">
                  <c:v>58.688</c:v>
                </c:pt>
                <c:pt idx="2171">
                  <c:v>60.929</c:v>
                </c:pt>
                <c:pt idx="2172">
                  <c:v>58.787</c:v>
                </c:pt>
                <c:pt idx="2173">
                  <c:v>62.253</c:v>
                </c:pt>
                <c:pt idx="2174">
                  <c:v>62.733</c:v>
                </c:pt>
                <c:pt idx="2175">
                  <c:v>68.169</c:v>
                </c:pt>
                <c:pt idx="2176">
                  <c:v>63.132</c:v>
                </c:pt>
                <c:pt idx="2177">
                  <c:v>65.613</c:v>
                </c:pt>
                <c:pt idx="2178">
                  <c:v>57.618</c:v>
                </c:pt>
                <c:pt idx="2179">
                  <c:v>60.915</c:v>
                </c:pt>
                <c:pt idx="2180">
                  <c:v>64.922</c:v>
                </c:pt>
                <c:pt idx="2181">
                  <c:v>63.634</c:v>
                </c:pt>
                <c:pt idx="2182">
                  <c:v>62.722</c:v>
                </c:pt>
                <c:pt idx="2183">
                  <c:v>54.96</c:v>
                </c:pt>
                <c:pt idx="2184">
                  <c:v>54.422</c:v>
                </c:pt>
                <c:pt idx="2185">
                  <c:v>62.429</c:v>
                </c:pt>
                <c:pt idx="2186">
                  <c:v>61.338</c:v>
                </c:pt>
                <c:pt idx="2187">
                  <c:v>63.815</c:v>
                </c:pt>
                <c:pt idx="2188">
                  <c:v>49.52</c:v>
                </c:pt>
                <c:pt idx="2189">
                  <c:v>56.908</c:v>
                </c:pt>
                <c:pt idx="2190">
                  <c:v>54.957</c:v>
                </c:pt>
                <c:pt idx="2191">
                  <c:v>56.457</c:v>
                </c:pt>
                <c:pt idx="2192">
                  <c:v>56.445</c:v>
                </c:pt>
                <c:pt idx="2193">
                  <c:v>49.096</c:v>
                </c:pt>
                <c:pt idx="2194">
                  <c:v>50.989</c:v>
                </c:pt>
                <c:pt idx="2195">
                  <c:v>53.074</c:v>
                </c:pt>
                <c:pt idx="2196">
                  <c:v>64.817</c:v>
                </c:pt>
                <c:pt idx="2197">
                  <c:v>74.798</c:v>
                </c:pt>
                <c:pt idx="2198">
                  <c:v>52.765</c:v>
                </c:pt>
                <c:pt idx="2199">
                  <c:v>53.966</c:v>
                </c:pt>
                <c:pt idx="2200">
                  <c:v>60.029</c:v>
                </c:pt>
                <c:pt idx="2201">
                  <c:v>49.955</c:v>
                </c:pt>
                <c:pt idx="2202">
                  <c:v>54.151</c:v>
                </c:pt>
                <c:pt idx="2203">
                  <c:v>49.73</c:v>
                </c:pt>
                <c:pt idx="2204">
                  <c:v>55.746</c:v>
                </c:pt>
                <c:pt idx="2205">
                  <c:v>66.239</c:v>
                </c:pt>
                <c:pt idx="2206">
                  <c:v>58.458</c:v>
                </c:pt>
                <c:pt idx="2207">
                  <c:v>61.102</c:v>
                </c:pt>
                <c:pt idx="2208">
                  <c:v>54.426</c:v>
                </c:pt>
                <c:pt idx="2209">
                  <c:v>55.5</c:v>
                </c:pt>
                <c:pt idx="2210">
                  <c:v>58.76</c:v>
                </c:pt>
                <c:pt idx="2211">
                  <c:v>51.008</c:v>
                </c:pt>
                <c:pt idx="2212">
                  <c:v>47.544</c:v>
                </c:pt>
                <c:pt idx="2213">
                  <c:v>57.417</c:v>
                </c:pt>
                <c:pt idx="2214">
                  <c:v>49.871</c:v>
                </c:pt>
                <c:pt idx="2215">
                  <c:v>48.362</c:v>
                </c:pt>
                <c:pt idx="2216">
                  <c:v>51.333</c:v>
                </c:pt>
                <c:pt idx="2217">
                  <c:v>48.604</c:v>
                </c:pt>
                <c:pt idx="2218">
                  <c:v>69.781</c:v>
                </c:pt>
                <c:pt idx="2219">
                  <c:v>43.717</c:v>
                </c:pt>
                <c:pt idx="2220">
                  <c:v>57.389</c:v>
                </c:pt>
                <c:pt idx="2221">
                  <c:v>52.393</c:v>
                </c:pt>
                <c:pt idx="2222">
                  <c:v>43.38</c:v>
                </c:pt>
                <c:pt idx="2223">
                  <c:v>47.615</c:v>
                </c:pt>
                <c:pt idx="2224">
                  <c:v>57.626</c:v>
                </c:pt>
                <c:pt idx="2225">
                  <c:v>52.834</c:v>
                </c:pt>
                <c:pt idx="2226">
                  <c:v>53.076</c:v>
                </c:pt>
                <c:pt idx="2227">
                  <c:v>46.358</c:v>
                </c:pt>
                <c:pt idx="2228">
                  <c:v>47.113</c:v>
                </c:pt>
                <c:pt idx="2229">
                  <c:v>51.98</c:v>
                </c:pt>
                <c:pt idx="2230">
                  <c:v>46.972</c:v>
                </c:pt>
                <c:pt idx="2231">
                  <c:v>54.726</c:v>
                </c:pt>
                <c:pt idx="2232">
                  <c:v>39.224</c:v>
                </c:pt>
                <c:pt idx="2233">
                  <c:v>37.403</c:v>
                </c:pt>
                <c:pt idx="2234">
                  <c:v>55.207</c:v>
                </c:pt>
                <c:pt idx="2235">
                  <c:v>37.095</c:v>
                </c:pt>
                <c:pt idx="2236">
                  <c:v>35.757</c:v>
                </c:pt>
                <c:pt idx="2237">
                  <c:v>38.805</c:v>
                </c:pt>
                <c:pt idx="2238">
                  <c:v>49.068</c:v>
                </c:pt>
                <c:pt idx="2239">
                  <c:v>50.534</c:v>
                </c:pt>
                <c:pt idx="2240">
                  <c:v>40.45</c:v>
                </c:pt>
                <c:pt idx="2241">
                  <c:v>46.934</c:v>
                </c:pt>
                <c:pt idx="2242">
                  <c:v>44.329</c:v>
                </c:pt>
                <c:pt idx="2243">
                  <c:v>45.516</c:v>
                </c:pt>
                <c:pt idx="2244">
                  <c:v>43.207</c:v>
                </c:pt>
                <c:pt idx="2245">
                  <c:v>33.432</c:v>
                </c:pt>
                <c:pt idx="2246">
                  <c:v>40.17</c:v>
                </c:pt>
                <c:pt idx="2247">
                  <c:v>50.795</c:v>
                </c:pt>
                <c:pt idx="2248">
                  <c:v>41.327</c:v>
                </c:pt>
                <c:pt idx="2249">
                  <c:v>40.041</c:v>
                </c:pt>
                <c:pt idx="2250">
                  <c:v>42.164</c:v>
                </c:pt>
                <c:pt idx="2251">
                  <c:v>42.765</c:v>
                </c:pt>
                <c:pt idx="2252">
                  <c:v>43.221</c:v>
                </c:pt>
                <c:pt idx="2253">
                  <c:v>46.269</c:v>
                </c:pt>
                <c:pt idx="2254">
                  <c:v>44.389</c:v>
                </c:pt>
                <c:pt idx="2255">
                  <c:v>35.375</c:v>
                </c:pt>
                <c:pt idx="2256">
                  <c:v>43.862</c:v>
                </c:pt>
                <c:pt idx="2257">
                  <c:v>32.034</c:v>
                </c:pt>
                <c:pt idx="2258">
                  <c:v>39.818</c:v>
                </c:pt>
                <c:pt idx="2259">
                  <c:v>39.943</c:v>
                </c:pt>
                <c:pt idx="2260">
                  <c:v>42.774</c:v>
                </c:pt>
                <c:pt idx="2261">
                  <c:v>39.936</c:v>
                </c:pt>
                <c:pt idx="2262">
                  <c:v>34.437</c:v>
                </c:pt>
                <c:pt idx="2263">
                  <c:v>36.89</c:v>
                </c:pt>
                <c:pt idx="2264">
                  <c:v>39.639</c:v>
                </c:pt>
                <c:pt idx="2265">
                  <c:v>38.617</c:v>
                </c:pt>
                <c:pt idx="2266">
                  <c:v>36.097</c:v>
                </c:pt>
                <c:pt idx="2267">
                  <c:v>42.549</c:v>
                </c:pt>
                <c:pt idx="2268">
                  <c:v>48.523</c:v>
                </c:pt>
                <c:pt idx="2269">
                  <c:v>34.23</c:v>
                </c:pt>
                <c:pt idx="2270">
                  <c:v>36.218</c:v>
                </c:pt>
                <c:pt idx="2271">
                  <c:v>35.14</c:v>
                </c:pt>
                <c:pt idx="2272">
                  <c:v>35.157</c:v>
                </c:pt>
                <c:pt idx="2273">
                  <c:v>37.439</c:v>
                </c:pt>
                <c:pt idx="2274">
                  <c:v>39.429</c:v>
                </c:pt>
                <c:pt idx="2275">
                  <c:v>41.421</c:v>
                </c:pt>
                <c:pt idx="2276">
                  <c:v>47.061</c:v>
                </c:pt>
                <c:pt idx="2277">
                  <c:v>36.609</c:v>
                </c:pt>
                <c:pt idx="2278">
                  <c:v>47.094</c:v>
                </c:pt>
                <c:pt idx="2279">
                  <c:v>37.333</c:v>
                </c:pt>
                <c:pt idx="2280">
                  <c:v>38.169</c:v>
                </c:pt>
                <c:pt idx="2281">
                  <c:v>51.798</c:v>
                </c:pt>
                <c:pt idx="2282">
                  <c:v>42.555</c:v>
                </c:pt>
                <c:pt idx="2283">
                  <c:v>36.278</c:v>
                </c:pt>
                <c:pt idx="2284">
                  <c:v>38.599</c:v>
                </c:pt>
                <c:pt idx="2285">
                  <c:v>38.015</c:v>
                </c:pt>
                <c:pt idx="2286">
                  <c:v>43.093</c:v>
                </c:pt>
                <c:pt idx="2287">
                  <c:v>35.611</c:v>
                </c:pt>
                <c:pt idx="2288">
                  <c:v>41.568</c:v>
                </c:pt>
                <c:pt idx="2289">
                  <c:v>39.719</c:v>
                </c:pt>
                <c:pt idx="2290">
                  <c:v>37.537</c:v>
                </c:pt>
                <c:pt idx="2291">
                  <c:v>48.051</c:v>
                </c:pt>
                <c:pt idx="2292">
                  <c:v>44.498</c:v>
                </c:pt>
                <c:pt idx="2293">
                  <c:v>34.973</c:v>
                </c:pt>
                <c:pt idx="2294">
                  <c:v>43.149</c:v>
                </c:pt>
                <c:pt idx="2295">
                  <c:v>28.741</c:v>
                </c:pt>
                <c:pt idx="2296">
                  <c:v>42.744</c:v>
                </c:pt>
                <c:pt idx="2297">
                  <c:v>35.127</c:v>
                </c:pt>
                <c:pt idx="2298">
                  <c:v>36.248</c:v>
                </c:pt>
                <c:pt idx="2299">
                  <c:v>35.527</c:v>
                </c:pt>
                <c:pt idx="2300">
                  <c:v>46.401</c:v>
                </c:pt>
                <c:pt idx="2301">
                  <c:v>29.338</c:v>
                </c:pt>
                <c:pt idx="2302">
                  <c:v>28.581</c:v>
                </c:pt>
                <c:pt idx="2303">
                  <c:v>30.064</c:v>
                </c:pt>
                <c:pt idx="2304">
                  <c:v>32.795</c:v>
                </c:pt>
                <c:pt idx="2305">
                  <c:v>31.462</c:v>
                </c:pt>
                <c:pt idx="2306">
                  <c:v>35.46</c:v>
                </c:pt>
                <c:pt idx="2307">
                  <c:v>31.327</c:v>
                </c:pt>
                <c:pt idx="2308">
                  <c:v>38.952</c:v>
                </c:pt>
                <c:pt idx="2309">
                  <c:v>25.455</c:v>
                </c:pt>
                <c:pt idx="2310">
                  <c:v>29.17</c:v>
                </c:pt>
                <c:pt idx="2311">
                  <c:v>43.242</c:v>
                </c:pt>
                <c:pt idx="2312">
                  <c:v>30.418</c:v>
                </c:pt>
                <c:pt idx="2313">
                  <c:v>36.118</c:v>
                </c:pt>
                <c:pt idx="2314">
                  <c:v>35.12</c:v>
                </c:pt>
                <c:pt idx="2315">
                  <c:v>29.833</c:v>
                </c:pt>
                <c:pt idx="2316">
                  <c:v>32.417</c:v>
                </c:pt>
                <c:pt idx="2317">
                  <c:v>36.28</c:v>
                </c:pt>
                <c:pt idx="2318">
                  <c:v>33.802</c:v>
                </c:pt>
                <c:pt idx="2319">
                  <c:v>30.715</c:v>
                </c:pt>
                <c:pt idx="2320">
                  <c:v>32.27</c:v>
                </c:pt>
                <c:pt idx="2321">
                  <c:v>35.236</c:v>
                </c:pt>
                <c:pt idx="2322">
                  <c:v>40.481</c:v>
                </c:pt>
                <c:pt idx="2323">
                  <c:v>32.381</c:v>
                </c:pt>
                <c:pt idx="2324">
                  <c:v>30.155</c:v>
                </c:pt>
                <c:pt idx="2325">
                  <c:v>30.661</c:v>
                </c:pt>
                <c:pt idx="2326">
                  <c:v>28.633</c:v>
                </c:pt>
                <c:pt idx="2327">
                  <c:v>35.395</c:v>
                </c:pt>
                <c:pt idx="2328">
                  <c:v>36.138</c:v>
                </c:pt>
                <c:pt idx="2329">
                  <c:v>27.188</c:v>
                </c:pt>
                <c:pt idx="2330">
                  <c:v>29.442</c:v>
                </c:pt>
                <c:pt idx="2331">
                  <c:v>32.434</c:v>
                </c:pt>
                <c:pt idx="2332">
                  <c:v>27.097</c:v>
                </c:pt>
                <c:pt idx="2333">
                  <c:v>31.761</c:v>
                </c:pt>
                <c:pt idx="2334">
                  <c:v>34.036</c:v>
                </c:pt>
                <c:pt idx="2335">
                  <c:v>27.408</c:v>
                </c:pt>
                <c:pt idx="2336">
                  <c:v>21.765</c:v>
                </c:pt>
                <c:pt idx="2337">
                  <c:v>27.389</c:v>
                </c:pt>
                <c:pt idx="2338">
                  <c:v>31.725</c:v>
                </c:pt>
                <c:pt idx="2339">
                  <c:v>24.718</c:v>
                </c:pt>
                <c:pt idx="2340">
                  <c:v>24.714</c:v>
                </c:pt>
                <c:pt idx="2341">
                  <c:v>31.918</c:v>
                </c:pt>
                <c:pt idx="2342">
                  <c:v>29.101</c:v>
                </c:pt>
                <c:pt idx="2343">
                  <c:v>31.127</c:v>
                </c:pt>
                <c:pt idx="2344">
                  <c:v>27.148</c:v>
                </c:pt>
                <c:pt idx="2345">
                  <c:v>20.008</c:v>
                </c:pt>
                <c:pt idx="2346">
                  <c:v>25.013</c:v>
                </c:pt>
                <c:pt idx="2347">
                  <c:v>25.702</c:v>
                </c:pt>
                <c:pt idx="2348">
                  <c:v>27.442</c:v>
                </c:pt>
                <c:pt idx="2349">
                  <c:v>28.131</c:v>
                </c:pt>
                <c:pt idx="2350">
                  <c:v>23.684</c:v>
                </c:pt>
                <c:pt idx="2351">
                  <c:v>27.289</c:v>
                </c:pt>
                <c:pt idx="2352">
                  <c:v>34.676</c:v>
                </c:pt>
                <c:pt idx="2353">
                  <c:v>19.923</c:v>
                </c:pt>
                <c:pt idx="2354">
                  <c:v>31.636</c:v>
                </c:pt>
                <c:pt idx="2355">
                  <c:v>26.333</c:v>
                </c:pt>
                <c:pt idx="2356">
                  <c:v>27.09</c:v>
                </c:pt>
                <c:pt idx="2357">
                  <c:v>19.81</c:v>
                </c:pt>
                <c:pt idx="2358">
                  <c:v>27.049</c:v>
                </c:pt>
                <c:pt idx="2359">
                  <c:v>29.051</c:v>
                </c:pt>
                <c:pt idx="2360">
                  <c:v>27.507</c:v>
                </c:pt>
                <c:pt idx="2361">
                  <c:v>31.612</c:v>
                </c:pt>
                <c:pt idx="2362">
                  <c:v>22.477</c:v>
                </c:pt>
                <c:pt idx="2363">
                  <c:v>27.721</c:v>
                </c:pt>
                <c:pt idx="2364">
                  <c:v>26.445</c:v>
                </c:pt>
                <c:pt idx="2365">
                  <c:v>17.688</c:v>
                </c:pt>
                <c:pt idx="2366">
                  <c:v>25.929</c:v>
                </c:pt>
                <c:pt idx="2367">
                  <c:v>26.162</c:v>
                </c:pt>
                <c:pt idx="2368">
                  <c:v>31.66</c:v>
                </c:pt>
                <c:pt idx="2369">
                  <c:v>32.888</c:v>
                </c:pt>
                <c:pt idx="2370">
                  <c:v>30.753</c:v>
                </c:pt>
                <c:pt idx="2371">
                  <c:v>26.392</c:v>
                </c:pt>
                <c:pt idx="2372">
                  <c:v>19.552</c:v>
                </c:pt>
                <c:pt idx="2373">
                  <c:v>23.351</c:v>
                </c:pt>
                <c:pt idx="2374">
                  <c:v>26.399</c:v>
                </c:pt>
                <c:pt idx="2375">
                  <c:v>23.053</c:v>
                </c:pt>
                <c:pt idx="2376">
                  <c:v>27.06</c:v>
                </c:pt>
                <c:pt idx="2377">
                  <c:v>26.049</c:v>
                </c:pt>
                <c:pt idx="2378">
                  <c:v>26.764</c:v>
                </c:pt>
                <c:pt idx="2379">
                  <c:v>24.623</c:v>
                </c:pt>
                <c:pt idx="2380">
                  <c:v>28.909</c:v>
                </c:pt>
                <c:pt idx="2381">
                  <c:v>26.665</c:v>
                </c:pt>
                <c:pt idx="2382">
                  <c:v>31.77</c:v>
                </c:pt>
                <c:pt idx="2383">
                  <c:v>25.162</c:v>
                </c:pt>
                <c:pt idx="2384">
                  <c:v>26.645</c:v>
                </c:pt>
                <c:pt idx="2385">
                  <c:v>26.627</c:v>
                </c:pt>
                <c:pt idx="2386">
                  <c:v>22.277</c:v>
                </c:pt>
                <c:pt idx="2387">
                  <c:v>19.862</c:v>
                </c:pt>
                <c:pt idx="2388">
                  <c:v>16.217</c:v>
                </c:pt>
                <c:pt idx="2389">
                  <c:v>31.413</c:v>
                </c:pt>
                <c:pt idx="2390">
                  <c:v>20.642</c:v>
                </c:pt>
                <c:pt idx="2391">
                  <c:v>27.52</c:v>
                </c:pt>
                <c:pt idx="2392">
                  <c:v>15.178</c:v>
                </c:pt>
                <c:pt idx="2393">
                  <c:v>25.479</c:v>
                </c:pt>
                <c:pt idx="2394">
                  <c:v>31.936</c:v>
                </c:pt>
                <c:pt idx="2395">
                  <c:v>29.213</c:v>
                </c:pt>
                <c:pt idx="2396">
                  <c:v>19.464</c:v>
                </c:pt>
                <c:pt idx="2397">
                  <c:v>19.508</c:v>
                </c:pt>
                <c:pt idx="2398">
                  <c:v>1499.702</c:v>
                </c:pt>
                <c:pt idx="2399">
                  <c:v>309.039</c:v>
                </c:pt>
                <c:pt idx="2400">
                  <c:v>219.024</c:v>
                </c:pt>
                <c:pt idx="2401">
                  <c:v>215.706</c:v>
                </c:pt>
                <c:pt idx="2402">
                  <c:v>216.427</c:v>
                </c:pt>
                <c:pt idx="2403">
                  <c:v>200.109</c:v>
                </c:pt>
                <c:pt idx="2404">
                  <c:v>219.701</c:v>
                </c:pt>
                <c:pt idx="2405">
                  <c:v>161.326</c:v>
                </c:pt>
                <c:pt idx="2406">
                  <c:v>198.964</c:v>
                </c:pt>
                <c:pt idx="2407">
                  <c:v>198.859</c:v>
                </c:pt>
                <c:pt idx="2408">
                  <c:v>173.53</c:v>
                </c:pt>
                <c:pt idx="2409">
                  <c:v>190.633</c:v>
                </c:pt>
                <c:pt idx="2410">
                  <c:v>229.382</c:v>
                </c:pt>
                <c:pt idx="2411">
                  <c:v>201.346</c:v>
                </c:pt>
                <c:pt idx="2412">
                  <c:v>159.226</c:v>
                </c:pt>
                <c:pt idx="2413">
                  <c:v>180.453</c:v>
                </c:pt>
                <c:pt idx="2414">
                  <c:v>167.11</c:v>
                </c:pt>
                <c:pt idx="2415">
                  <c:v>147.221</c:v>
                </c:pt>
                <c:pt idx="2416">
                  <c:v>160.503</c:v>
                </c:pt>
                <c:pt idx="2417">
                  <c:v>140.613</c:v>
                </c:pt>
                <c:pt idx="2418">
                  <c:v>156.726</c:v>
                </c:pt>
                <c:pt idx="2419">
                  <c:v>137.334</c:v>
                </c:pt>
                <c:pt idx="2420">
                  <c:v>159.076</c:v>
                </c:pt>
                <c:pt idx="2421">
                  <c:v>130.056</c:v>
                </c:pt>
                <c:pt idx="2422">
                  <c:v>135.365</c:v>
                </c:pt>
                <c:pt idx="2423">
                  <c:v>125.309</c:v>
                </c:pt>
                <c:pt idx="2424">
                  <c:v>137.222</c:v>
                </c:pt>
                <c:pt idx="2425">
                  <c:v>123.605</c:v>
                </c:pt>
                <c:pt idx="2426">
                  <c:v>121.592</c:v>
                </c:pt>
                <c:pt idx="2427">
                  <c:v>123.629</c:v>
                </c:pt>
                <c:pt idx="2428">
                  <c:v>126.568</c:v>
                </c:pt>
                <c:pt idx="2429">
                  <c:v>169.34</c:v>
                </c:pt>
                <c:pt idx="2430">
                  <c:v>120.08</c:v>
                </c:pt>
                <c:pt idx="2431">
                  <c:v>101.395</c:v>
                </c:pt>
                <c:pt idx="2432">
                  <c:v>109.397</c:v>
                </c:pt>
                <c:pt idx="2433">
                  <c:v>110.51</c:v>
                </c:pt>
                <c:pt idx="2434">
                  <c:v>92.399</c:v>
                </c:pt>
                <c:pt idx="2435">
                  <c:v>117.825</c:v>
                </c:pt>
                <c:pt idx="2436">
                  <c:v>102.441</c:v>
                </c:pt>
                <c:pt idx="2437">
                  <c:v>87.598</c:v>
                </c:pt>
                <c:pt idx="2438">
                  <c:v>94.025</c:v>
                </c:pt>
                <c:pt idx="2439">
                  <c:v>79.391</c:v>
                </c:pt>
                <c:pt idx="2440">
                  <c:v>89.2</c:v>
                </c:pt>
                <c:pt idx="2441">
                  <c:v>67.866</c:v>
                </c:pt>
                <c:pt idx="2442">
                  <c:v>88.035</c:v>
                </c:pt>
                <c:pt idx="2443">
                  <c:v>71.225</c:v>
                </c:pt>
                <c:pt idx="2444">
                  <c:v>85.682</c:v>
                </c:pt>
                <c:pt idx="2445">
                  <c:v>80.571</c:v>
                </c:pt>
                <c:pt idx="2446">
                  <c:v>76</c:v>
                </c:pt>
                <c:pt idx="2447">
                  <c:v>77.727</c:v>
                </c:pt>
                <c:pt idx="2448">
                  <c:v>72.857</c:v>
                </c:pt>
                <c:pt idx="2449">
                  <c:v>83.689</c:v>
                </c:pt>
                <c:pt idx="2450">
                  <c:v>69.703</c:v>
                </c:pt>
                <c:pt idx="2451">
                  <c:v>67.085</c:v>
                </c:pt>
                <c:pt idx="2452">
                  <c:v>79.472</c:v>
                </c:pt>
                <c:pt idx="2453">
                  <c:v>63.044</c:v>
                </c:pt>
                <c:pt idx="2454">
                  <c:v>64.163</c:v>
                </c:pt>
                <c:pt idx="2455">
                  <c:v>69.111</c:v>
                </c:pt>
                <c:pt idx="2456">
                  <c:v>67.669</c:v>
                </c:pt>
                <c:pt idx="2457">
                  <c:v>78.827</c:v>
                </c:pt>
                <c:pt idx="2458">
                  <c:v>47.032</c:v>
                </c:pt>
                <c:pt idx="2459">
                  <c:v>66.434</c:v>
                </c:pt>
                <c:pt idx="2460">
                  <c:v>80.725</c:v>
                </c:pt>
                <c:pt idx="2461">
                  <c:v>57.815</c:v>
                </c:pt>
                <c:pt idx="2462">
                  <c:v>76.64</c:v>
                </c:pt>
                <c:pt idx="2463">
                  <c:v>68.983</c:v>
                </c:pt>
                <c:pt idx="2464">
                  <c:v>63.843</c:v>
                </c:pt>
                <c:pt idx="2465">
                  <c:v>55.961</c:v>
                </c:pt>
                <c:pt idx="2466">
                  <c:v>57.167</c:v>
                </c:pt>
                <c:pt idx="2467">
                  <c:v>46.133</c:v>
                </c:pt>
                <c:pt idx="2468">
                  <c:v>56.41</c:v>
                </c:pt>
                <c:pt idx="2469">
                  <c:v>64.415</c:v>
                </c:pt>
                <c:pt idx="2470">
                  <c:v>52.878</c:v>
                </c:pt>
                <c:pt idx="2471">
                  <c:v>57.481</c:v>
                </c:pt>
                <c:pt idx="2472">
                  <c:v>57.699</c:v>
                </c:pt>
                <c:pt idx="2473">
                  <c:v>62.252</c:v>
                </c:pt>
                <c:pt idx="2474">
                  <c:v>52.228</c:v>
                </c:pt>
                <c:pt idx="2475">
                  <c:v>53.695</c:v>
                </c:pt>
                <c:pt idx="2476">
                  <c:v>64.223</c:v>
                </c:pt>
                <c:pt idx="2477">
                  <c:v>45.639</c:v>
                </c:pt>
                <c:pt idx="2478">
                  <c:v>50.887</c:v>
                </c:pt>
                <c:pt idx="2479">
                  <c:v>45.846</c:v>
                </c:pt>
                <c:pt idx="2480">
                  <c:v>69.838</c:v>
                </c:pt>
                <c:pt idx="2481">
                  <c:v>55.241</c:v>
                </c:pt>
                <c:pt idx="2482">
                  <c:v>48.026</c:v>
                </c:pt>
                <c:pt idx="2483">
                  <c:v>61.214</c:v>
                </c:pt>
                <c:pt idx="2484">
                  <c:v>51.089</c:v>
                </c:pt>
                <c:pt idx="2485">
                  <c:v>43.453</c:v>
                </c:pt>
                <c:pt idx="2486">
                  <c:v>62.182</c:v>
                </c:pt>
                <c:pt idx="2487">
                  <c:v>48.83</c:v>
                </c:pt>
                <c:pt idx="2488">
                  <c:v>48.558</c:v>
                </c:pt>
                <c:pt idx="2489">
                  <c:v>48.497</c:v>
                </c:pt>
                <c:pt idx="2490">
                  <c:v>49.475</c:v>
                </c:pt>
                <c:pt idx="2491">
                  <c:v>60.928</c:v>
                </c:pt>
                <c:pt idx="2492">
                  <c:v>48.673</c:v>
                </c:pt>
                <c:pt idx="2493">
                  <c:v>62.454</c:v>
                </c:pt>
                <c:pt idx="2494">
                  <c:v>58.919</c:v>
                </c:pt>
                <c:pt idx="2495">
                  <c:v>40.266</c:v>
                </c:pt>
                <c:pt idx="2496">
                  <c:v>55.868</c:v>
                </c:pt>
                <c:pt idx="2497">
                  <c:v>47.018</c:v>
                </c:pt>
                <c:pt idx="2498">
                  <c:v>42.46</c:v>
                </c:pt>
                <c:pt idx="2499">
                  <c:v>52.466</c:v>
                </c:pt>
                <c:pt idx="2500">
                  <c:v>71.327</c:v>
                </c:pt>
                <c:pt idx="2501">
                  <c:v>49.17</c:v>
                </c:pt>
                <c:pt idx="2502">
                  <c:v>59.305</c:v>
                </c:pt>
                <c:pt idx="2503">
                  <c:v>40.317</c:v>
                </c:pt>
                <c:pt idx="2504">
                  <c:v>48.487</c:v>
                </c:pt>
                <c:pt idx="2505">
                  <c:v>47.223</c:v>
                </c:pt>
                <c:pt idx="2506">
                  <c:v>49.873</c:v>
                </c:pt>
                <c:pt idx="2507">
                  <c:v>46.64</c:v>
                </c:pt>
                <c:pt idx="2508">
                  <c:v>48.613</c:v>
                </c:pt>
                <c:pt idx="2509">
                  <c:v>47.545</c:v>
                </c:pt>
                <c:pt idx="2510">
                  <c:v>44.524</c:v>
                </c:pt>
                <c:pt idx="2511">
                  <c:v>46.768</c:v>
                </c:pt>
                <c:pt idx="2512">
                  <c:v>51.704</c:v>
                </c:pt>
                <c:pt idx="2513">
                  <c:v>47.029</c:v>
                </c:pt>
                <c:pt idx="2514">
                  <c:v>54.471</c:v>
                </c:pt>
                <c:pt idx="2515">
                  <c:v>31.934</c:v>
                </c:pt>
                <c:pt idx="2516">
                  <c:v>48.911</c:v>
                </c:pt>
                <c:pt idx="2517">
                  <c:v>52.187</c:v>
                </c:pt>
                <c:pt idx="2518">
                  <c:v>46.199</c:v>
                </c:pt>
                <c:pt idx="2519">
                  <c:v>44.949</c:v>
                </c:pt>
                <c:pt idx="2520">
                  <c:v>51.403</c:v>
                </c:pt>
                <c:pt idx="2521">
                  <c:v>52.92</c:v>
                </c:pt>
                <c:pt idx="2522">
                  <c:v>51.318</c:v>
                </c:pt>
                <c:pt idx="2523">
                  <c:v>45.562</c:v>
                </c:pt>
                <c:pt idx="2524">
                  <c:v>48.8</c:v>
                </c:pt>
                <c:pt idx="2525">
                  <c:v>40.391</c:v>
                </c:pt>
                <c:pt idx="2526">
                  <c:v>49.579</c:v>
                </c:pt>
                <c:pt idx="2527">
                  <c:v>51.585</c:v>
                </c:pt>
                <c:pt idx="2528">
                  <c:v>40.392</c:v>
                </c:pt>
                <c:pt idx="2529">
                  <c:v>51.2</c:v>
                </c:pt>
                <c:pt idx="2530">
                  <c:v>36.413</c:v>
                </c:pt>
                <c:pt idx="2531">
                  <c:v>39.04</c:v>
                </c:pt>
                <c:pt idx="2532">
                  <c:v>33.962</c:v>
                </c:pt>
                <c:pt idx="2533">
                  <c:v>46.363</c:v>
                </c:pt>
                <c:pt idx="2534">
                  <c:v>38.77</c:v>
                </c:pt>
                <c:pt idx="2535">
                  <c:v>35.77</c:v>
                </c:pt>
                <c:pt idx="2536">
                  <c:v>40.232</c:v>
                </c:pt>
                <c:pt idx="2537">
                  <c:v>37.961</c:v>
                </c:pt>
                <c:pt idx="2538">
                  <c:v>38.891</c:v>
                </c:pt>
                <c:pt idx="2539">
                  <c:v>41.129</c:v>
                </c:pt>
                <c:pt idx="2540">
                  <c:v>35.511</c:v>
                </c:pt>
                <c:pt idx="2541">
                  <c:v>39.743</c:v>
                </c:pt>
                <c:pt idx="2542">
                  <c:v>34.421</c:v>
                </c:pt>
                <c:pt idx="2543">
                  <c:v>40.642</c:v>
                </c:pt>
                <c:pt idx="2544">
                  <c:v>40.628</c:v>
                </c:pt>
                <c:pt idx="2545">
                  <c:v>36.372</c:v>
                </c:pt>
                <c:pt idx="2546">
                  <c:v>31.576</c:v>
                </c:pt>
                <c:pt idx="2547">
                  <c:v>43.582</c:v>
                </c:pt>
                <c:pt idx="2548">
                  <c:v>28.898</c:v>
                </c:pt>
                <c:pt idx="2549">
                  <c:v>35.794</c:v>
                </c:pt>
                <c:pt idx="2550">
                  <c:v>51.269</c:v>
                </c:pt>
                <c:pt idx="2551">
                  <c:v>52.261</c:v>
                </c:pt>
                <c:pt idx="2552">
                  <c:v>41.011</c:v>
                </c:pt>
                <c:pt idx="2553">
                  <c:v>48.491</c:v>
                </c:pt>
                <c:pt idx="2554">
                  <c:v>33.163</c:v>
                </c:pt>
                <c:pt idx="2555">
                  <c:v>39.653</c:v>
                </c:pt>
                <c:pt idx="2556">
                  <c:v>29.841</c:v>
                </c:pt>
                <c:pt idx="2557">
                  <c:v>48.763</c:v>
                </c:pt>
                <c:pt idx="2558">
                  <c:v>27.079</c:v>
                </c:pt>
                <c:pt idx="2559">
                  <c:v>36.543</c:v>
                </c:pt>
                <c:pt idx="2560">
                  <c:v>34.522</c:v>
                </c:pt>
                <c:pt idx="2561">
                  <c:v>33.564</c:v>
                </c:pt>
                <c:pt idx="2562">
                  <c:v>41.994</c:v>
                </c:pt>
                <c:pt idx="2563">
                  <c:v>34.963</c:v>
                </c:pt>
                <c:pt idx="2564">
                  <c:v>36.7</c:v>
                </c:pt>
                <c:pt idx="2565">
                  <c:v>31.991</c:v>
                </c:pt>
                <c:pt idx="2566">
                  <c:v>36.568</c:v>
                </c:pt>
                <c:pt idx="2567">
                  <c:v>31.9</c:v>
                </c:pt>
                <c:pt idx="2568">
                  <c:v>35.137</c:v>
                </c:pt>
                <c:pt idx="2569">
                  <c:v>33.886</c:v>
                </c:pt>
                <c:pt idx="2570">
                  <c:v>27.271</c:v>
                </c:pt>
                <c:pt idx="2571">
                  <c:v>40.834</c:v>
                </c:pt>
                <c:pt idx="2572">
                  <c:v>33.582</c:v>
                </c:pt>
                <c:pt idx="2573">
                  <c:v>23.289</c:v>
                </c:pt>
                <c:pt idx="2574">
                  <c:v>35.533</c:v>
                </c:pt>
                <c:pt idx="2575">
                  <c:v>32.6</c:v>
                </c:pt>
                <c:pt idx="2576">
                  <c:v>38.054</c:v>
                </c:pt>
                <c:pt idx="2577">
                  <c:v>29.973</c:v>
                </c:pt>
                <c:pt idx="2578">
                  <c:v>34.336</c:v>
                </c:pt>
                <c:pt idx="2579">
                  <c:v>34.012</c:v>
                </c:pt>
                <c:pt idx="2580">
                  <c:v>36.892</c:v>
                </c:pt>
                <c:pt idx="2581">
                  <c:v>34.501</c:v>
                </c:pt>
                <c:pt idx="2582">
                  <c:v>35.398</c:v>
                </c:pt>
                <c:pt idx="2583">
                  <c:v>26.84</c:v>
                </c:pt>
                <c:pt idx="2584">
                  <c:v>26.546</c:v>
                </c:pt>
                <c:pt idx="2585">
                  <c:v>30.885</c:v>
                </c:pt>
                <c:pt idx="2586">
                  <c:v>28.035</c:v>
                </c:pt>
                <c:pt idx="2587">
                  <c:v>35.263</c:v>
                </c:pt>
                <c:pt idx="2588">
                  <c:v>27.721</c:v>
                </c:pt>
                <c:pt idx="2589">
                  <c:v>32.458</c:v>
                </c:pt>
                <c:pt idx="2590">
                  <c:v>30.261</c:v>
                </c:pt>
                <c:pt idx="2591">
                  <c:v>25.897</c:v>
                </c:pt>
                <c:pt idx="2592">
                  <c:v>40.271</c:v>
                </c:pt>
                <c:pt idx="2593">
                  <c:v>38.126</c:v>
                </c:pt>
                <c:pt idx="2594">
                  <c:v>31.372</c:v>
                </c:pt>
                <c:pt idx="2595">
                  <c:v>34.107</c:v>
                </c:pt>
                <c:pt idx="2596">
                  <c:v>30.602</c:v>
                </c:pt>
                <c:pt idx="2597">
                  <c:v>24.342</c:v>
                </c:pt>
                <c:pt idx="2598">
                  <c:v>28.557</c:v>
                </c:pt>
                <c:pt idx="2599">
                  <c:v>38.302</c:v>
                </c:pt>
                <c:pt idx="2600">
                  <c:v>29.77</c:v>
                </c:pt>
                <c:pt idx="2601">
                  <c:v>32.239</c:v>
                </c:pt>
                <c:pt idx="2602">
                  <c:v>20.73</c:v>
                </c:pt>
                <c:pt idx="2603">
                  <c:v>31.466</c:v>
                </c:pt>
                <c:pt idx="2604">
                  <c:v>24.184</c:v>
                </c:pt>
                <c:pt idx="2605">
                  <c:v>31.928</c:v>
                </c:pt>
                <c:pt idx="2606">
                  <c:v>30.045</c:v>
                </c:pt>
                <c:pt idx="2607">
                  <c:v>26.398</c:v>
                </c:pt>
                <c:pt idx="2608">
                  <c:v>26.605</c:v>
                </c:pt>
                <c:pt idx="2609">
                  <c:v>27.28</c:v>
                </c:pt>
                <c:pt idx="2610">
                  <c:v>24.013</c:v>
                </c:pt>
                <c:pt idx="2611">
                  <c:v>27.151</c:v>
                </c:pt>
                <c:pt idx="2612">
                  <c:v>21.803</c:v>
                </c:pt>
                <c:pt idx="2613">
                  <c:v>26.636</c:v>
                </c:pt>
                <c:pt idx="2614">
                  <c:v>34.681</c:v>
                </c:pt>
                <c:pt idx="2615">
                  <c:v>29.593</c:v>
                </c:pt>
                <c:pt idx="2616">
                  <c:v>29.396</c:v>
                </c:pt>
                <c:pt idx="2617">
                  <c:v>34.867</c:v>
                </c:pt>
                <c:pt idx="2618">
                  <c:v>29.38</c:v>
                </c:pt>
                <c:pt idx="2619">
                  <c:v>29.38</c:v>
                </c:pt>
                <c:pt idx="2620">
                  <c:v>32.619</c:v>
                </c:pt>
                <c:pt idx="2621">
                  <c:v>31.692</c:v>
                </c:pt>
                <c:pt idx="2622">
                  <c:v>22.09</c:v>
                </c:pt>
                <c:pt idx="2623">
                  <c:v>28.84</c:v>
                </c:pt>
                <c:pt idx="2624">
                  <c:v>32.059</c:v>
                </c:pt>
                <c:pt idx="2625">
                  <c:v>24.79</c:v>
                </c:pt>
                <c:pt idx="2626">
                  <c:v>26.035</c:v>
                </c:pt>
                <c:pt idx="2627">
                  <c:v>24.261</c:v>
                </c:pt>
                <c:pt idx="2628">
                  <c:v>23.979</c:v>
                </c:pt>
                <c:pt idx="2629">
                  <c:v>35.63</c:v>
                </c:pt>
                <c:pt idx="2630">
                  <c:v>25.051</c:v>
                </c:pt>
                <c:pt idx="2631">
                  <c:v>28.45</c:v>
                </c:pt>
                <c:pt idx="2632">
                  <c:v>32.319</c:v>
                </c:pt>
                <c:pt idx="2633">
                  <c:v>27.181</c:v>
                </c:pt>
                <c:pt idx="2634">
                  <c:v>20.518</c:v>
                </c:pt>
                <c:pt idx="2635">
                  <c:v>25.368</c:v>
                </c:pt>
                <c:pt idx="2636">
                  <c:v>33.582</c:v>
                </c:pt>
                <c:pt idx="2637">
                  <c:v>32.069</c:v>
                </c:pt>
                <c:pt idx="2638">
                  <c:v>35.316</c:v>
                </c:pt>
                <c:pt idx="2639">
                  <c:v>23.346</c:v>
                </c:pt>
                <c:pt idx="2640">
                  <c:v>22.421</c:v>
                </c:pt>
                <c:pt idx="2641">
                  <c:v>28.93</c:v>
                </c:pt>
                <c:pt idx="2642">
                  <c:v>27.761</c:v>
                </c:pt>
                <c:pt idx="2643">
                  <c:v>29.013</c:v>
                </c:pt>
                <c:pt idx="2644">
                  <c:v>25.435</c:v>
                </c:pt>
                <c:pt idx="2645">
                  <c:v>22.871</c:v>
                </c:pt>
                <c:pt idx="2646">
                  <c:v>20.464</c:v>
                </c:pt>
                <c:pt idx="2647">
                  <c:v>23.116</c:v>
                </c:pt>
                <c:pt idx="2648">
                  <c:v>19.695</c:v>
                </c:pt>
                <c:pt idx="2649">
                  <c:v>24.178</c:v>
                </c:pt>
                <c:pt idx="2650">
                  <c:v>28.493</c:v>
                </c:pt>
                <c:pt idx="2651">
                  <c:v>22.662</c:v>
                </c:pt>
                <c:pt idx="2652">
                  <c:v>29.53</c:v>
                </c:pt>
                <c:pt idx="2653">
                  <c:v>27.808</c:v>
                </c:pt>
                <c:pt idx="2654">
                  <c:v>30.117</c:v>
                </c:pt>
                <c:pt idx="2655">
                  <c:v>28.624</c:v>
                </c:pt>
                <c:pt idx="2656">
                  <c:v>17.646</c:v>
                </c:pt>
                <c:pt idx="2657">
                  <c:v>21.309</c:v>
                </c:pt>
                <c:pt idx="2658">
                  <c:v>22.816</c:v>
                </c:pt>
                <c:pt idx="2659">
                  <c:v>28.887</c:v>
                </c:pt>
                <c:pt idx="2660">
                  <c:v>21.757</c:v>
                </c:pt>
                <c:pt idx="2661">
                  <c:v>23.516</c:v>
                </c:pt>
                <c:pt idx="2662">
                  <c:v>23.969</c:v>
                </c:pt>
                <c:pt idx="2663">
                  <c:v>23.95</c:v>
                </c:pt>
                <c:pt idx="2664">
                  <c:v>22.22</c:v>
                </c:pt>
                <c:pt idx="2665">
                  <c:v>22.248</c:v>
                </c:pt>
                <c:pt idx="2666">
                  <c:v>23.885</c:v>
                </c:pt>
                <c:pt idx="2667">
                  <c:v>26.105</c:v>
                </c:pt>
                <c:pt idx="2668">
                  <c:v>21.613</c:v>
                </c:pt>
                <c:pt idx="2669">
                  <c:v>21.274</c:v>
                </c:pt>
                <c:pt idx="2670">
                  <c:v>25.861</c:v>
                </c:pt>
                <c:pt idx="2671">
                  <c:v>22.338</c:v>
                </c:pt>
                <c:pt idx="2672">
                  <c:v>20.587</c:v>
                </c:pt>
                <c:pt idx="2673">
                  <c:v>18.967</c:v>
                </c:pt>
                <c:pt idx="2674">
                  <c:v>21.552</c:v>
                </c:pt>
                <c:pt idx="2675">
                  <c:v>22.742</c:v>
                </c:pt>
                <c:pt idx="2676">
                  <c:v>21.279</c:v>
                </c:pt>
                <c:pt idx="2677">
                  <c:v>24.993</c:v>
                </c:pt>
                <c:pt idx="2678">
                  <c:v>22.748</c:v>
                </c:pt>
                <c:pt idx="2679">
                  <c:v>19.743</c:v>
                </c:pt>
                <c:pt idx="2680">
                  <c:v>23.683</c:v>
                </c:pt>
                <c:pt idx="2681">
                  <c:v>18.195</c:v>
                </c:pt>
                <c:pt idx="2682">
                  <c:v>20.684</c:v>
                </c:pt>
                <c:pt idx="2683">
                  <c:v>21.658</c:v>
                </c:pt>
                <c:pt idx="2684">
                  <c:v>17.657</c:v>
                </c:pt>
                <c:pt idx="2685">
                  <c:v>22.622</c:v>
                </c:pt>
                <c:pt idx="2686">
                  <c:v>21.096</c:v>
                </c:pt>
                <c:pt idx="2687">
                  <c:v>17.857</c:v>
                </c:pt>
                <c:pt idx="2688">
                  <c:v>30.433</c:v>
                </c:pt>
                <c:pt idx="2689">
                  <c:v>17.832</c:v>
                </c:pt>
                <c:pt idx="2690">
                  <c:v>15.568</c:v>
                </c:pt>
                <c:pt idx="2691">
                  <c:v>18.813</c:v>
                </c:pt>
                <c:pt idx="2692">
                  <c:v>22.271</c:v>
                </c:pt>
                <c:pt idx="2693">
                  <c:v>26.297</c:v>
                </c:pt>
                <c:pt idx="2694">
                  <c:v>18.736</c:v>
                </c:pt>
                <c:pt idx="2695">
                  <c:v>18.764</c:v>
                </c:pt>
                <c:pt idx="2696">
                  <c:v>29.032</c:v>
                </c:pt>
                <c:pt idx="2697">
                  <c:v>23.81</c:v>
                </c:pt>
                <c:pt idx="2698">
                  <c:v>15.912</c:v>
                </c:pt>
                <c:pt idx="2699">
                  <c:v>22.313</c:v>
                </c:pt>
                <c:pt idx="2700">
                  <c:v>19.907</c:v>
                </c:pt>
                <c:pt idx="2701">
                  <c:v>12.581</c:v>
                </c:pt>
                <c:pt idx="2702">
                  <c:v>18.151</c:v>
                </c:pt>
                <c:pt idx="2703">
                  <c:v>19.139</c:v>
                </c:pt>
                <c:pt idx="2704">
                  <c:v>16.898</c:v>
                </c:pt>
                <c:pt idx="2705">
                  <c:v>16.625</c:v>
                </c:pt>
                <c:pt idx="2706">
                  <c:v>16.214</c:v>
                </c:pt>
                <c:pt idx="2707">
                  <c:v>23.311</c:v>
                </c:pt>
                <c:pt idx="2708">
                  <c:v>21.111</c:v>
                </c:pt>
                <c:pt idx="2709">
                  <c:v>17.385</c:v>
                </c:pt>
                <c:pt idx="2710">
                  <c:v>19.435</c:v>
                </c:pt>
                <c:pt idx="2711">
                  <c:v>22.223</c:v>
                </c:pt>
                <c:pt idx="2712">
                  <c:v>23.464</c:v>
                </c:pt>
                <c:pt idx="2713">
                  <c:v>20.862</c:v>
                </c:pt>
                <c:pt idx="2714">
                  <c:v>19.059</c:v>
                </c:pt>
                <c:pt idx="2715">
                  <c:v>18.301</c:v>
                </c:pt>
                <c:pt idx="2716">
                  <c:v>20.866</c:v>
                </c:pt>
                <c:pt idx="2717">
                  <c:v>18.788</c:v>
                </c:pt>
                <c:pt idx="2718">
                  <c:v>18.454</c:v>
                </c:pt>
                <c:pt idx="2719">
                  <c:v>21.794</c:v>
                </c:pt>
                <c:pt idx="2720">
                  <c:v>18.223</c:v>
                </c:pt>
                <c:pt idx="2721">
                  <c:v>19.094</c:v>
                </c:pt>
                <c:pt idx="2722">
                  <c:v>14.93</c:v>
                </c:pt>
                <c:pt idx="2723">
                  <c:v>19.468</c:v>
                </c:pt>
                <c:pt idx="2724">
                  <c:v>18.228</c:v>
                </c:pt>
                <c:pt idx="2725">
                  <c:v>16.923</c:v>
                </c:pt>
                <c:pt idx="2726">
                  <c:v>20.672</c:v>
                </c:pt>
                <c:pt idx="2727">
                  <c:v>22.814</c:v>
                </c:pt>
                <c:pt idx="2728">
                  <c:v>18.675</c:v>
                </c:pt>
                <c:pt idx="2729">
                  <c:v>22.153</c:v>
                </c:pt>
                <c:pt idx="2730">
                  <c:v>23.134</c:v>
                </c:pt>
                <c:pt idx="2731">
                  <c:v>16.861</c:v>
                </c:pt>
                <c:pt idx="2732">
                  <c:v>15.899</c:v>
                </c:pt>
                <c:pt idx="2733">
                  <c:v>17.819</c:v>
                </c:pt>
                <c:pt idx="2734">
                  <c:v>21.882</c:v>
                </c:pt>
                <c:pt idx="2735">
                  <c:v>26.524</c:v>
                </c:pt>
                <c:pt idx="2736">
                  <c:v>20.041</c:v>
                </c:pt>
                <c:pt idx="2737">
                  <c:v>22.135</c:v>
                </c:pt>
                <c:pt idx="2738">
                  <c:v>17.387</c:v>
                </c:pt>
                <c:pt idx="2739">
                  <c:v>14.506</c:v>
                </c:pt>
                <c:pt idx="2740">
                  <c:v>19.268</c:v>
                </c:pt>
                <c:pt idx="2741">
                  <c:v>17.049</c:v>
                </c:pt>
                <c:pt idx="2742">
                  <c:v>18.051</c:v>
                </c:pt>
                <c:pt idx="2743">
                  <c:v>15.855</c:v>
                </c:pt>
                <c:pt idx="2744">
                  <c:v>17.57</c:v>
                </c:pt>
                <c:pt idx="2745">
                  <c:v>19.039</c:v>
                </c:pt>
                <c:pt idx="2746">
                  <c:v>20.027</c:v>
                </c:pt>
                <c:pt idx="2747">
                  <c:v>18.253</c:v>
                </c:pt>
                <c:pt idx="2748">
                  <c:v>15.975</c:v>
                </c:pt>
                <c:pt idx="2749">
                  <c:v>15.474</c:v>
                </c:pt>
                <c:pt idx="2750">
                  <c:v>19.219</c:v>
                </c:pt>
                <c:pt idx="2751">
                  <c:v>20.473</c:v>
                </c:pt>
                <c:pt idx="2752">
                  <c:v>17.445</c:v>
                </c:pt>
                <c:pt idx="2753">
                  <c:v>14.559</c:v>
                </c:pt>
                <c:pt idx="2754">
                  <c:v>14.42</c:v>
                </c:pt>
                <c:pt idx="2755">
                  <c:v>17.916</c:v>
                </c:pt>
                <c:pt idx="2756">
                  <c:v>17.658</c:v>
                </c:pt>
                <c:pt idx="2757">
                  <c:v>18.898</c:v>
                </c:pt>
                <c:pt idx="2758">
                  <c:v>836.57</c:v>
                </c:pt>
                <c:pt idx="2759">
                  <c:v>824.063</c:v>
                </c:pt>
                <c:pt idx="2760">
                  <c:v>673.362</c:v>
                </c:pt>
                <c:pt idx="2761">
                  <c:v>261.121</c:v>
                </c:pt>
                <c:pt idx="2762">
                  <c:v>193.863</c:v>
                </c:pt>
                <c:pt idx="2763">
                  <c:v>188.433</c:v>
                </c:pt>
                <c:pt idx="2764">
                  <c:v>187.631</c:v>
                </c:pt>
                <c:pt idx="2765">
                  <c:v>191.815</c:v>
                </c:pt>
                <c:pt idx="2766">
                  <c:v>172.479</c:v>
                </c:pt>
                <c:pt idx="2767">
                  <c:v>180.334</c:v>
                </c:pt>
                <c:pt idx="2768">
                  <c:v>159.115</c:v>
                </c:pt>
                <c:pt idx="2769">
                  <c:v>148.43</c:v>
                </c:pt>
                <c:pt idx="2770">
                  <c:v>145.033</c:v>
                </c:pt>
                <c:pt idx="2771">
                  <c:v>127.671</c:v>
                </c:pt>
                <c:pt idx="2772">
                  <c:v>129.71</c:v>
                </c:pt>
                <c:pt idx="2773">
                  <c:v>157.772</c:v>
                </c:pt>
                <c:pt idx="2774">
                  <c:v>144.514</c:v>
                </c:pt>
                <c:pt idx="2775">
                  <c:v>145.883</c:v>
                </c:pt>
                <c:pt idx="2776">
                  <c:v>120.226</c:v>
                </c:pt>
                <c:pt idx="2777">
                  <c:v>114.075</c:v>
                </c:pt>
                <c:pt idx="2778">
                  <c:v>106.407</c:v>
                </c:pt>
                <c:pt idx="2779">
                  <c:v>126.25</c:v>
                </c:pt>
                <c:pt idx="2780">
                  <c:v>126.76</c:v>
                </c:pt>
                <c:pt idx="2781">
                  <c:v>129.839</c:v>
                </c:pt>
                <c:pt idx="2782">
                  <c:v>121.612</c:v>
                </c:pt>
                <c:pt idx="2783">
                  <c:v>112.772</c:v>
                </c:pt>
                <c:pt idx="2784">
                  <c:v>111.152</c:v>
                </c:pt>
                <c:pt idx="2785">
                  <c:v>106.563</c:v>
                </c:pt>
                <c:pt idx="2786">
                  <c:v>112.26</c:v>
                </c:pt>
                <c:pt idx="2787">
                  <c:v>120.507</c:v>
                </c:pt>
                <c:pt idx="2788">
                  <c:v>68.206</c:v>
                </c:pt>
                <c:pt idx="2789">
                  <c:v>120.433</c:v>
                </c:pt>
                <c:pt idx="2790">
                  <c:v>115.976</c:v>
                </c:pt>
                <c:pt idx="2791">
                  <c:v>115.478</c:v>
                </c:pt>
                <c:pt idx="2792">
                  <c:v>97.257</c:v>
                </c:pt>
                <c:pt idx="2793">
                  <c:v>106.88</c:v>
                </c:pt>
                <c:pt idx="2794">
                  <c:v>118</c:v>
                </c:pt>
                <c:pt idx="2795">
                  <c:v>102.145</c:v>
                </c:pt>
                <c:pt idx="2796">
                  <c:v>96.928</c:v>
                </c:pt>
                <c:pt idx="2797">
                  <c:v>97.596</c:v>
                </c:pt>
                <c:pt idx="2798">
                  <c:v>104.036</c:v>
                </c:pt>
                <c:pt idx="2799">
                  <c:v>107.829</c:v>
                </c:pt>
                <c:pt idx="2800">
                  <c:v>84.594</c:v>
                </c:pt>
                <c:pt idx="2801">
                  <c:v>89.793</c:v>
                </c:pt>
                <c:pt idx="2802">
                  <c:v>76.633</c:v>
                </c:pt>
                <c:pt idx="2803">
                  <c:v>119.953</c:v>
                </c:pt>
                <c:pt idx="2804">
                  <c:v>95.902</c:v>
                </c:pt>
                <c:pt idx="2805">
                  <c:v>92.88</c:v>
                </c:pt>
                <c:pt idx="2806">
                  <c:v>92.819</c:v>
                </c:pt>
                <c:pt idx="2807">
                  <c:v>133.217</c:v>
                </c:pt>
                <c:pt idx="2808">
                  <c:v>82.502</c:v>
                </c:pt>
                <c:pt idx="2809">
                  <c:v>84.738</c:v>
                </c:pt>
                <c:pt idx="2810">
                  <c:v>96.264</c:v>
                </c:pt>
                <c:pt idx="2811">
                  <c:v>89.922</c:v>
                </c:pt>
                <c:pt idx="2812">
                  <c:v>80.071</c:v>
                </c:pt>
                <c:pt idx="2813">
                  <c:v>87.416</c:v>
                </c:pt>
                <c:pt idx="2814">
                  <c:v>96.663</c:v>
                </c:pt>
                <c:pt idx="2815">
                  <c:v>86.611</c:v>
                </c:pt>
                <c:pt idx="2816">
                  <c:v>88.116</c:v>
                </c:pt>
                <c:pt idx="2817">
                  <c:v>76.916</c:v>
                </c:pt>
                <c:pt idx="2818">
                  <c:v>87.599</c:v>
                </c:pt>
                <c:pt idx="2819">
                  <c:v>78.81</c:v>
                </c:pt>
                <c:pt idx="2820">
                  <c:v>77.191</c:v>
                </c:pt>
                <c:pt idx="2821">
                  <c:v>74.686</c:v>
                </c:pt>
                <c:pt idx="2822">
                  <c:v>74.86</c:v>
                </c:pt>
                <c:pt idx="2823">
                  <c:v>77.33</c:v>
                </c:pt>
                <c:pt idx="2824">
                  <c:v>69.698</c:v>
                </c:pt>
                <c:pt idx="2825">
                  <c:v>63.514</c:v>
                </c:pt>
                <c:pt idx="2826">
                  <c:v>97.952</c:v>
                </c:pt>
                <c:pt idx="2827">
                  <c:v>69.207</c:v>
                </c:pt>
                <c:pt idx="2828">
                  <c:v>65.211</c:v>
                </c:pt>
                <c:pt idx="2829">
                  <c:v>59.069</c:v>
                </c:pt>
                <c:pt idx="2830">
                  <c:v>74.096</c:v>
                </c:pt>
                <c:pt idx="2831">
                  <c:v>75.006</c:v>
                </c:pt>
                <c:pt idx="2832">
                  <c:v>71.621</c:v>
                </c:pt>
                <c:pt idx="2833">
                  <c:v>62.334</c:v>
                </c:pt>
                <c:pt idx="2834">
                  <c:v>75.774</c:v>
                </c:pt>
                <c:pt idx="2835">
                  <c:v>55.693</c:v>
                </c:pt>
                <c:pt idx="2836">
                  <c:v>55.831</c:v>
                </c:pt>
                <c:pt idx="2837">
                  <c:v>55.549</c:v>
                </c:pt>
                <c:pt idx="2838">
                  <c:v>65.442</c:v>
                </c:pt>
                <c:pt idx="2839">
                  <c:v>59.911</c:v>
                </c:pt>
                <c:pt idx="2840">
                  <c:v>65.519</c:v>
                </c:pt>
                <c:pt idx="2841">
                  <c:v>67.028</c:v>
                </c:pt>
                <c:pt idx="2842">
                  <c:v>52.425</c:v>
                </c:pt>
                <c:pt idx="2843">
                  <c:v>58.596</c:v>
                </c:pt>
                <c:pt idx="2844">
                  <c:v>84.509</c:v>
                </c:pt>
                <c:pt idx="2845">
                  <c:v>63.008</c:v>
                </c:pt>
                <c:pt idx="2846">
                  <c:v>57.161</c:v>
                </c:pt>
                <c:pt idx="2847">
                  <c:v>61.695</c:v>
                </c:pt>
                <c:pt idx="2848">
                  <c:v>46.628</c:v>
                </c:pt>
                <c:pt idx="2849">
                  <c:v>57.35</c:v>
                </c:pt>
                <c:pt idx="2850">
                  <c:v>56.706</c:v>
                </c:pt>
                <c:pt idx="2851">
                  <c:v>53.997</c:v>
                </c:pt>
                <c:pt idx="2852">
                  <c:v>46.828</c:v>
                </c:pt>
                <c:pt idx="2853">
                  <c:v>51.717</c:v>
                </c:pt>
                <c:pt idx="2854">
                  <c:v>53.772</c:v>
                </c:pt>
                <c:pt idx="2855">
                  <c:v>47.234</c:v>
                </c:pt>
                <c:pt idx="2856">
                  <c:v>51.613</c:v>
                </c:pt>
                <c:pt idx="2857">
                  <c:v>63.27</c:v>
                </c:pt>
                <c:pt idx="2858">
                  <c:v>42.445</c:v>
                </c:pt>
                <c:pt idx="2859">
                  <c:v>51.788</c:v>
                </c:pt>
                <c:pt idx="2860">
                  <c:v>50.271</c:v>
                </c:pt>
                <c:pt idx="2861">
                  <c:v>56.764</c:v>
                </c:pt>
                <c:pt idx="2862">
                  <c:v>46.729</c:v>
                </c:pt>
                <c:pt idx="2863">
                  <c:v>56.309</c:v>
                </c:pt>
                <c:pt idx="2864">
                  <c:v>53.229</c:v>
                </c:pt>
                <c:pt idx="2865">
                  <c:v>46.721</c:v>
                </c:pt>
                <c:pt idx="2866">
                  <c:v>52.349</c:v>
                </c:pt>
                <c:pt idx="2867">
                  <c:v>39.019</c:v>
                </c:pt>
                <c:pt idx="2868">
                  <c:v>41.503</c:v>
                </c:pt>
                <c:pt idx="2869">
                  <c:v>43.366</c:v>
                </c:pt>
                <c:pt idx="2870">
                  <c:v>40.216</c:v>
                </c:pt>
                <c:pt idx="2871">
                  <c:v>67.649</c:v>
                </c:pt>
                <c:pt idx="2872">
                  <c:v>49.796</c:v>
                </c:pt>
                <c:pt idx="2873">
                  <c:v>45.367</c:v>
                </c:pt>
                <c:pt idx="2874">
                  <c:v>41.047</c:v>
                </c:pt>
                <c:pt idx="2875">
                  <c:v>39.42</c:v>
                </c:pt>
                <c:pt idx="2876">
                  <c:v>38.911</c:v>
                </c:pt>
                <c:pt idx="2877">
                  <c:v>49.546</c:v>
                </c:pt>
                <c:pt idx="2878">
                  <c:v>56.763</c:v>
                </c:pt>
                <c:pt idx="2879">
                  <c:v>57.028</c:v>
                </c:pt>
                <c:pt idx="2880">
                  <c:v>47.487</c:v>
                </c:pt>
                <c:pt idx="2881">
                  <c:v>32.793</c:v>
                </c:pt>
                <c:pt idx="2882">
                  <c:v>42.944</c:v>
                </c:pt>
                <c:pt idx="2883">
                  <c:v>46.301</c:v>
                </c:pt>
                <c:pt idx="2884">
                  <c:v>63.206</c:v>
                </c:pt>
                <c:pt idx="2885">
                  <c:v>53.044</c:v>
                </c:pt>
                <c:pt idx="2886">
                  <c:v>43.708</c:v>
                </c:pt>
                <c:pt idx="2887">
                  <c:v>40.566</c:v>
                </c:pt>
                <c:pt idx="2888">
                  <c:v>43.303</c:v>
                </c:pt>
                <c:pt idx="2889">
                  <c:v>39.273</c:v>
                </c:pt>
                <c:pt idx="2890">
                  <c:v>42.766</c:v>
                </c:pt>
                <c:pt idx="2891">
                  <c:v>40.766</c:v>
                </c:pt>
                <c:pt idx="2892">
                  <c:v>42.524</c:v>
                </c:pt>
                <c:pt idx="2893">
                  <c:v>45.019</c:v>
                </c:pt>
                <c:pt idx="2894">
                  <c:v>38.523</c:v>
                </c:pt>
                <c:pt idx="2895">
                  <c:v>34.213</c:v>
                </c:pt>
                <c:pt idx="2896">
                  <c:v>36.454</c:v>
                </c:pt>
                <c:pt idx="2897">
                  <c:v>39.726</c:v>
                </c:pt>
                <c:pt idx="2898">
                  <c:v>36.408</c:v>
                </c:pt>
                <c:pt idx="2899">
                  <c:v>34.645</c:v>
                </c:pt>
                <c:pt idx="2900">
                  <c:v>31.051</c:v>
                </c:pt>
                <c:pt idx="2901">
                  <c:v>46.726</c:v>
                </c:pt>
                <c:pt idx="2902">
                  <c:v>41.783</c:v>
                </c:pt>
                <c:pt idx="2903">
                  <c:v>35.989</c:v>
                </c:pt>
                <c:pt idx="2904">
                  <c:v>45.496</c:v>
                </c:pt>
                <c:pt idx="2905">
                  <c:v>46.106</c:v>
                </c:pt>
                <c:pt idx="2906">
                  <c:v>32.942</c:v>
                </c:pt>
                <c:pt idx="2907">
                  <c:v>32.855</c:v>
                </c:pt>
                <c:pt idx="2908">
                  <c:v>37.856</c:v>
                </c:pt>
                <c:pt idx="2909">
                  <c:v>37.074</c:v>
                </c:pt>
                <c:pt idx="2910">
                  <c:v>27.806</c:v>
                </c:pt>
                <c:pt idx="2911">
                  <c:v>50.11</c:v>
                </c:pt>
                <c:pt idx="2912">
                  <c:v>40.514</c:v>
                </c:pt>
                <c:pt idx="2913">
                  <c:v>41.276</c:v>
                </c:pt>
                <c:pt idx="2914">
                  <c:v>30.176</c:v>
                </c:pt>
                <c:pt idx="2915">
                  <c:v>35.485</c:v>
                </c:pt>
                <c:pt idx="2916">
                  <c:v>42.207</c:v>
                </c:pt>
                <c:pt idx="2917">
                  <c:v>36.691</c:v>
                </c:pt>
                <c:pt idx="2918">
                  <c:v>31.168</c:v>
                </c:pt>
                <c:pt idx="2919">
                  <c:v>32.409</c:v>
                </c:pt>
                <c:pt idx="2920">
                  <c:v>40.192</c:v>
                </c:pt>
                <c:pt idx="2921">
                  <c:v>35.222</c:v>
                </c:pt>
                <c:pt idx="2922">
                  <c:v>39.343</c:v>
                </c:pt>
                <c:pt idx="2923">
                  <c:v>38.572</c:v>
                </c:pt>
                <c:pt idx="2924">
                  <c:v>42.835</c:v>
                </c:pt>
                <c:pt idx="2925">
                  <c:v>30.346</c:v>
                </c:pt>
                <c:pt idx="2926">
                  <c:v>36.193</c:v>
                </c:pt>
                <c:pt idx="2927">
                  <c:v>41.598</c:v>
                </c:pt>
                <c:pt idx="2928">
                  <c:v>33.585</c:v>
                </c:pt>
                <c:pt idx="2929">
                  <c:v>33.305</c:v>
                </c:pt>
                <c:pt idx="2930">
                  <c:v>32.297</c:v>
                </c:pt>
                <c:pt idx="2931">
                  <c:v>36.734</c:v>
                </c:pt>
                <c:pt idx="2932">
                  <c:v>37.044</c:v>
                </c:pt>
                <c:pt idx="2933">
                  <c:v>43.428</c:v>
                </c:pt>
                <c:pt idx="2934">
                  <c:v>42.155</c:v>
                </c:pt>
                <c:pt idx="2935">
                  <c:v>30.138</c:v>
                </c:pt>
                <c:pt idx="2936">
                  <c:v>42.214</c:v>
                </c:pt>
                <c:pt idx="2937">
                  <c:v>29.047</c:v>
                </c:pt>
                <c:pt idx="2938">
                  <c:v>33.131</c:v>
                </c:pt>
                <c:pt idx="2939">
                  <c:v>33.652</c:v>
                </c:pt>
                <c:pt idx="2940">
                  <c:v>33.893</c:v>
                </c:pt>
                <c:pt idx="2941">
                  <c:v>27.427</c:v>
                </c:pt>
                <c:pt idx="2942">
                  <c:v>29.617</c:v>
                </c:pt>
                <c:pt idx="2943">
                  <c:v>42.829</c:v>
                </c:pt>
                <c:pt idx="2944">
                  <c:v>35.581</c:v>
                </c:pt>
                <c:pt idx="2945">
                  <c:v>29.891</c:v>
                </c:pt>
                <c:pt idx="2946">
                  <c:v>29.989</c:v>
                </c:pt>
                <c:pt idx="2947">
                  <c:v>41.502</c:v>
                </c:pt>
                <c:pt idx="2948">
                  <c:v>29.962</c:v>
                </c:pt>
                <c:pt idx="2949">
                  <c:v>26.937</c:v>
                </c:pt>
                <c:pt idx="2950">
                  <c:v>28.885</c:v>
                </c:pt>
                <c:pt idx="2951">
                  <c:v>26.832</c:v>
                </c:pt>
                <c:pt idx="2952">
                  <c:v>27.341</c:v>
                </c:pt>
                <c:pt idx="2953">
                  <c:v>35.073</c:v>
                </c:pt>
                <c:pt idx="2954">
                  <c:v>26.279</c:v>
                </c:pt>
                <c:pt idx="2955">
                  <c:v>31.327</c:v>
                </c:pt>
                <c:pt idx="2956">
                  <c:v>32.735</c:v>
                </c:pt>
                <c:pt idx="2957">
                  <c:v>26.193</c:v>
                </c:pt>
                <c:pt idx="2958">
                  <c:v>25.166</c:v>
                </c:pt>
                <c:pt idx="2959">
                  <c:v>32.685</c:v>
                </c:pt>
                <c:pt idx="2960">
                  <c:v>33.751</c:v>
                </c:pt>
                <c:pt idx="2961">
                  <c:v>30.143</c:v>
                </c:pt>
                <c:pt idx="2962">
                  <c:v>29.634</c:v>
                </c:pt>
                <c:pt idx="2963">
                  <c:v>27.881</c:v>
                </c:pt>
                <c:pt idx="2964">
                  <c:v>29.405</c:v>
                </c:pt>
                <c:pt idx="2965">
                  <c:v>32.889</c:v>
                </c:pt>
                <c:pt idx="2966">
                  <c:v>23.687</c:v>
                </c:pt>
                <c:pt idx="2967">
                  <c:v>33.107</c:v>
                </c:pt>
                <c:pt idx="2968">
                  <c:v>31.847</c:v>
                </c:pt>
                <c:pt idx="2969">
                  <c:v>30.533</c:v>
                </c:pt>
                <c:pt idx="2970">
                  <c:v>27.967</c:v>
                </c:pt>
                <c:pt idx="2971">
                  <c:v>37.261</c:v>
                </c:pt>
                <c:pt idx="2972">
                  <c:v>29.249</c:v>
                </c:pt>
                <c:pt idx="2973">
                  <c:v>27.222</c:v>
                </c:pt>
                <c:pt idx="2974">
                  <c:v>37.636</c:v>
                </c:pt>
                <c:pt idx="2975">
                  <c:v>30.458</c:v>
                </c:pt>
                <c:pt idx="2976">
                  <c:v>28.195</c:v>
                </c:pt>
                <c:pt idx="2977">
                  <c:v>28.201</c:v>
                </c:pt>
                <c:pt idx="2978">
                  <c:v>35.676</c:v>
                </c:pt>
                <c:pt idx="2979">
                  <c:v>27.085</c:v>
                </c:pt>
                <c:pt idx="2980">
                  <c:v>29.447</c:v>
                </c:pt>
                <c:pt idx="2981">
                  <c:v>31.646</c:v>
                </c:pt>
                <c:pt idx="2982">
                  <c:v>26.696</c:v>
                </c:pt>
                <c:pt idx="2983">
                  <c:v>24.837</c:v>
                </c:pt>
                <c:pt idx="2984">
                  <c:v>27.484</c:v>
                </c:pt>
                <c:pt idx="2985">
                  <c:v>40.543</c:v>
                </c:pt>
                <c:pt idx="2986">
                  <c:v>20.535</c:v>
                </c:pt>
                <c:pt idx="2987">
                  <c:v>27.779</c:v>
                </c:pt>
                <c:pt idx="2988">
                  <c:v>27.068</c:v>
                </c:pt>
                <c:pt idx="2989">
                  <c:v>30.959</c:v>
                </c:pt>
                <c:pt idx="2990">
                  <c:v>30.773</c:v>
                </c:pt>
                <c:pt idx="2991">
                  <c:v>16.65</c:v>
                </c:pt>
                <c:pt idx="2992">
                  <c:v>28.635</c:v>
                </c:pt>
                <c:pt idx="2993">
                  <c:v>27.159</c:v>
                </c:pt>
                <c:pt idx="2994">
                  <c:v>34.427</c:v>
                </c:pt>
                <c:pt idx="2995">
                  <c:v>26.524</c:v>
                </c:pt>
                <c:pt idx="2996">
                  <c:v>24.146</c:v>
                </c:pt>
                <c:pt idx="2997">
                  <c:v>26.315</c:v>
                </c:pt>
                <c:pt idx="2998">
                  <c:v>23.607</c:v>
                </c:pt>
                <c:pt idx="2999">
                  <c:v>20.27</c:v>
                </c:pt>
                <c:pt idx="3000">
                  <c:v>25.454</c:v>
                </c:pt>
                <c:pt idx="3001">
                  <c:v>21.096</c:v>
                </c:pt>
                <c:pt idx="3002">
                  <c:v>32.137</c:v>
                </c:pt>
                <c:pt idx="3003">
                  <c:v>24.518</c:v>
                </c:pt>
                <c:pt idx="3004">
                  <c:v>24.756</c:v>
                </c:pt>
                <c:pt idx="3005">
                  <c:v>27.48</c:v>
                </c:pt>
                <c:pt idx="3006">
                  <c:v>23.898</c:v>
                </c:pt>
                <c:pt idx="3007">
                  <c:v>30.427</c:v>
                </c:pt>
                <c:pt idx="3008">
                  <c:v>36.375</c:v>
                </c:pt>
                <c:pt idx="3009">
                  <c:v>24.844</c:v>
                </c:pt>
                <c:pt idx="3010">
                  <c:v>27.601</c:v>
                </c:pt>
                <c:pt idx="3011">
                  <c:v>29.091</c:v>
                </c:pt>
                <c:pt idx="3012">
                  <c:v>24.614</c:v>
                </c:pt>
                <c:pt idx="3013">
                  <c:v>25.308</c:v>
                </c:pt>
                <c:pt idx="3014">
                  <c:v>23.555</c:v>
                </c:pt>
                <c:pt idx="3015">
                  <c:v>28.951</c:v>
                </c:pt>
                <c:pt idx="3016">
                  <c:v>31.542</c:v>
                </c:pt>
                <c:pt idx="3017">
                  <c:v>27.537</c:v>
                </c:pt>
                <c:pt idx="3018">
                  <c:v>23.285</c:v>
                </c:pt>
                <c:pt idx="3019">
                  <c:v>26.536</c:v>
                </c:pt>
                <c:pt idx="3020">
                  <c:v>20.322</c:v>
                </c:pt>
                <c:pt idx="3021">
                  <c:v>26.264</c:v>
                </c:pt>
                <c:pt idx="3022">
                  <c:v>33.991</c:v>
                </c:pt>
                <c:pt idx="3023">
                  <c:v>21.392</c:v>
                </c:pt>
                <c:pt idx="3024">
                  <c:v>27.655</c:v>
                </c:pt>
                <c:pt idx="3025">
                  <c:v>21.905</c:v>
                </c:pt>
                <c:pt idx="3026">
                  <c:v>26.532</c:v>
                </c:pt>
                <c:pt idx="3027">
                  <c:v>18.776</c:v>
                </c:pt>
                <c:pt idx="3028">
                  <c:v>15.605</c:v>
                </c:pt>
                <c:pt idx="3029">
                  <c:v>22.822</c:v>
                </c:pt>
                <c:pt idx="3030">
                  <c:v>22.322</c:v>
                </c:pt>
                <c:pt idx="3031">
                  <c:v>22.945</c:v>
                </c:pt>
                <c:pt idx="3032">
                  <c:v>27.795</c:v>
                </c:pt>
                <c:pt idx="3033">
                  <c:v>26.544</c:v>
                </c:pt>
                <c:pt idx="3034">
                  <c:v>18.066</c:v>
                </c:pt>
                <c:pt idx="3035">
                  <c:v>28.173</c:v>
                </c:pt>
                <c:pt idx="3036">
                  <c:v>19.501</c:v>
                </c:pt>
                <c:pt idx="3037">
                  <c:v>23.363</c:v>
                </c:pt>
                <c:pt idx="3038">
                  <c:v>25.477</c:v>
                </c:pt>
                <c:pt idx="3039">
                  <c:v>32.318</c:v>
                </c:pt>
                <c:pt idx="3040">
                  <c:v>21.983</c:v>
                </c:pt>
                <c:pt idx="3041">
                  <c:v>20.537</c:v>
                </c:pt>
                <c:pt idx="3042">
                  <c:v>25.204</c:v>
                </c:pt>
                <c:pt idx="3043">
                  <c:v>17.451</c:v>
                </c:pt>
                <c:pt idx="3044">
                  <c:v>30.437</c:v>
                </c:pt>
                <c:pt idx="3045">
                  <c:v>21.184</c:v>
                </c:pt>
                <c:pt idx="3046">
                  <c:v>20.089</c:v>
                </c:pt>
                <c:pt idx="3047">
                  <c:v>21.662</c:v>
                </c:pt>
                <c:pt idx="3048">
                  <c:v>28.097</c:v>
                </c:pt>
                <c:pt idx="3049">
                  <c:v>21.878</c:v>
                </c:pt>
                <c:pt idx="3050">
                  <c:v>21.398</c:v>
                </c:pt>
                <c:pt idx="3051">
                  <c:v>20.125</c:v>
                </c:pt>
                <c:pt idx="3052">
                  <c:v>26.828</c:v>
                </c:pt>
                <c:pt idx="3053">
                  <c:v>19.764</c:v>
                </c:pt>
                <c:pt idx="3054">
                  <c:v>22.364</c:v>
                </c:pt>
                <c:pt idx="3055">
                  <c:v>22.126</c:v>
                </c:pt>
                <c:pt idx="3056">
                  <c:v>17.343</c:v>
                </c:pt>
                <c:pt idx="3057">
                  <c:v>19.735</c:v>
                </c:pt>
                <c:pt idx="3058">
                  <c:v>16.329</c:v>
                </c:pt>
                <c:pt idx="3059">
                  <c:v>23.574</c:v>
                </c:pt>
                <c:pt idx="3060">
                  <c:v>16.856</c:v>
                </c:pt>
                <c:pt idx="3061">
                  <c:v>19.808</c:v>
                </c:pt>
                <c:pt idx="3062">
                  <c:v>20.834</c:v>
                </c:pt>
                <c:pt idx="3063">
                  <c:v>22.462</c:v>
                </c:pt>
                <c:pt idx="3064">
                  <c:v>20.316</c:v>
                </c:pt>
                <c:pt idx="3065">
                  <c:v>20.268</c:v>
                </c:pt>
                <c:pt idx="3066">
                  <c:v>17.606</c:v>
                </c:pt>
                <c:pt idx="3067">
                  <c:v>20.232</c:v>
                </c:pt>
                <c:pt idx="3068">
                  <c:v>20.234</c:v>
                </c:pt>
                <c:pt idx="3069">
                  <c:v>18.975</c:v>
                </c:pt>
                <c:pt idx="3070">
                  <c:v>17.058</c:v>
                </c:pt>
                <c:pt idx="3071">
                  <c:v>19.593</c:v>
                </c:pt>
                <c:pt idx="3072">
                  <c:v>24.332</c:v>
                </c:pt>
                <c:pt idx="3073">
                  <c:v>17.129</c:v>
                </c:pt>
                <c:pt idx="3074">
                  <c:v>17.979</c:v>
                </c:pt>
                <c:pt idx="3075">
                  <c:v>19.157</c:v>
                </c:pt>
                <c:pt idx="3076">
                  <c:v>22.684</c:v>
                </c:pt>
                <c:pt idx="3077">
                  <c:v>19.358</c:v>
                </c:pt>
                <c:pt idx="3078">
                  <c:v>21.13</c:v>
                </c:pt>
                <c:pt idx="3079">
                  <c:v>22.602</c:v>
                </c:pt>
                <c:pt idx="3080">
                  <c:v>19.485</c:v>
                </c:pt>
                <c:pt idx="3081">
                  <c:v>27.989</c:v>
                </c:pt>
                <c:pt idx="3082">
                  <c:v>18.005</c:v>
                </c:pt>
                <c:pt idx="3083">
                  <c:v>14.397</c:v>
                </c:pt>
                <c:pt idx="3084">
                  <c:v>16.461</c:v>
                </c:pt>
                <c:pt idx="3085">
                  <c:v>19.454</c:v>
                </c:pt>
                <c:pt idx="3086">
                  <c:v>16.35</c:v>
                </c:pt>
                <c:pt idx="3087">
                  <c:v>16.902</c:v>
                </c:pt>
                <c:pt idx="3088">
                  <c:v>20.186</c:v>
                </c:pt>
                <c:pt idx="3089">
                  <c:v>15.946</c:v>
                </c:pt>
                <c:pt idx="3090">
                  <c:v>18.421</c:v>
                </c:pt>
                <c:pt idx="3091">
                  <c:v>15.903</c:v>
                </c:pt>
                <c:pt idx="3092">
                  <c:v>20.584</c:v>
                </c:pt>
                <c:pt idx="3093">
                  <c:v>19.129</c:v>
                </c:pt>
                <c:pt idx="3094">
                  <c:v>22.215</c:v>
                </c:pt>
                <c:pt idx="3095">
                  <c:v>15.348</c:v>
                </c:pt>
                <c:pt idx="3096">
                  <c:v>1235.689</c:v>
                </c:pt>
                <c:pt idx="3097">
                  <c:v>518.908</c:v>
                </c:pt>
                <c:pt idx="3098">
                  <c:v>460.69</c:v>
                </c:pt>
                <c:pt idx="3099">
                  <c:v>386.647</c:v>
                </c:pt>
                <c:pt idx="3100">
                  <c:v>400.507</c:v>
                </c:pt>
                <c:pt idx="3101">
                  <c:v>447.305</c:v>
                </c:pt>
                <c:pt idx="3102">
                  <c:v>370.339</c:v>
                </c:pt>
                <c:pt idx="3103">
                  <c:v>319.964</c:v>
                </c:pt>
                <c:pt idx="3104">
                  <c:v>317.261</c:v>
                </c:pt>
                <c:pt idx="3105">
                  <c:v>226.36</c:v>
                </c:pt>
                <c:pt idx="3106">
                  <c:v>253.985</c:v>
                </c:pt>
                <c:pt idx="3107">
                  <c:v>214.115</c:v>
                </c:pt>
                <c:pt idx="3108">
                  <c:v>221.539</c:v>
                </c:pt>
                <c:pt idx="3109">
                  <c:v>177.603</c:v>
                </c:pt>
                <c:pt idx="3110">
                  <c:v>156.462</c:v>
                </c:pt>
                <c:pt idx="3111">
                  <c:v>161.148</c:v>
                </c:pt>
                <c:pt idx="3112">
                  <c:v>166.75</c:v>
                </c:pt>
                <c:pt idx="3113">
                  <c:v>154.536</c:v>
                </c:pt>
                <c:pt idx="3114">
                  <c:v>134.748</c:v>
                </c:pt>
                <c:pt idx="3115">
                  <c:v>151.403</c:v>
                </c:pt>
                <c:pt idx="3116">
                  <c:v>139.518</c:v>
                </c:pt>
                <c:pt idx="3117">
                  <c:v>118.358</c:v>
                </c:pt>
                <c:pt idx="3118">
                  <c:v>103.829</c:v>
                </c:pt>
                <c:pt idx="3119">
                  <c:v>91.319</c:v>
                </c:pt>
                <c:pt idx="3120">
                  <c:v>124.106</c:v>
                </c:pt>
                <c:pt idx="3121">
                  <c:v>112.069</c:v>
                </c:pt>
                <c:pt idx="3122">
                  <c:v>164.417</c:v>
                </c:pt>
                <c:pt idx="3123">
                  <c:v>108.934</c:v>
                </c:pt>
                <c:pt idx="3124">
                  <c:v>132.035</c:v>
                </c:pt>
                <c:pt idx="3125">
                  <c:v>103.807</c:v>
                </c:pt>
                <c:pt idx="3126">
                  <c:v>119.254</c:v>
                </c:pt>
                <c:pt idx="3127">
                  <c:v>101.047</c:v>
                </c:pt>
                <c:pt idx="3128">
                  <c:v>94.146</c:v>
                </c:pt>
                <c:pt idx="3129">
                  <c:v>102.974</c:v>
                </c:pt>
                <c:pt idx="3130">
                  <c:v>102.915</c:v>
                </c:pt>
                <c:pt idx="3131">
                  <c:v>80.479</c:v>
                </c:pt>
                <c:pt idx="3132">
                  <c:v>69.154</c:v>
                </c:pt>
                <c:pt idx="3133">
                  <c:v>97.059</c:v>
                </c:pt>
                <c:pt idx="3134">
                  <c:v>91.095</c:v>
                </c:pt>
                <c:pt idx="3135">
                  <c:v>78.821</c:v>
                </c:pt>
                <c:pt idx="3136">
                  <c:v>104.782</c:v>
                </c:pt>
                <c:pt idx="3137">
                  <c:v>89.776</c:v>
                </c:pt>
                <c:pt idx="3138">
                  <c:v>87.758</c:v>
                </c:pt>
                <c:pt idx="3139">
                  <c:v>101.778</c:v>
                </c:pt>
                <c:pt idx="3140">
                  <c:v>79.275</c:v>
                </c:pt>
                <c:pt idx="3141">
                  <c:v>86.231</c:v>
                </c:pt>
                <c:pt idx="3142">
                  <c:v>78.666</c:v>
                </c:pt>
                <c:pt idx="3143">
                  <c:v>82.706</c:v>
                </c:pt>
                <c:pt idx="3144">
                  <c:v>48.781</c:v>
                </c:pt>
                <c:pt idx="3145">
                  <c:v>78.095</c:v>
                </c:pt>
                <c:pt idx="3146">
                  <c:v>90.657</c:v>
                </c:pt>
                <c:pt idx="3147">
                  <c:v>87.176</c:v>
                </c:pt>
                <c:pt idx="3148">
                  <c:v>72.056</c:v>
                </c:pt>
                <c:pt idx="3149">
                  <c:v>82.231</c:v>
                </c:pt>
                <c:pt idx="3150">
                  <c:v>69.928</c:v>
                </c:pt>
                <c:pt idx="3151">
                  <c:v>73.83</c:v>
                </c:pt>
                <c:pt idx="3152">
                  <c:v>63.373</c:v>
                </c:pt>
                <c:pt idx="3153">
                  <c:v>65.92</c:v>
                </c:pt>
                <c:pt idx="3154">
                  <c:v>70.696</c:v>
                </c:pt>
                <c:pt idx="3155">
                  <c:v>57.938</c:v>
                </c:pt>
                <c:pt idx="3156">
                  <c:v>69.838</c:v>
                </c:pt>
                <c:pt idx="3157">
                  <c:v>65.195</c:v>
                </c:pt>
                <c:pt idx="3158">
                  <c:v>64.686</c:v>
                </c:pt>
                <c:pt idx="3159">
                  <c:v>66.449</c:v>
                </c:pt>
                <c:pt idx="3160">
                  <c:v>58.493</c:v>
                </c:pt>
                <c:pt idx="3161">
                  <c:v>58.326</c:v>
                </c:pt>
                <c:pt idx="3162">
                  <c:v>77.753</c:v>
                </c:pt>
                <c:pt idx="3163">
                  <c:v>77.749</c:v>
                </c:pt>
                <c:pt idx="3164">
                  <c:v>51.996</c:v>
                </c:pt>
                <c:pt idx="3165">
                  <c:v>59.793</c:v>
                </c:pt>
                <c:pt idx="3166">
                  <c:v>54.73</c:v>
                </c:pt>
                <c:pt idx="3167">
                  <c:v>68.715</c:v>
                </c:pt>
                <c:pt idx="3168">
                  <c:v>48.2</c:v>
                </c:pt>
                <c:pt idx="3169">
                  <c:v>55.627</c:v>
                </c:pt>
                <c:pt idx="3170">
                  <c:v>82.122</c:v>
                </c:pt>
                <c:pt idx="3171">
                  <c:v>40.458</c:v>
                </c:pt>
                <c:pt idx="3172">
                  <c:v>58.222</c:v>
                </c:pt>
                <c:pt idx="3173">
                  <c:v>54.165</c:v>
                </c:pt>
                <c:pt idx="3174">
                  <c:v>52.277</c:v>
                </c:pt>
                <c:pt idx="3175">
                  <c:v>57.131</c:v>
                </c:pt>
                <c:pt idx="3176">
                  <c:v>50.007</c:v>
                </c:pt>
                <c:pt idx="3177">
                  <c:v>50.569</c:v>
                </c:pt>
                <c:pt idx="3178">
                  <c:v>62.057</c:v>
                </c:pt>
                <c:pt idx="3179">
                  <c:v>48.97</c:v>
                </c:pt>
                <c:pt idx="3180">
                  <c:v>60.909</c:v>
                </c:pt>
                <c:pt idx="3181">
                  <c:v>46.682</c:v>
                </c:pt>
                <c:pt idx="3182">
                  <c:v>55.554</c:v>
                </c:pt>
                <c:pt idx="3183">
                  <c:v>79.356</c:v>
                </c:pt>
                <c:pt idx="3184">
                  <c:v>48.286</c:v>
                </c:pt>
                <c:pt idx="3185">
                  <c:v>52.807</c:v>
                </c:pt>
                <c:pt idx="3186">
                  <c:v>50.125</c:v>
                </c:pt>
                <c:pt idx="3187">
                  <c:v>51.794</c:v>
                </c:pt>
                <c:pt idx="3188">
                  <c:v>44.25</c:v>
                </c:pt>
                <c:pt idx="3189">
                  <c:v>58.764</c:v>
                </c:pt>
                <c:pt idx="3190">
                  <c:v>61.425</c:v>
                </c:pt>
                <c:pt idx="3191">
                  <c:v>52.077</c:v>
                </c:pt>
                <c:pt idx="3192">
                  <c:v>50.156</c:v>
                </c:pt>
                <c:pt idx="3193">
                  <c:v>57.789</c:v>
                </c:pt>
                <c:pt idx="3194">
                  <c:v>48.835</c:v>
                </c:pt>
                <c:pt idx="3195">
                  <c:v>44.127</c:v>
                </c:pt>
                <c:pt idx="3196">
                  <c:v>40.578</c:v>
                </c:pt>
                <c:pt idx="3197">
                  <c:v>52.046</c:v>
                </c:pt>
                <c:pt idx="3198">
                  <c:v>47.825</c:v>
                </c:pt>
                <c:pt idx="3199">
                  <c:v>43.221</c:v>
                </c:pt>
                <c:pt idx="3200">
                  <c:v>49.12</c:v>
                </c:pt>
                <c:pt idx="3201">
                  <c:v>49.663</c:v>
                </c:pt>
                <c:pt idx="3202">
                  <c:v>55.183</c:v>
                </c:pt>
                <c:pt idx="3203">
                  <c:v>51.924</c:v>
                </c:pt>
                <c:pt idx="3204">
                  <c:v>55.76</c:v>
                </c:pt>
                <c:pt idx="3205">
                  <c:v>48.225</c:v>
                </c:pt>
                <c:pt idx="3206">
                  <c:v>35.049</c:v>
                </c:pt>
                <c:pt idx="3207">
                  <c:v>47.909</c:v>
                </c:pt>
                <c:pt idx="3208">
                  <c:v>48.941</c:v>
                </c:pt>
                <c:pt idx="3209">
                  <c:v>48.779</c:v>
                </c:pt>
                <c:pt idx="3210">
                  <c:v>53.945</c:v>
                </c:pt>
                <c:pt idx="3211">
                  <c:v>57.971</c:v>
                </c:pt>
                <c:pt idx="3212">
                  <c:v>48.689</c:v>
                </c:pt>
                <c:pt idx="3213">
                  <c:v>51.329</c:v>
                </c:pt>
                <c:pt idx="3214">
                  <c:v>41.859</c:v>
                </c:pt>
                <c:pt idx="3215">
                  <c:v>65.227</c:v>
                </c:pt>
                <c:pt idx="3216">
                  <c:v>40.665</c:v>
                </c:pt>
                <c:pt idx="3217">
                  <c:v>40.087</c:v>
                </c:pt>
                <c:pt idx="3218">
                  <c:v>32.885</c:v>
                </c:pt>
                <c:pt idx="3219">
                  <c:v>50.299</c:v>
                </c:pt>
                <c:pt idx="3220">
                  <c:v>45.513</c:v>
                </c:pt>
                <c:pt idx="3221">
                  <c:v>36.285</c:v>
                </c:pt>
                <c:pt idx="3222">
                  <c:v>40.72</c:v>
                </c:pt>
                <c:pt idx="3223">
                  <c:v>49.005</c:v>
                </c:pt>
                <c:pt idx="3224">
                  <c:v>49.022</c:v>
                </c:pt>
                <c:pt idx="3225">
                  <c:v>52.988</c:v>
                </c:pt>
                <c:pt idx="3226">
                  <c:v>33.811</c:v>
                </c:pt>
                <c:pt idx="3227">
                  <c:v>44.029</c:v>
                </c:pt>
                <c:pt idx="3228">
                  <c:v>35.91</c:v>
                </c:pt>
                <c:pt idx="3229">
                  <c:v>45.73</c:v>
                </c:pt>
                <c:pt idx="3230">
                  <c:v>33.152</c:v>
                </c:pt>
                <c:pt idx="3231">
                  <c:v>35.618</c:v>
                </c:pt>
                <c:pt idx="3232">
                  <c:v>34.57</c:v>
                </c:pt>
                <c:pt idx="3233">
                  <c:v>41.065</c:v>
                </c:pt>
                <c:pt idx="3234">
                  <c:v>31.749</c:v>
                </c:pt>
                <c:pt idx="3235">
                  <c:v>42.911</c:v>
                </c:pt>
                <c:pt idx="3236">
                  <c:v>37.427</c:v>
                </c:pt>
                <c:pt idx="3237">
                  <c:v>34.434</c:v>
                </c:pt>
                <c:pt idx="3238">
                  <c:v>31.411</c:v>
                </c:pt>
                <c:pt idx="3239">
                  <c:v>40.732</c:v>
                </c:pt>
                <c:pt idx="3240">
                  <c:v>41.474</c:v>
                </c:pt>
                <c:pt idx="3241">
                  <c:v>43.032</c:v>
                </c:pt>
                <c:pt idx="3242">
                  <c:v>40.527</c:v>
                </c:pt>
                <c:pt idx="3243">
                  <c:v>35.998</c:v>
                </c:pt>
                <c:pt idx="3244">
                  <c:v>36.147</c:v>
                </c:pt>
                <c:pt idx="3245">
                  <c:v>36.48</c:v>
                </c:pt>
                <c:pt idx="3246">
                  <c:v>40.189</c:v>
                </c:pt>
                <c:pt idx="3247">
                  <c:v>42.204</c:v>
                </c:pt>
                <c:pt idx="3248">
                  <c:v>38.655</c:v>
                </c:pt>
                <c:pt idx="3249">
                  <c:v>32.148</c:v>
                </c:pt>
                <c:pt idx="3250">
                  <c:v>48.031</c:v>
                </c:pt>
                <c:pt idx="3251">
                  <c:v>31.317</c:v>
                </c:pt>
                <c:pt idx="3252">
                  <c:v>38.813</c:v>
                </c:pt>
                <c:pt idx="3253">
                  <c:v>35.556</c:v>
                </c:pt>
                <c:pt idx="3254">
                  <c:v>37.955</c:v>
                </c:pt>
                <c:pt idx="3255">
                  <c:v>40.297</c:v>
                </c:pt>
                <c:pt idx="3256">
                  <c:v>32.827</c:v>
                </c:pt>
                <c:pt idx="3257">
                  <c:v>41.677</c:v>
                </c:pt>
                <c:pt idx="3258">
                  <c:v>29.693</c:v>
                </c:pt>
                <c:pt idx="3259">
                  <c:v>33.662</c:v>
                </c:pt>
                <c:pt idx="3260">
                  <c:v>41.524</c:v>
                </c:pt>
                <c:pt idx="3261">
                  <c:v>32.976</c:v>
                </c:pt>
                <c:pt idx="3262">
                  <c:v>27.355</c:v>
                </c:pt>
                <c:pt idx="3263">
                  <c:v>37.252</c:v>
                </c:pt>
                <c:pt idx="3264">
                  <c:v>36.045</c:v>
                </c:pt>
                <c:pt idx="3265">
                  <c:v>31.148</c:v>
                </c:pt>
                <c:pt idx="3266">
                  <c:v>46.831</c:v>
                </c:pt>
                <c:pt idx="3267">
                  <c:v>24.084</c:v>
                </c:pt>
                <c:pt idx="3268">
                  <c:v>31.385</c:v>
                </c:pt>
                <c:pt idx="3269">
                  <c:v>35.987</c:v>
                </c:pt>
                <c:pt idx="3270">
                  <c:v>27.222</c:v>
                </c:pt>
                <c:pt idx="3271">
                  <c:v>38.489</c:v>
                </c:pt>
                <c:pt idx="3272">
                  <c:v>32.187</c:v>
                </c:pt>
                <c:pt idx="3273">
                  <c:v>28.591</c:v>
                </c:pt>
                <c:pt idx="3274">
                  <c:v>38.175</c:v>
                </c:pt>
                <c:pt idx="3275">
                  <c:v>32.893</c:v>
                </c:pt>
                <c:pt idx="3276">
                  <c:v>29.881</c:v>
                </c:pt>
                <c:pt idx="3277">
                  <c:v>37.853</c:v>
                </c:pt>
                <c:pt idx="3278">
                  <c:v>31.838</c:v>
                </c:pt>
                <c:pt idx="3279">
                  <c:v>35.373</c:v>
                </c:pt>
                <c:pt idx="3280">
                  <c:v>32.228</c:v>
                </c:pt>
                <c:pt idx="3281">
                  <c:v>31.738</c:v>
                </c:pt>
                <c:pt idx="3282">
                  <c:v>27.108</c:v>
                </c:pt>
                <c:pt idx="3283">
                  <c:v>29.656</c:v>
                </c:pt>
                <c:pt idx="3284">
                  <c:v>30.896</c:v>
                </c:pt>
                <c:pt idx="3285">
                  <c:v>31.021</c:v>
                </c:pt>
                <c:pt idx="3286">
                  <c:v>22.109</c:v>
                </c:pt>
                <c:pt idx="3287">
                  <c:v>29.867</c:v>
                </c:pt>
                <c:pt idx="3288">
                  <c:v>32.055</c:v>
                </c:pt>
                <c:pt idx="3289">
                  <c:v>30.039</c:v>
                </c:pt>
                <c:pt idx="3290">
                  <c:v>32.041</c:v>
                </c:pt>
                <c:pt idx="3291">
                  <c:v>29.982</c:v>
                </c:pt>
                <c:pt idx="3292">
                  <c:v>26.607</c:v>
                </c:pt>
                <c:pt idx="3293">
                  <c:v>32.676</c:v>
                </c:pt>
                <c:pt idx="3294">
                  <c:v>37.386</c:v>
                </c:pt>
                <c:pt idx="3295">
                  <c:v>33.937</c:v>
                </c:pt>
                <c:pt idx="3296">
                  <c:v>35.021</c:v>
                </c:pt>
                <c:pt idx="3297">
                  <c:v>26.945</c:v>
                </c:pt>
                <c:pt idx="3298">
                  <c:v>35.923</c:v>
                </c:pt>
                <c:pt idx="3299">
                  <c:v>35.161</c:v>
                </c:pt>
                <c:pt idx="3300">
                  <c:v>35.654</c:v>
                </c:pt>
                <c:pt idx="3301">
                  <c:v>35.66</c:v>
                </c:pt>
                <c:pt idx="3302">
                  <c:v>33.311</c:v>
                </c:pt>
                <c:pt idx="3303">
                  <c:v>32.617</c:v>
                </c:pt>
                <c:pt idx="3304">
                  <c:v>28.86</c:v>
                </c:pt>
                <c:pt idx="3305">
                  <c:v>30.867</c:v>
                </c:pt>
                <c:pt idx="3306">
                  <c:v>40.46</c:v>
                </c:pt>
                <c:pt idx="3307">
                  <c:v>21.381</c:v>
                </c:pt>
                <c:pt idx="3308">
                  <c:v>27.232</c:v>
                </c:pt>
                <c:pt idx="3309">
                  <c:v>33.928</c:v>
                </c:pt>
                <c:pt idx="3310">
                  <c:v>23.567</c:v>
                </c:pt>
                <c:pt idx="3311">
                  <c:v>27.883</c:v>
                </c:pt>
                <c:pt idx="3312">
                  <c:v>31.585</c:v>
                </c:pt>
                <c:pt idx="3313">
                  <c:v>27.124</c:v>
                </c:pt>
                <c:pt idx="3314">
                  <c:v>26.697</c:v>
                </c:pt>
                <c:pt idx="3315">
                  <c:v>33.825</c:v>
                </c:pt>
                <c:pt idx="3316">
                  <c:v>18.801</c:v>
                </c:pt>
                <c:pt idx="3317">
                  <c:v>22.672</c:v>
                </c:pt>
                <c:pt idx="3318">
                  <c:v>22.486</c:v>
                </c:pt>
                <c:pt idx="3319">
                  <c:v>26.378</c:v>
                </c:pt>
                <c:pt idx="3320">
                  <c:v>27.796</c:v>
                </c:pt>
                <c:pt idx="3321">
                  <c:v>29.498</c:v>
                </c:pt>
                <c:pt idx="3322">
                  <c:v>30.242</c:v>
                </c:pt>
                <c:pt idx="3323">
                  <c:v>21.115</c:v>
                </c:pt>
                <c:pt idx="3324">
                  <c:v>28.083</c:v>
                </c:pt>
                <c:pt idx="3325">
                  <c:v>25.391</c:v>
                </c:pt>
                <c:pt idx="3326">
                  <c:v>21.465</c:v>
                </c:pt>
                <c:pt idx="3327">
                  <c:v>28.534</c:v>
                </c:pt>
                <c:pt idx="3328">
                  <c:v>22.602</c:v>
                </c:pt>
                <c:pt idx="3329">
                  <c:v>24.908</c:v>
                </c:pt>
                <c:pt idx="3330">
                  <c:v>26.065</c:v>
                </c:pt>
                <c:pt idx="3331">
                  <c:v>24.613</c:v>
                </c:pt>
                <c:pt idx="3332">
                  <c:v>24.102</c:v>
                </c:pt>
                <c:pt idx="3333">
                  <c:v>31.752</c:v>
                </c:pt>
                <c:pt idx="3334">
                  <c:v>27.997</c:v>
                </c:pt>
                <c:pt idx="3335">
                  <c:v>37.156</c:v>
                </c:pt>
                <c:pt idx="3336">
                  <c:v>28.583</c:v>
                </c:pt>
                <c:pt idx="3337">
                  <c:v>24.968</c:v>
                </c:pt>
                <c:pt idx="3338">
                  <c:v>28.664</c:v>
                </c:pt>
                <c:pt idx="3339">
                  <c:v>26.35</c:v>
                </c:pt>
                <c:pt idx="3340">
                  <c:v>28.204</c:v>
                </c:pt>
                <c:pt idx="3341">
                  <c:v>30.838</c:v>
                </c:pt>
                <c:pt idx="3342">
                  <c:v>20.653</c:v>
                </c:pt>
                <c:pt idx="3343">
                  <c:v>19.077</c:v>
                </c:pt>
                <c:pt idx="3344">
                  <c:v>28.76</c:v>
                </c:pt>
                <c:pt idx="3345">
                  <c:v>30.646</c:v>
                </c:pt>
                <c:pt idx="3346">
                  <c:v>20.796</c:v>
                </c:pt>
                <c:pt idx="3347">
                  <c:v>18.617</c:v>
                </c:pt>
                <c:pt idx="3348">
                  <c:v>23.278</c:v>
                </c:pt>
                <c:pt idx="3349">
                  <c:v>30.03</c:v>
                </c:pt>
                <c:pt idx="3350">
                  <c:v>27.681</c:v>
                </c:pt>
                <c:pt idx="3351">
                  <c:v>27.852</c:v>
                </c:pt>
                <c:pt idx="3352">
                  <c:v>15.726</c:v>
                </c:pt>
                <c:pt idx="3353">
                  <c:v>33.448</c:v>
                </c:pt>
                <c:pt idx="3354">
                  <c:v>17.357</c:v>
                </c:pt>
                <c:pt idx="3355">
                  <c:v>34.438</c:v>
                </c:pt>
                <c:pt idx="3356">
                  <c:v>20.642</c:v>
                </c:pt>
                <c:pt idx="3357">
                  <c:v>20.209</c:v>
                </c:pt>
                <c:pt idx="3358">
                  <c:v>22.502</c:v>
                </c:pt>
                <c:pt idx="3359">
                  <c:v>17.614</c:v>
                </c:pt>
                <c:pt idx="3360">
                  <c:v>30.168</c:v>
                </c:pt>
                <c:pt idx="3361">
                  <c:v>28.183</c:v>
                </c:pt>
                <c:pt idx="3362">
                  <c:v>22.61</c:v>
                </c:pt>
                <c:pt idx="3363">
                  <c:v>24.41</c:v>
                </c:pt>
                <c:pt idx="3364">
                  <c:v>30.098</c:v>
                </c:pt>
                <c:pt idx="3365">
                  <c:v>28.041</c:v>
                </c:pt>
                <c:pt idx="3366">
                  <c:v>21.49</c:v>
                </c:pt>
                <c:pt idx="3367">
                  <c:v>22.589</c:v>
                </c:pt>
                <c:pt idx="3368">
                  <c:v>20.961</c:v>
                </c:pt>
                <c:pt idx="3369">
                  <c:v>27.188</c:v>
                </c:pt>
                <c:pt idx="3370">
                  <c:v>21.243</c:v>
                </c:pt>
                <c:pt idx="3371">
                  <c:v>22.715</c:v>
                </c:pt>
                <c:pt idx="3372">
                  <c:v>19.245</c:v>
                </c:pt>
                <c:pt idx="3373">
                  <c:v>20.435</c:v>
                </c:pt>
                <c:pt idx="3374">
                  <c:v>21.398</c:v>
                </c:pt>
                <c:pt idx="3375">
                  <c:v>28.532</c:v>
                </c:pt>
                <c:pt idx="3376">
                  <c:v>20.656</c:v>
                </c:pt>
                <c:pt idx="3377">
                  <c:v>27.076</c:v>
                </c:pt>
                <c:pt idx="3378">
                  <c:v>21.107</c:v>
                </c:pt>
                <c:pt idx="3379">
                  <c:v>26.599</c:v>
                </c:pt>
                <c:pt idx="3380">
                  <c:v>20.847</c:v>
                </c:pt>
                <c:pt idx="3381">
                  <c:v>20.835</c:v>
                </c:pt>
                <c:pt idx="3382">
                  <c:v>21.622</c:v>
                </c:pt>
                <c:pt idx="3383">
                  <c:v>20.072</c:v>
                </c:pt>
                <c:pt idx="3384">
                  <c:v>24.707</c:v>
                </c:pt>
                <c:pt idx="3385">
                  <c:v>21.545</c:v>
                </c:pt>
                <c:pt idx="3386">
                  <c:v>19.768</c:v>
                </c:pt>
                <c:pt idx="3387">
                  <c:v>22.437</c:v>
                </c:pt>
                <c:pt idx="3388">
                  <c:v>19.38</c:v>
                </c:pt>
                <c:pt idx="3389">
                  <c:v>21</c:v>
                </c:pt>
                <c:pt idx="3390">
                  <c:v>20.362</c:v>
                </c:pt>
                <c:pt idx="3391">
                  <c:v>21.308</c:v>
                </c:pt>
                <c:pt idx="3392">
                  <c:v>22.254</c:v>
                </c:pt>
                <c:pt idx="3393">
                  <c:v>23.949</c:v>
                </c:pt>
                <c:pt idx="3394">
                  <c:v>29.448</c:v>
                </c:pt>
                <c:pt idx="3395">
                  <c:v>21.109</c:v>
                </c:pt>
                <c:pt idx="3396">
                  <c:v>19.119</c:v>
                </c:pt>
                <c:pt idx="3397">
                  <c:v>19.307</c:v>
                </c:pt>
                <c:pt idx="3398">
                  <c:v>22.921</c:v>
                </c:pt>
                <c:pt idx="3399">
                  <c:v>22.8</c:v>
                </c:pt>
                <c:pt idx="3400">
                  <c:v>17.354</c:v>
                </c:pt>
                <c:pt idx="3401">
                  <c:v>23.63</c:v>
                </c:pt>
                <c:pt idx="3402">
                  <c:v>25.366</c:v>
                </c:pt>
                <c:pt idx="3403">
                  <c:v>16.681</c:v>
                </c:pt>
                <c:pt idx="3404">
                  <c:v>1695.098</c:v>
                </c:pt>
                <c:pt idx="3405">
                  <c:v>358.435</c:v>
                </c:pt>
                <c:pt idx="3406">
                  <c:v>270.654</c:v>
                </c:pt>
                <c:pt idx="3407">
                  <c:v>351.472</c:v>
                </c:pt>
                <c:pt idx="3408">
                  <c:v>320.085</c:v>
                </c:pt>
                <c:pt idx="3409">
                  <c:v>240.709</c:v>
                </c:pt>
                <c:pt idx="3410">
                  <c:v>244.269</c:v>
                </c:pt>
                <c:pt idx="3411">
                  <c:v>379.49</c:v>
                </c:pt>
                <c:pt idx="3412">
                  <c:v>261.045</c:v>
                </c:pt>
                <c:pt idx="3413">
                  <c:v>247.966</c:v>
                </c:pt>
                <c:pt idx="3414">
                  <c:v>189.983</c:v>
                </c:pt>
                <c:pt idx="3415">
                  <c:v>233.212</c:v>
                </c:pt>
                <c:pt idx="3416">
                  <c:v>192.593</c:v>
                </c:pt>
                <c:pt idx="3417">
                  <c:v>192.082</c:v>
                </c:pt>
                <c:pt idx="3418">
                  <c:v>198.041</c:v>
                </c:pt>
                <c:pt idx="3419">
                  <c:v>157.572</c:v>
                </c:pt>
                <c:pt idx="3420">
                  <c:v>186.238</c:v>
                </c:pt>
                <c:pt idx="3421">
                  <c:v>251.509</c:v>
                </c:pt>
                <c:pt idx="3422">
                  <c:v>165.235</c:v>
                </c:pt>
                <c:pt idx="3423">
                  <c:v>147.408</c:v>
                </c:pt>
                <c:pt idx="3424">
                  <c:v>223.621</c:v>
                </c:pt>
                <c:pt idx="3425">
                  <c:v>137.739</c:v>
                </c:pt>
                <c:pt idx="3426">
                  <c:v>163.771</c:v>
                </c:pt>
                <c:pt idx="3427">
                  <c:v>134.512</c:v>
                </c:pt>
                <c:pt idx="3428">
                  <c:v>141.77</c:v>
                </c:pt>
                <c:pt idx="3429">
                  <c:v>128.254</c:v>
                </c:pt>
                <c:pt idx="3430">
                  <c:v>121.309</c:v>
                </c:pt>
                <c:pt idx="3431">
                  <c:v>137.414</c:v>
                </c:pt>
                <c:pt idx="3432">
                  <c:v>129.509</c:v>
                </c:pt>
                <c:pt idx="3433">
                  <c:v>178.272</c:v>
                </c:pt>
                <c:pt idx="3434">
                  <c:v>140.769</c:v>
                </c:pt>
                <c:pt idx="3435">
                  <c:v>177.12</c:v>
                </c:pt>
                <c:pt idx="3436">
                  <c:v>94.007</c:v>
                </c:pt>
                <c:pt idx="3437">
                  <c:v>112.393</c:v>
                </c:pt>
                <c:pt idx="3438">
                  <c:v>125.205</c:v>
                </c:pt>
                <c:pt idx="3439">
                  <c:v>109.047</c:v>
                </c:pt>
                <c:pt idx="3440">
                  <c:v>113.399</c:v>
                </c:pt>
                <c:pt idx="3441">
                  <c:v>117.386</c:v>
                </c:pt>
                <c:pt idx="3442">
                  <c:v>108.558</c:v>
                </c:pt>
                <c:pt idx="3443">
                  <c:v>112.342</c:v>
                </c:pt>
                <c:pt idx="3444">
                  <c:v>89.405</c:v>
                </c:pt>
                <c:pt idx="3445">
                  <c:v>101.963</c:v>
                </c:pt>
                <c:pt idx="3446">
                  <c:v>108.265</c:v>
                </c:pt>
                <c:pt idx="3447">
                  <c:v>113.993</c:v>
                </c:pt>
                <c:pt idx="3448">
                  <c:v>88.633</c:v>
                </c:pt>
                <c:pt idx="3449">
                  <c:v>91.612</c:v>
                </c:pt>
                <c:pt idx="3450">
                  <c:v>93.541</c:v>
                </c:pt>
                <c:pt idx="3451">
                  <c:v>88.653</c:v>
                </c:pt>
                <c:pt idx="3452">
                  <c:v>98.977</c:v>
                </c:pt>
                <c:pt idx="3453">
                  <c:v>79.353</c:v>
                </c:pt>
                <c:pt idx="3454">
                  <c:v>123.075</c:v>
                </c:pt>
                <c:pt idx="3455">
                  <c:v>128.421</c:v>
                </c:pt>
                <c:pt idx="3456">
                  <c:v>90.713</c:v>
                </c:pt>
                <c:pt idx="3457">
                  <c:v>96.863</c:v>
                </c:pt>
                <c:pt idx="3458">
                  <c:v>88.945</c:v>
                </c:pt>
                <c:pt idx="3459">
                  <c:v>85.099</c:v>
                </c:pt>
                <c:pt idx="3460">
                  <c:v>85.515</c:v>
                </c:pt>
                <c:pt idx="3461">
                  <c:v>76.185</c:v>
                </c:pt>
                <c:pt idx="3462">
                  <c:v>68.234</c:v>
                </c:pt>
                <c:pt idx="3463">
                  <c:v>94.94</c:v>
                </c:pt>
                <c:pt idx="3464">
                  <c:v>94.475</c:v>
                </c:pt>
                <c:pt idx="3465">
                  <c:v>76.695</c:v>
                </c:pt>
                <c:pt idx="3466">
                  <c:v>82.673</c:v>
                </c:pt>
                <c:pt idx="3467">
                  <c:v>79.382</c:v>
                </c:pt>
                <c:pt idx="3468">
                  <c:v>64.05</c:v>
                </c:pt>
                <c:pt idx="3469">
                  <c:v>68.528</c:v>
                </c:pt>
                <c:pt idx="3470">
                  <c:v>66.185</c:v>
                </c:pt>
                <c:pt idx="3471">
                  <c:v>84.557</c:v>
                </c:pt>
                <c:pt idx="3472">
                  <c:v>78.536</c:v>
                </c:pt>
                <c:pt idx="3473">
                  <c:v>67.325</c:v>
                </c:pt>
                <c:pt idx="3474">
                  <c:v>91.524</c:v>
                </c:pt>
                <c:pt idx="3475">
                  <c:v>63.9</c:v>
                </c:pt>
                <c:pt idx="3476">
                  <c:v>59.758</c:v>
                </c:pt>
                <c:pt idx="3477">
                  <c:v>66.313</c:v>
                </c:pt>
                <c:pt idx="3478">
                  <c:v>56.894</c:v>
                </c:pt>
                <c:pt idx="3479">
                  <c:v>53.282</c:v>
                </c:pt>
                <c:pt idx="3480">
                  <c:v>58.988</c:v>
                </c:pt>
                <c:pt idx="3481">
                  <c:v>68.172</c:v>
                </c:pt>
                <c:pt idx="3482">
                  <c:v>55.894</c:v>
                </c:pt>
                <c:pt idx="3483">
                  <c:v>49.428</c:v>
                </c:pt>
                <c:pt idx="3484">
                  <c:v>44.9</c:v>
                </c:pt>
                <c:pt idx="3485">
                  <c:v>57.805</c:v>
                </c:pt>
                <c:pt idx="3486">
                  <c:v>65.029</c:v>
                </c:pt>
                <c:pt idx="3487">
                  <c:v>62.278</c:v>
                </c:pt>
                <c:pt idx="3488">
                  <c:v>63.175</c:v>
                </c:pt>
                <c:pt idx="3489">
                  <c:v>65.349</c:v>
                </c:pt>
                <c:pt idx="3490">
                  <c:v>80.623</c:v>
                </c:pt>
                <c:pt idx="3491">
                  <c:v>49.638</c:v>
                </c:pt>
                <c:pt idx="3492">
                  <c:v>50.846</c:v>
                </c:pt>
                <c:pt idx="3493">
                  <c:v>48.489</c:v>
                </c:pt>
                <c:pt idx="3494">
                  <c:v>51.142</c:v>
                </c:pt>
                <c:pt idx="3495">
                  <c:v>64.362</c:v>
                </c:pt>
                <c:pt idx="3496">
                  <c:v>57.106</c:v>
                </c:pt>
                <c:pt idx="3497">
                  <c:v>51.203</c:v>
                </c:pt>
                <c:pt idx="3498">
                  <c:v>56.786</c:v>
                </c:pt>
                <c:pt idx="3499">
                  <c:v>55.749</c:v>
                </c:pt>
                <c:pt idx="3500">
                  <c:v>55.706</c:v>
                </c:pt>
                <c:pt idx="3501">
                  <c:v>53.235</c:v>
                </c:pt>
                <c:pt idx="3502">
                  <c:v>55.683</c:v>
                </c:pt>
                <c:pt idx="3503">
                  <c:v>61.604</c:v>
                </c:pt>
                <c:pt idx="3504">
                  <c:v>51.463</c:v>
                </c:pt>
                <c:pt idx="3505">
                  <c:v>58.216</c:v>
                </c:pt>
                <c:pt idx="3506">
                  <c:v>60.062</c:v>
                </c:pt>
                <c:pt idx="3507">
                  <c:v>63.996</c:v>
                </c:pt>
                <c:pt idx="3508">
                  <c:v>56.492</c:v>
                </c:pt>
                <c:pt idx="3509">
                  <c:v>59.706</c:v>
                </c:pt>
                <c:pt idx="3510">
                  <c:v>57.357</c:v>
                </c:pt>
                <c:pt idx="3511">
                  <c:v>49.63</c:v>
                </c:pt>
                <c:pt idx="3512">
                  <c:v>74.528</c:v>
                </c:pt>
                <c:pt idx="3513">
                  <c:v>57.284</c:v>
                </c:pt>
                <c:pt idx="3514">
                  <c:v>53.227</c:v>
                </c:pt>
                <c:pt idx="3515">
                  <c:v>48.657</c:v>
                </c:pt>
                <c:pt idx="3516">
                  <c:v>56.427</c:v>
                </c:pt>
                <c:pt idx="3517">
                  <c:v>42.492</c:v>
                </c:pt>
                <c:pt idx="3518">
                  <c:v>70.069</c:v>
                </c:pt>
                <c:pt idx="3519">
                  <c:v>51.973</c:v>
                </c:pt>
                <c:pt idx="3520">
                  <c:v>39.598</c:v>
                </c:pt>
                <c:pt idx="3521">
                  <c:v>43.624</c:v>
                </c:pt>
                <c:pt idx="3522">
                  <c:v>52.995</c:v>
                </c:pt>
                <c:pt idx="3523">
                  <c:v>44.787</c:v>
                </c:pt>
                <c:pt idx="3524">
                  <c:v>48.694</c:v>
                </c:pt>
                <c:pt idx="3525">
                  <c:v>43.779</c:v>
                </c:pt>
                <c:pt idx="3526">
                  <c:v>49.267</c:v>
                </c:pt>
                <c:pt idx="3527">
                  <c:v>46.496</c:v>
                </c:pt>
                <c:pt idx="3528">
                  <c:v>49.486</c:v>
                </c:pt>
                <c:pt idx="3529">
                  <c:v>46.265</c:v>
                </c:pt>
                <c:pt idx="3530">
                  <c:v>42.739</c:v>
                </c:pt>
                <c:pt idx="3531">
                  <c:v>37.865</c:v>
                </c:pt>
                <c:pt idx="3532">
                  <c:v>48.548</c:v>
                </c:pt>
                <c:pt idx="3533">
                  <c:v>44.853</c:v>
                </c:pt>
                <c:pt idx="3534">
                  <c:v>41.095</c:v>
                </c:pt>
                <c:pt idx="3535">
                  <c:v>39.791</c:v>
                </c:pt>
                <c:pt idx="3536">
                  <c:v>35.344</c:v>
                </c:pt>
                <c:pt idx="3537">
                  <c:v>38.763</c:v>
                </c:pt>
                <c:pt idx="3538">
                  <c:v>46.129</c:v>
                </c:pt>
                <c:pt idx="3539">
                  <c:v>52.973</c:v>
                </c:pt>
                <c:pt idx="3540">
                  <c:v>46.909</c:v>
                </c:pt>
                <c:pt idx="3541">
                  <c:v>44.146</c:v>
                </c:pt>
                <c:pt idx="3542">
                  <c:v>41.008</c:v>
                </c:pt>
                <c:pt idx="3543">
                  <c:v>40.675</c:v>
                </c:pt>
                <c:pt idx="3544">
                  <c:v>43.071</c:v>
                </c:pt>
                <c:pt idx="3545">
                  <c:v>37.513</c:v>
                </c:pt>
                <c:pt idx="3546">
                  <c:v>41.411</c:v>
                </c:pt>
                <c:pt idx="3547">
                  <c:v>43.392</c:v>
                </c:pt>
                <c:pt idx="3548">
                  <c:v>34.402</c:v>
                </c:pt>
                <c:pt idx="3549">
                  <c:v>43.175</c:v>
                </c:pt>
                <c:pt idx="3550">
                  <c:v>32.283</c:v>
                </c:pt>
                <c:pt idx="3551">
                  <c:v>35.97</c:v>
                </c:pt>
                <c:pt idx="3552">
                  <c:v>36.83</c:v>
                </c:pt>
                <c:pt idx="3553">
                  <c:v>40.468</c:v>
                </c:pt>
                <c:pt idx="3554">
                  <c:v>37.63</c:v>
                </c:pt>
                <c:pt idx="3555">
                  <c:v>40.795</c:v>
                </c:pt>
                <c:pt idx="3556">
                  <c:v>37.348</c:v>
                </c:pt>
                <c:pt idx="3557">
                  <c:v>37.711</c:v>
                </c:pt>
                <c:pt idx="3558">
                  <c:v>42.636</c:v>
                </c:pt>
                <c:pt idx="3559">
                  <c:v>35.9</c:v>
                </c:pt>
                <c:pt idx="3560">
                  <c:v>37.637</c:v>
                </c:pt>
                <c:pt idx="3561">
                  <c:v>39.416</c:v>
                </c:pt>
                <c:pt idx="3562">
                  <c:v>49.632</c:v>
                </c:pt>
                <c:pt idx="3563">
                  <c:v>58.003</c:v>
                </c:pt>
                <c:pt idx="3564">
                  <c:v>37.836</c:v>
                </c:pt>
                <c:pt idx="3565">
                  <c:v>37.585</c:v>
                </c:pt>
                <c:pt idx="3566">
                  <c:v>40.602</c:v>
                </c:pt>
                <c:pt idx="3567">
                  <c:v>35.592</c:v>
                </c:pt>
                <c:pt idx="3568">
                  <c:v>39.514</c:v>
                </c:pt>
                <c:pt idx="3569">
                  <c:v>31.614</c:v>
                </c:pt>
                <c:pt idx="3570">
                  <c:v>47.589</c:v>
                </c:pt>
                <c:pt idx="3571">
                  <c:v>33.108</c:v>
                </c:pt>
                <c:pt idx="3572">
                  <c:v>33.392</c:v>
                </c:pt>
                <c:pt idx="3573">
                  <c:v>54.423</c:v>
                </c:pt>
                <c:pt idx="3574">
                  <c:v>29.566</c:v>
                </c:pt>
                <c:pt idx="3575">
                  <c:v>36.311</c:v>
                </c:pt>
                <c:pt idx="3576">
                  <c:v>32.75</c:v>
                </c:pt>
                <c:pt idx="3577">
                  <c:v>31.391</c:v>
                </c:pt>
                <c:pt idx="3578">
                  <c:v>36.101</c:v>
                </c:pt>
                <c:pt idx="3579">
                  <c:v>36.203</c:v>
                </c:pt>
                <c:pt idx="3580">
                  <c:v>33.673</c:v>
                </c:pt>
                <c:pt idx="3581">
                  <c:v>45.117</c:v>
                </c:pt>
                <c:pt idx="3582">
                  <c:v>37.621</c:v>
                </c:pt>
                <c:pt idx="3583">
                  <c:v>37.341</c:v>
                </c:pt>
                <c:pt idx="3584">
                  <c:v>35.344</c:v>
                </c:pt>
                <c:pt idx="3585">
                  <c:v>38.332</c:v>
                </c:pt>
                <c:pt idx="3586">
                  <c:v>29.552</c:v>
                </c:pt>
                <c:pt idx="3587">
                  <c:v>30.276</c:v>
                </c:pt>
                <c:pt idx="3588">
                  <c:v>39</c:v>
                </c:pt>
                <c:pt idx="3589">
                  <c:v>34.452</c:v>
                </c:pt>
                <c:pt idx="3590">
                  <c:v>29.405</c:v>
                </c:pt>
                <c:pt idx="3591">
                  <c:v>34.621</c:v>
                </c:pt>
                <c:pt idx="3592">
                  <c:v>40.337</c:v>
                </c:pt>
                <c:pt idx="3593">
                  <c:v>32.354</c:v>
                </c:pt>
                <c:pt idx="3594">
                  <c:v>26.207</c:v>
                </c:pt>
                <c:pt idx="3595">
                  <c:v>29.66</c:v>
                </c:pt>
                <c:pt idx="3596">
                  <c:v>38.259</c:v>
                </c:pt>
                <c:pt idx="3597">
                  <c:v>31.573</c:v>
                </c:pt>
                <c:pt idx="3598">
                  <c:v>28.661</c:v>
                </c:pt>
                <c:pt idx="3599">
                  <c:v>29.107</c:v>
                </c:pt>
                <c:pt idx="3600">
                  <c:v>29.373</c:v>
                </c:pt>
                <c:pt idx="3601">
                  <c:v>34.828</c:v>
                </c:pt>
                <c:pt idx="3602">
                  <c:v>29.74</c:v>
                </c:pt>
                <c:pt idx="3603">
                  <c:v>35.541</c:v>
                </c:pt>
                <c:pt idx="3604">
                  <c:v>23.693</c:v>
                </c:pt>
                <c:pt idx="3605">
                  <c:v>36.238</c:v>
                </c:pt>
                <c:pt idx="3606">
                  <c:v>34.983</c:v>
                </c:pt>
                <c:pt idx="3607">
                  <c:v>27.012</c:v>
                </c:pt>
                <c:pt idx="3608">
                  <c:v>36.701</c:v>
                </c:pt>
                <c:pt idx="3609">
                  <c:v>24.236</c:v>
                </c:pt>
                <c:pt idx="3610">
                  <c:v>42.946</c:v>
                </c:pt>
                <c:pt idx="3611">
                  <c:v>32.298</c:v>
                </c:pt>
                <c:pt idx="3612">
                  <c:v>33.043</c:v>
                </c:pt>
                <c:pt idx="3613">
                  <c:v>25.938</c:v>
                </c:pt>
                <c:pt idx="3614">
                  <c:v>30.442</c:v>
                </c:pt>
                <c:pt idx="3615">
                  <c:v>26.918</c:v>
                </c:pt>
                <c:pt idx="3616">
                  <c:v>29.122</c:v>
                </c:pt>
                <c:pt idx="3617">
                  <c:v>29.595</c:v>
                </c:pt>
                <c:pt idx="3618">
                  <c:v>26.208</c:v>
                </c:pt>
                <c:pt idx="3619">
                  <c:v>33.916</c:v>
                </c:pt>
                <c:pt idx="3620">
                  <c:v>27.561</c:v>
                </c:pt>
                <c:pt idx="3621">
                  <c:v>41.293</c:v>
                </c:pt>
                <c:pt idx="3622">
                  <c:v>33.781</c:v>
                </c:pt>
                <c:pt idx="3623">
                  <c:v>34.247</c:v>
                </c:pt>
                <c:pt idx="3624">
                  <c:v>40.523</c:v>
                </c:pt>
                <c:pt idx="3625">
                  <c:v>28.509</c:v>
                </c:pt>
                <c:pt idx="3626">
                  <c:v>31.52</c:v>
                </c:pt>
                <c:pt idx="3627">
                  <c:v>25.467</c:v>
                </c:pt>
                <c:pt idx="3628">
                  <c:v>34.561</c:v>
                </c:pt>
                <c:pt idx="3629">
                  <c:v>30.515</c:v>
                </c:pt>
                <c:pt idx="3630">
                  <c:v>28.082</c:v>
                </c:pt>
                <c:pt idx="3631">
                  <c:v>30.023</c:v>
                </c:pt>
                <c:pt idx="3632">
                  <c:v>35.766</c:v>
                </c:pt>
                <c:pt idx="3633">
                  <c:v>29.313</c:v>
                </c:pt>
                <c:pt idx="3634">
                  <c:v>26.477</c:v>
                </c:pt>
                <c:pt idx="3635">
                  <c:v>31.891</c:v>
                </c:pt>
                <c:pt idx="3636">
                  <c:v>28.873</c:v>
                </c:pt>
                <c:pt idx="3637">
                  <c:v>27.617</c:v>
                </c:pt>
                <c:pt idx="3638">
                  <c:v>33.034</c:v>
                </c:pt>
                <c:pt idx="3639">
                  <c:v>26.307</c:v>
                </c:pt>
                <c:pt idx="3640">
                  <c:v>31.483</c:v>
                </c:pt>
                <c:pt idx="3641">
                  <c:v>27.491</c:v>
                </c:pt>
                <c:pt idx="3642">
                  <c:v>30.443</c:v>
                </c:pt>
                <c:pt idx="3643">
                  <c:v>26.292</c:v>
                </c:pt>
                <c:pt idx="3644">
                  <c:v>37.714</c:v>
                </c:pt>
                <c:pt idx="3645">
                  <c:v>33.158</c:v>
                </c:pt>
                <c:pt idx="3646">
                  <c:v>32.105</c:v>
                </c:pt>
                <c:pt idx="3647">
                  <c:v>26.889</c:v>
                </c:pt>
                <c:pt idx="3648">
                  <c:v>31.482</c:v>
                </c:pt>
                <c:pt idx="3649">
                  <c:v>22.562</c:v>
                </c:pt>
                <c:pt idx="3650">
                  <c:v>30.321</c:v>
                </c:pt>
                <c:pt idx="3651">
                  <c:v>22.522</c:v>
                </c:pt>
                <c:pt idx="3652">
                  <c:v>24.24</c:v>
                </c:pt>
                <c:pt idx="3653">
                  <c:v>28.748</c:v>
                </c:pt>
                <c:pt idx="3654">
                  <c:v>24.603</c:v>
                </c:pt>
                <c:pt idx="3655">
                  <c:v>22.424</c:v>
                </c:pt>
                <c:pt idx="3656">
                  <c:v>21.916</c:v>
                </c:pt>
                <c:pt idx="3657">
                  <c:v>30.019</c:v>
                </c:pt>
                <c:pt idx="3658">
                  <c:v>21</c:v>
                </c:pt>
                <c:pt idx="3659">
                  <c:v>36.359</c:v>
                </c:pt>
                <c:pt idx="3660">
                  <c:v>27.384</c:v>
                </c:pt>
                <c:pt idx="3661">
                  <c:v>29.488</c:v>
                </c:pt>
                <c:pt idx="3662">
                  <c:v>26.311</c:v>
                </c:pt>
                <c:pt idx="3663">
                  <c:v>26.855</c:v>
                </c:pt>
                <c:pt idx="3664">
                  <c:v>18.869</c:v>
                </c:pt>
                <c:pt idx="3665">
                  <c:v>30.014</c:v>
                </c:pt>
                <c:pt idx="3666">
                  <c:v>18.689</c:v>
                </c:pt>
                <c:pt idx="3667">
                  <c:v>30.378</c:v>
                </c:pt>
                <c:pt idx="3668">
                  <c:v>32.731</c:v>
                </c:pt>
                <c:pt idx="3669">
                  <c:v>21.329</c:v>
                </c:pt>
                <c:pt idx="3670">
                  <c:v>24.387</c:v>
                </c:pt>
                <c:pt idx="3671">
                  <c:v>27.448</c:v>
                </c:pt>
                <c:pt idx="3672">
                  <c:v>26.678</c:v>
                </c:pt>
                <c:pt idx="3673">
                  <c:v>23.952</c:v>
                </c:pt>
                <c:pt idx="3674">
                  <c:v>29.791</c:v>
                </c:pt>
                <c:pt idx="3675">
                  <c:v>21.628</c:v>
                </c:pt>
                <c:pt idx="3676">
                  <c:v>24.733</c:v>
                </c:pt>
                <c:pt idx="3677">
                  <c:v>23.891</c:v>
                </c:pt>
                <c:pt idx="3678">
                  <c:v>31.268</c:v>
                </c:pt>
                <c:pt idx="3679">
                  <c:v>16.558</c:v>
                </c:pt>
                <c:pt idx="3680">
                  <c:v>23.419</c:v>
                </c:pt>
                <c:pt idx="3681">
                  <c:v>32.279</c:v>
                </c:pt>
                <c:pt idx="3682">
                  <c:v>22.837</c:v>
                </c:pt>
                <c:pt idx="3683">
                  <c:v>24.223</c:v>
                </c:pt>
                <c:pt idx="3684">
                  <c:v>20.572</c:v>
                </c:pt>
                <c:pt idx="3685">
                  <c:v>27.005</c:v>
                </c:pt>
                <c:pt idx="3686">
                  <c:v>26.192</c:v>
                </c:pt>
                <c:pt idx="3687">
                  <c:v>29.807</c:v>
                </c:pt>
                <c:pt idx="3688">
                  <c:v>25.612</c:v>
                </c:pt>
                <c:pt idx="3689">
                  <c:v>23.705</c:v>
                </c:pt>
                <c:pt idx="3690">
                  <c:v>17.63</c:v>
                </c:pt>
                <c:pt idx="3691">
                  <c:v>24.867</c:v>
                </c:pt>
                <c:pt idx="3692">
                  <c:v>29.304</c:v>
                </c:pt>
                <c:pt idx="3693">
                  <c:v>22.33</c:v>
                </c:pt>
                <c:pt idx="3694">
                  <c:v>21.329</c:v>
                </c:pt>
                <c:pt idx="3695">
                  <c:v>27.354</c:v>
                </c:pt>
                <c:pt idx="3696">
                  <c:v>19.034</c:v>
                </c:pt>
                <c:pt idx="3697">
                  <c:v>23.098</c:v>
                </c:pt>
                <c:pt idx="3698">
                  <c:v>15.97</c:v>
                </c:pt>
                <c:pt idx="3699">
                  <c:v>18.475</c:v>
                </c:pt>
                <c:pt idx="3700">
                  <c:v>17.161</c:v>
                </c:pt>
                <c:pt idx="3701">
                  <c:v>1781.257</c:v>
                </c:pt>
                <c:pt idx="3702">
                  <c:v>908.731</c:v>
                </c:pt>
                <c:pt idx="3703">
                  <c:v>655.108</c:v>
                </c:pt>
                <c:pt idx="3704">
                  <c:v>418.672</c:v>
                </c:pt>
                <c:pt idx="3705">
                  <c:v>268.115</c:v>
                </c:pt>
                <c:pt idx="3706">
                  <c:v>256.335</c:v>
                </c:pt>
                <c:pt idx="3707">
                  <c:v>182.958</c:v>
                </c:pt>
                <c:pt idx="3708">
                  <c:v>175.814</c:v>
                </c:pt>
                <c:pt idx="3709">
                  <c:v>118.929</c:v>
                </c:pt>
                <c:pt idx="3710">
                  <c:v>135.981</c:v>
                </c:pt>
                <c:pt idx="3711">
                  <c:v>145.699</c:v>
                </c:pt>
                <c:pt idx="3712">
                  <c:v>126.542</c:v>
                </c:pt>
                <c:pt idx="3713">
                  <c:v>123.171</c:v>
                </c:pt>
                <c:pt idx="3714">
                  <c:v>120.471</c:v>
                </c:pt>
                <c:pt idx="3715">
                  <c:v>145.847</c:v>
                </c:pt>
                <c:pt idx="3716">
                  <c:v>144.725</c:v>
                </c:pt>
                <c:pt idx="3717">
                  <c:v>101.974</c:v>
                </c:pt>
                <c:pt idx="3718">
                  <c:v>109.335</c:v>
                </c:pt>
                <c:pt idx="3719">
                  <c:v>118.458</c:v>
                </c:pt>
                <c:pt idx="3720">
                  <c:v>105.533</c:v>
                </c:pt>
                <c:pt idx="3721">
                  <c:v>112.951</c:v>
                </c:pt>
                <c:pt idx="3722">
                  <c:v>128.892</c:v>
                </c:pt>
                <c:pt idx="3723">
                  <c:v>108.12</c:v>
                </c:pt>
                <c:pt idx="3724">
                  <c:v>106.537</c:v>
                </c:pt>
                <c:pt idx="3725">
                  <c:v>86.296</c:v>
                </c:pt>
                <c:pt idx="3726">
                  <c:v>97.219</c:v>
                </c:pt>
                <c:pt idx="3727">
                  <c:v>100.655</c:v>
                </c:pt>
                <c:pt idx="3728">
                  <c:v>97.073</c:v>
                </c:pt>
                <c:pt idx="3729">
                  <c:v>100.599</c:v>
                </c:pt>
                <c:pt idx="3730">
                  <c:v>102.194</c:v>
                </c:pt>
                <c:pt idx="3731">
                  <c:v>108.122</c:v>
                </c:pt>
                <c:pt idx="3732">
                  <c:v>85.881</c:v>
                </c:pt>
                <c:pt idx="3733">
                  <c:v>100.963</c:v>
                </c:pt>
                <c:pt idx="3734">
                  <c:v>97.12</c:v>
                </c:pt>
                <c:pt idx="3735">
                  <c:v>99.54</c:v>
                </c:pt>
                <c:pt idx="3736">
                  <c:v>97.258</c:v>
                </c:pt>
                <c:pt idx="3737">
                  <c:v>101.37</c:v>
                </c:pt>
                <c:pt idx="3738">
                  <c:v>92.003</c:v>
                </c:pt>
                <c:pt idx="3739">
                  <c:v>79.267</c:v>
                </c:pt>
                <c:pt idx="3740">
                  <c:v>84.392</c:v>
                </c:pt>
                <c:pt idx="3741">
                  <c:v>83.387</c:v>
                </c:pt>
                <c:pt idx="3742">
                  <c:v>95.615</c:v>
                </c:pt>
                <c:pt idx="3743">
                  <c:v>101.734</c:v>
                </c:pt>
                <c:pt idx="3744">
                  <c:v>93.156</c:v>
                </c:pt>
                <c:pt idx="3745">
                  <c:v>84.594</c:v>
                </c:pt>
                <c:pt idx="3746">
                  <c:v>126.473</c:v>
                </c:pt>
                <c:pt idx="3747">
                  <c:v>87.216</c:v>
                </c:pt>
                <c:pt idx="3748">
                  <c:v>69.984</c:v>
                </c:pt>
                <c:pt idx="3749">
                  <c:v>73.587</c:v>
                </c:pt>
                <c:pt idx="3750">
                  <c:v>72.571</c:v>
                </c:pt>
                <c:pt idx="3751">
                  <c:v>82.821</c:v>
                </c:pt>
                <c:pt idx="3752">
                  <c:v>103.452</c:v>
                </c:pt>
                <c:pt idx="3753">
                  <c:v>116.145</c:v>
                </c:pt>
                <c:pt idx="3754">
                  <c:v>75.112</c:v>
                </c:pt>
                <c:pt idx="3755">
                  <c:v>67.185</c:v>
                </c:pt>
                <c:pt idx="3756">
                  <c:v>75.684</c:v>
                </c:pt>
                <c:pt idx="3757">
                  <c:v>84.116</c:v>
                </c:pt>
                <c:pt idx="3758">
                  <c:v>72.95</c:v>
                </c:pt>
                <c:pt idx="3759">
                  <c:v>76.429</c:v>
                </c:pt>
                <c:pt idx="3760">
                  <c:v>80.261</c:v>
                </c:pt>
                <c:pt idx="3761">
                  <c:v>80.56</c:v>
                </c:pt>
                <c:pt idx="3762">
                  <c:v>76.197</c:v>
                </c:pt>
                <c:pt idx="3763">
                  <c:v>63.943</c:v>
                </c:pt>
                <c:pt idx="3764">
                  <c:v>70.731</c:v>
                </c:pt>
                <c:pt idx="3765">
                  <c:v>63.002</c:v>
                </c:pt>
                <c:pt idx="3766">
                  <c:v>74.08</c:v>
                </c:pt>
                <c:pt idx="3767">
                  <c:v>91.862</c:v>
                </c:pt>
                <c:pt idx="3768">
                  <c:v>75.242</c:v>
                </c:pt>
                <c:pt idx="3769">
                  <c:v>74.626</c:v>
                </c:pt>
                <c:pt idx="3770">
                  <c:v>81.077</c:v>
                </c:pt>
                <c:pt idx="3771">
                  <c:v>63.108</c:v>
                </c:pt>
                <c:pt idx="3772">
                  <c:v>75.482</c:v>
                </c:pt>
                <c:pt idx="3773">
                  <c:v>69.109</c:v>
                </c:pt>
                <c:pt idx="3774">
                  <c:v>65.444</c:v>
                </c:pt>
                <c:pt idx="3775">
                  <c:v>75.55</c:v>
                </c:pt>
                <c:pt idx="3776">
                  <c:v>65.946</c:v>
                </c:pt>
                <c:pt idx="3777">
                  <c:v>63.697</c:v>
                </c:pt>
                <c:pt idx="3778">
                  <c:v>70.304</c:v>
                </c:pt>
                <c:pt idx="3779">
                  <c:v>62.355</c:v>
                </c:pt>
                <c:pt idx="3780">
                  <c:v>64.742</c:v>
                </c:pt>
                <c:pt idx="3781">
                  <c:v>94.535</c:v>
                </c:pt>
                <c:pt idx="3782">
                  <c:v>57.255</c:v>
                </c:pt>
                <c:pt idx="3783">
                  <c:v>78.985</c:v>
                </c:pt>
                <c:pt idx="3784">
                  <c:v>53.675</c:v>
                </c:pt>
                <c:pt idx="3785">
                  <c:v>59.765</c:v>
                </c:pt>
                <c:pt idx="3786">
                  <c:v>62.722</c:v>
                </c:pt>
                <c:pt idx="3787">
                  <c:v>50.5</c:v>
                </c:pt>
                <c:pt idx="3788">
                  <c:v>58.919</c:v>
                </c:pt>
                <c:pt idx="3789">
                  <c:v>61.655</c:v>
                </c:pt>
                <c:pt idx="3790">
                  <c:v>68.302</c:v>
                </c:pt>
                <c:pt idx="3791">
                  <c:v>58.404</c:v>
                </c:pt>
                <c:pt idx="3792">
                  <c:v>62.616</c:v>
                </c:pt>
                <c:pt idx="3793">
                  <c:v>62.003</c:v>
                </c:pt>
                <c:pt idx="3794">
                  <c:v>73.308</c:v>
                </c:pt>
                <c:pt idx="3795">
                  <c:v>56.02</c:v>
                </c:pt>
                <c:pt idx="3796">
                  <c:v>55.855</c:v>
                </c:pt>
                <c:pt idx="3797">
                  <c:v>46.335</c:v>
                </c:pt>
                <c:pt idx="3798">
                  <c:v>49.048</c:v>
                </c:pt>
                <c:pt idx="3799">
                  <c:v>68.215</c:v>
                </c:pt>
                <c:pt idx="3800">
                  <c:v>47.44</c:v>
                </c:pt>
                <c:pt idx="3801">
                  <c:v>58.32</c:v>
                </c:pt>
                <c:pt idx="3802">
                  <c:v>54.266</c:v>
                </c:pt>
                <c:pt idx="3803">
                  <c:v>49.791</c:v>
                </c:pt>
                <c:pt idx="3804">
                  <c:v>47.275</c:v>
                </c:pt>
                <c:pt idx="3805">
                  <c:v>41.193</c:v>
                </c:pt>
                <c:pt idx="3806">
                  <c:v>79.559</c:v>
                </c:pt>
                <c:pt idx="3807">
                  <c:v>56.08</c:v>
                </c:pt>
                <c:pt idx="3808">
                  <c:v>43.932</c:v>
                </c:pt>
                <c:pt idx="3809">
                  <c:v>46.104</c:v>
                </c:pt>
                <c:pt idx="3810">
                  <c:v>57.269</c:v>
                </c:pt>
                <c:pt idx="3811">
                  <c:v>58.714</c:v>
                </c:pt>
                <c:pt idx="3812">
                  <c:v>43.48</c:v>
                </c:pt>
                <c:pt idx="3813">
                  <c:v>54.16</c:v>
                </c:pt>
                <c:pt idx="3814">
                  <c:v>51.638</c:v>
                </c:pt>
                <c:pt idx="3815">
                  <c:v>47.862</c:v>
                </c:pt>
                <c:pt idx="3816">
                  <c:v>49.258</c:v>
                </c:pt>
                <c:pt idx="3817">
                  <c:v>57.351</c:v>
                </c:pt>
                <c:pt idx="3818">
                  <c:v>47.726</c:v>
                </c:pt>
                <c:pt idx="3819">
                  <c:v>42.7</c:v>
                </c:pt>
                <c:pt idx="3820">
                  <c:v>41.226</c:v>
                </c:pt>
                <c:pt idx="3821">
                  <c:v>52.278</c:v>
                </c:pt>
                <c:pt idx="3822">
                  <c:v>64.023</c:v>
                </c:pt>
                <c:pt idx="3823">
                  <c:v>48.685</c:v>
                </c:pt>
                <c:pt idx="3824">
                  <c:v>56.897</c:v>
                </c:pt>
                <c:pt idx="3825">
                  <c:v>55.421</c:v>
                </c:pt>
                <c:pt idx="3826">
                  <c:v>51.745</c:v>
                </c:pt>
                <c:pt idx="3827">
                  <c:v>48.339</c:v>
                </c:pt>
                <c:pt idx="3828">
                  <c:v>58.127</c:v>
                </c:pt>
                <c:pt idx="3829">
                  <c:v>49.415</c:v>
                </c:pt>
                <c:pt idx="3830">
                  <c:v>44.503</c:v>
                </c:pt>
                <c:pt idx="3831">
                  <c:v>54.106</c:v>
                </c:pt>
                <c:pt idx="3832">
                  <c:v>30.652</c:v>
                </c:pt>
                <c:pt idx="3833">
                  <c:v>47.422</c:v>
                </c:pt>
                <c:pt idx="3834">
                  <c:v>43.428</c:v>
                </c:pt>
                <c:pt idx="3835">
                  <c:v>39.335</c:v>
                </c:pt>
                <c:pt idx="3836">
                  <c:v>53.908</c:v>
                </c:pt>
                <c:pt idx="3837">
                  <c:v>41.68</c:v>
                </c:pt>
                <c:pt idx="3838">
                  <c:v>54.788</c:v>
                </c:pt>
                <c:pt idx="3839">
                  <c:v>38.245</c:v>
                </c:pt>
                <c:pt idx="3840">
                  <c:v>54.672</c:v>
                </c:pt>
                <c:pt idx="3841">
                  <c:v>39.987</c:v>
                </c:pt>
                <c:pt idx="3842">
                  <c:v>40.364</c:v>
                </c:pt>
                <c:pt idx="3843">
                  <c:v>42.213</c:v>
                </c:pt>
                <c:pt idx="3844">
                  <c:v>33.383</c:v>
                </c:pt>
                <c:pt idx="3845">
                  <c:v>47.791</c:v>
                </c:pt>
                <c:pt idx="3846">
                  <c:v>51.197</c:v>
                </c:pt>
                <c:pt idx="3847">
                  <c:v>47.149</c:v>
                </c:pt>
                <c:pt idx="3848">
                  <c:v>36.529</c:v>
                </c:pt>
                <c:pt idx="3849">
                  <c:v>43.934</c:v>
                </c:pt>
                <c:pt idx="3850">
                  <c:v>42.537</c:v>
                </c:pt>
                <c:pt idx="3851">
                  <c:v>42.59</c:v>
                </c:pt>
                <c:pt idx="3852">
                  <c:v>46.323</c:v>
                </c:pt>
                <c:pt idx="3853">
                  <c:v>42.793</c:v>
                </c:pt>
                <c:pt idx="3854">
                  <c:v>34.131</c:v>
                </c:pt>
                <c:pt idx="3855">
                  <c:v>37.788</c:v>
                </c:pt>
                <c:pt idx="3856">
                  <c:v>35.212</c:v>
                </c:pt>
                <c:pt idx="3857">
                  <c:v>35.066</c:v>
                </c:pt>
                <c:pt idx="3858">
                  <c:v>51.535</c:v>
                </c:pt>
                <c:pt idx="3859">
                  <c:v>45.611</c:v>
                </c:pt>
                <c:pt idx="3860">
                  <c:v>43.884</c:v>
                </c:pt>
                <c:pt idx="3861">
                  <c:v>47.287</c:v>
                </c:pt>
                <c:pt idx="3862">
                  <c:v>37.273</c:v>
                </c:pt>
                <c:pt idx="3863">
                  <c:v>45.552</c:v>
                </c:pt>
                <c:pt idx="3864">
                  <c:v>34.19</c:v>
                </c:pt>
                <c:pt idx="3865">
                  <c:v>42.225</c:v>
                </c:pt>
                <c:pt idx="3866">
                  <c:v>40.804</c:v>
                </c:pt>
                <c:pt idx="3867">
                  <c:v>46.623</c:v>
                </c:pt>
                <c:pt idx="3868">
                  <c:v>42.54</c:v>
                </c:pt>
                <c:pt idx="3869">
                  <c:v>32.955</c:v>
                </c:pt>
                <c:pt idx="3870">
                  <c:v>40.941</c:v>
                </c:pt>
                <c:pt idx="3871">
                  <c:v>39.288</c:v>
                </c:pt>
                <c:pt idx="3872">
                  <c:v>34.113</c:v>
                </c:pt>
                <c:pt idx="3873">
                  <c:v>35.277</c:v>
                </c:pt>
                <c:pt idx="3874">
                  <c:v>37.199</c:v>
                </c:pt>
                <c:pt idx="3875">
                  <c:v>42.003</c:v>
                </c:pt>
                <c:pt idx="3876">
                  <c:v>37.59</c:v>
                </c:pt>
                <c:pt idx="3877">
                  <c:v>29.752</c:v>
                </c:pt>
                <c:pt idx="3878">
                  <c:v>37.745</c:v>
                </c:pt>
                <c:pt idx="3879">
                  <c:v>35.866</c:v>
                </c:pt>
                <c:pt idx="3880">
                  <c:v>34.136</c:v>
                </c:pt>
                <c:pt idx="3881">
                  <c:v>43.155</c:v>
                </c:pt>
                <c:pt idx="3882">
                  <c:v>40.69</c:v>
                </c:pt>
                <c:pt idx="3883">
                  <c:v>40.888</c:v>
                </c:pt>
                <c:pt idx="3884">
                  <c:v>34.836</c:v>
                </c:pt>
                <c:pt idx="3885">
                  <c:v>50.981</c:v>
                </c:pt>
                <c:pt idx="3886">
                  <c:v>34.242</c:v>
                </c:pt>
                <c:pt idx="3887">
                  <c:v>33.044</c:v>
                </c:pt>
                <c:pt idx="3888">
                  <c:v>34.343</c:v>
                </c:pt>
                <c:pt idx="3889">
                  <c:v>34.791</c:v>
                </c:pt>
                <c:pt idx="3890">
                  <c:v>52.283</c:v>
                </c:pt>
                <c:pt idx="3891">
                  <c:v>36.272</c:v>
                </c:pt>
                <c:pt idx="3892">
                  <c:v>37.91</c:v>
                </c:pt>
                <c:pt idx="3893">
                  <c:v>29.458</c:v>
                </c:pt>
                <c:pt idx="3894">
                  <c:v>32.699</c:v>
                </c:pt>
                <c:pt idx="3895">
                  <c:v>46.733</c:v>
                </c:pt>
                <c:pt idx="3896">
                  <c:v>35.008</c:v>
                </c:pt>
                <c:pt idx="3897">
                  <c:v>35.725</c:v>
                </c:pt>
                <c:pt idx="3898">
                  <c:v>33.873</c:v>
                </c:pt>
                <c:pt idx="3899">
                  <c:v>32.693</c:v>
                </c:pt>
                <c:pt idx="3900">
                  <c:v>28.097</c:v>
                </c:pt>
                <c:pt idx="3901">
                  <c:v>26.581</c:v>
                </c:pt>
                <c:pt idx="3902">
                  <c:v>37.827</c:v>
                </c:pt>
                <c:pt idx="3903">
                  <c:v>36.673</c:v>
                </c:pt>
                <c:pt idx="3904">
                  <c:v>27.184</c:v>
                </c:pt>
                <c:pt idx="3905">
                  <c:v>47.026</c:v>
                </c:pt>
                <c:pt idx="3906">
                  <c:v>36.114</c:v>
                </c:pt>
                <c:pt idx="3907">
                  <c:v>35.068</c:v>
                </c:pt>
                <c:pt idx="3908">
                  <c:v>34.017</c:v>
                </c:pt>
                <c:pt idx="3909">
                  <c:v>32.428</c:v>
                </c:pt>
                <c:pt idx="3910">
                  <c:v>40.91</c:v>
                </c:pt>
                <c:pt idx="3911">
                  <c:v>29.129</c:v>
                </c:pt>
                <c:pt idx="3912">
                  <c:v>27.513</c:v>
                </c:pt>
                <c:pt idx="3913">
                  <c:v>39.387</c:v>
                </c:pt>
                <c:pt idx="3914">
                  <c:v>45.239</c:v>
                </c:pt>
                <c:pt idx="3915">
                  <c:v>37.882</c:v>
                </c:pt>
                <c:pt idx="3916">
                  <c:v>32.641</c:v>
                </c:pt>
                <c:pt idx="3917">
                  <c:v>30.55</c:v>
                </c:pt>
                <c:pt idx="3918">
                  <c:v>32.209</c:v>
                </c:pt>
                <c:pt idx="3919">
                  <c:v>31.495</c:v>
                </c:pt>
                <c:pt idx="3920">
                  <c:v>27.433</c:v>
                </c:pt>
                <c:pt idx="3921">
                  <c:v>35.594</c:v>
                </c:pt>
                <c:pt idx="3922">
                  <c:v>32.114</c:v>
                </c:pt>
                <c:pt idx="3923">
                  <c:v>43.168</c:v>
                </c:pt>
                <c:pt idx="3924">
                  <c:v>33.999</c:v>
                </c:pt>
                <c:pt idx="3925">
                  <c:v>35.055</c:v>
                </c:pt>
                <c:pt idx="3926">
                  <c:v>26.883</c:v>
                </c:pt>
                <c:pt idx="3927">
                  <c:v>34.1</c:v>
                </c:pt>
                <c:pt idx="3928">
                  <c:v>28.271</c:v>
                </c:pt>
                <c:pt idx="3929">
                  <c:v>24.88</c:v>
                </c:pt>
                <c:pt idx="3930">
                  <c:v>32.438</c:v>
                </c:pt>
                <c:pt idx="3931">
                  <c:v>41.097</c:v>
                </c:pt>
                <c:pt idx="3932">
                  <c:v>30.183</c:v>
                </c:pt>
                <c:pt idx="3933">
                  <c:v>33.142</c:v>
                </c:pt>
                <c:pt idx="3934">
                  <c:v>30.113</c:v>
                </c:pt>
                <c:pt idx="3935">
                  <c:v>23.997</c:v>
                </c:pt>
                <c:pt idx="3936">
                  <c:v>29.542</c:v>
                </c:pt>
                <c:pt idx="3937">
                  <c:v>29.718</c:v>
                </c:pt>
                <c:pt idx="3938">
                  <c:v>29.776</c:v>
                </c:pt>
                <c:pt idx="3939">
                  <c:v>31.721</c:v>
                </c:pt>
                <c:pt idx="3940">
                  <c:v>30.669</c:v>
                </c:pt>
                <c:pt idx="3941">
                  <c:v>25.739</c:v>
                </c:pt>
                <c:pt idx="3942">
                  <c:v>33.367</c:v>
                </c:pt>
                <c:pt idx="3943">
                  <c:v>23.983</c:v>
                </c:pt>
                <c:pt idx="3944">
                  <c:v>28.808</c:v>
                </c:pt>
                <c:pt idx="3945">
                  <c:v>27.154</c:v>
                </c:pt>
                <c:pt idx="3946">
                  <c:v>30.415</c:v>
                </c:pt>
                <c:pt idx="3947">
                  <c:v>27.558</c:v>
                </c:pt>
                <c:pt idx="3948">
                  <c:v>26.672</c:v>
                </c:pt>
                <c:pt idx="3949">
                  <c:v>28.684</c:v>
                </c:pt>
                <c:pt idx="3950">
                  <c:v>25.774</c:v>
                </c:pt>
                <c:pt idx="3951">
                  <c:v>38.657</c:v>
                </c:pt>
                <c:pt idx="3952">
                  <c:v>24.599</c:v>
                </c:pt>
                <c:pt idx="3953">
                  <c:v>27.75</c:v>
                </c:pt>
                <c:pt idx="3954">
                  <c:v>22.188</c:v>
                </c:pt>
                <c:pt idx="3955">
                  <c:v>30.408</c:v>
                </c:pt>
                <c:pt idx="3956">
                  <c:v>16.209</c:v>
                </c:pt>
                <c:pt idx="3957">
                  <c:v>26.583</c:v>
                </c:pt>
                <c:pt idx="3958">
                  <c:v>22.366</c:v>
                </c:pt>
                <c:pt idx="3959">
                  <c:v>23.388</c:v>
                </c:pt>
                <c:pt idx="3960">
                  <c:v>25.22</c:v>
                </c:pt>
                <c:pt idx="3961">
                  <c:v>26.895</c:v>
                </c:pt>
                <c:pt idx="3962">
                  <c:v>28.173</c:v>
                </c:pt>
                <c:pt idx="3963">
                  <c:v>27.53</c:v>
                </c:pt>
                <c:pt idx="3964">
                  <c:v>29.348</c:v>
                </c:pt>
                <c:pt idx="3965">
                  <c:v>21.95</c:v>
                </c:pt>
                <c:pt idx="3966">
                  <c:v>18.533</c:v>
                </c:pt>
                <c:pt idx="3967">
                  <c:v>23.917</c:v>
                </c:pt>
                <c:pt idx="3968">
                  <c:v>30.579</c:v>
                </c:pt>
                <c:pt idx="3969">
                  <c:v>22.595</c:v>
                </c:pt>
                <c:pt idx="3970">
                  <c:v>28.285</c:v>
                </c:pt>
                <c:pt idx="3971">
                  <c:v>24.586</c:v>
                </c:pt>
                <c:pt idx="3972">
                  <c:v>21.259</c:v>
                </c:pt>
                <c:pt idx="3973">
                  <c:v>32.472</c:v>
                </c:pt>
                <c:pt idx="3974">
                  <c:v>19.295</c:v>
                </c:pt>
                <c:pt idx="3975">
                  <c:v>26.799</c:v>
                </c:pt>
                <c:pt idx="3976">
                  <c:v>27.382</c:v>
                </c:pt>
                <c:pt idx="3977">
                  <c:v>18.113</c:v>
                </c:pt>
                <c:pt idx="3978">
                  <c:v>20.593</c:v>
                </c:pt>
                <c:pt idx="3979">
                  <c:v>14.62</c:v>
                </c:pt>
                <c:pt idx="3980">
                  <c:v>493.045</c:v>
                </c:pt>
                <c:pt idx="3981">
                  <c:v>545.024</c:v>
                </c:pt>
                <c:pt idx="3982">
                  <c:v>548.904</c:v>
                </c:pt>
                <c:pt idx="3983">
                  <c:v>288.814</c:v>
                </c:pt>
                <c:pt idx="3984">
                  <c:v>362.153</c:v>
                </c:pt>
                <c:pt idx="3985">
                  <c:v>247.639</c:v>
                </c:pt>
                <c:pt idx="3986">
                  <c:v>191.521</c:v>
                </c:pt>
                <c:pt idx="3987">
                  <c:v>181.634</c:v>
                </c:pt>
                <c:pt idx="3988">
                  <c:v>153.68</c:v>
                </c:pt>
                <c:pt idx="3989">
                  <c:v>154.709</c:v>
                </c:pt>
                <c:pt idx="3990">
                  <c:v>136.66</c:v>
                </c:pt>
                <c:pt idx="3991">
                  <c:v>125.733</c:v>
                </c:pt>
                <c:pt idx="3992">
                  <c:v>151.628</c:v>
                </c:pt>
                <c:pt idx="3993">
                  <c:v>104.148</c:v>
                </c:pt>
                <c:pt idx="3994">
                  <c:v>159.635</c:v>
                </c:pt>
                <c:pt idx="3995">
                  <c:v>131.853</c:v>
                </c:pt>
                <c:pt idx="3996">
                  <c:v>138.757</c:v>
                </c:pt>
                <c:pt idx="3997">
                  <c:v>109.493</c:v>
                </c:pt>
                <c:pt idx="3998">
                  <c:v>90.192</c:v>
                </c:pt>
                <c:pt idx="3999">
                  <c:v>105.246</c:v>
                </c:pt>
                <c:pt idx="4000">
                  <c:v>74.798</c:v>
                </c:pt>
                <c:pt idx="4001">
                  <c:v>61.21</c:v>
                </c:pt>
                <c:pt idx="4002">
                  <c:v>69.823</c:v>
                </c:pt>
                <c:pt idx="4003">
                  <c:v>52.513</c:v>
                </c:pt>
                <c:pt idx="4004">
                  <c:v>50.903</c:v>
                </c:pt>
              </c:numCache>
            </c:numRef>
          </c:xVal>
          <c:yVal>
            <c:numRef>
              <c:f>'Chart Data'!$D$2:$D$4006</c:f>
              <c:numCache>
                <c:formatCode>#,##0</c:formatCode>
                <c:ptCount val="4005"/>
                <c:pt idx="0">
                  <c:v>8.241</c:v>
                </c:pt>
                <c:pt idx="1">
                  <c:v>7.035</c:v>
                </c:pt>
                <c:pt idx="2">
                  <c:v>7.8</c:v>
                </c:pt>
                <c:pt idx="3">
                  <c:v>8.103</c:v>
                </c:pt>
                <c:pt idx="4">
                  <c:v>8.621</c:v>
                </c:pt>
                <c:pt idx="5">
                  <c:v>8</c:v>
                </c:pt>
                <c:pt idx="6">
                  <c:v>7.8</c:v>
                </c:pt>
                <c:pt idx="7">
                  <c:v>6.3</c:v>
                </c:pt>
                <c:pt idx="8">
                  <c:v>7</c:v>
                </c:pt>
                <c:pt idx="9">
                  <c:v>8.014</c:v>
                </c:pt>
                <c:pt idx="10">
                  <c:v>6.8</c:v>
                </c:pt>
                <c:pt idx="11">
                  <c:v>7.319</c:v>
                </c:pt>
                <c:pt idx="12">
                  <c:v>8.5</c:v>
                </c:pt>
                <c:pt idx="13">
                  <c:v>8.1</c:v>
                </c:pt>
                <c:pt idx="14">
                  <c:v>7.5</c:v>
                </c:pt>
                <c:pt idx="15">
                  <c:v>7.812</c:v>
                </c:pt>
                <c:pt idx="16">
                  <c:v>6.9</c:v>
                </c:pt>
                <c:pt idx="17">
                  <c:v>7.7</c:v>
                </c:pt>
                <c:pt idx="18">
                  <c:v>8.1</c:v>
                </c:pt>
                <c:pt idx="19">
                  <c:v>7.3</c:v>
                </c:pt>
                <c:pt idx="20">
                  <c:v>6.2</c:v>
                </c:pt>
                <c:pt idx="21">
                  <c:v>7</c:v>
                </c:pt>
                <c:pt idx="22">
                  <c:v>8.514</c:v>
                </c:pt>
                <c:pt idx="23">
                  <c:v>6.2</c:v>
                </c:pt>
                <c:pt idx="24">
                  <c:v>8.4</c:v>
                </c:pt>
                <c:pt idx="25">
                  <c:v>8.2</c:v>
                </c:pt>
                <c:pt idx="26">
                  <c:v>7.891</c:v>
                </c:pt>
                <c:pt idx="27">
                  <c:v>6.989</c:v>
                </c:pt>
                <c:pt idx="28">
                  <c:v>7.1</c:v>
                </c:pt>
                <c:pt idx="29">
                  <c:v>7.1</c:v>
                </c:pt>
                <c:pt idx="30">
                  <c:v>6.8</c:v>
                </c:pt>
                <c:pt idx="31">
                  <c:v>7.4</c:v>
                </c:pt>
                <c:pt idx="32">
                  <c:v>8.2</c:v>
                </c:pt>
                <c:pt idx="33">
                  <c:v>6.7</c:v>
                </c:pt>
                <c:pt idx="34">
                  <c:v>8.079</c:v>
                </c:pt>
                <c:pt idx="35">
                  <c:v>7.943</c:v>
                </c:pt>
                <c:pt idx="36">
                  <c:v>7.9</c:v>
                </c:pt>
                <c:pt idx="37">
                  <c:v>6.8</c:v>
                </c:pt>
                <c:pt idx="38">
                  <c:v>7.044</c:v>
                </c:pt>
                <c:pt idx="39">
                  <c:v>8.2</c:v>
                </c:pt>
                <c:pt idx="40">
                  <c:v>7.2</c:v>
                </c:pt>
                <c:pt idx="41">
                  <c:v>7.387</c:v>
                </c:pt>
                <c:pt idx="42">
                  <c:v>7.419</c:v>
                </c:pt>
                <c:pt idx="43">
                  <c:v>7.7</c:v>
                </c:pt>
                <c:pt idx="44">
                  <c:v>7.6</c:v>
                </c:pt>
                <c:pt idx="45">
                  <c:v>8.1</c:v>
                </c:pt>
                <c:pt idx="46">
                  <c:v>7.7</c:v>
                </c:pt>
                <c:pt idx="47">
                  <c:v>6.5</c:v>
                </c:pt>
                <c:pt idx="48">
                  <c:v>7.5</c:v>
                </c:pt>
                <c:pt idx="49">
                  <c:v>7.524</c:v>
                </c:pt>
                <c:pt idx="50">
                  <c:v>7.2</c:v>
                </c:pt>
                <c:pt idx="51">
                  <c:v>8.161</c:v>
                </c:pt>
                <c:pt idx="52">
                  <c:v>7.7</c:v>
                </c:pt>
                <c:pt idx="53">
                  <c:v>7.5</c:v>
                </c:pt>
                <c:pt idx="54">
                  <c:v>6.9</c:v>
                </c:pt>
                <c:pt idx="55">
                  <c:v>7.6</c:v>
                </c:pt>
                <c:pt idx="56">
                  <c:v>6.8</c:v>
                </c:pt>
                <c:pt idx="57">
                  <c:v>8</c:v>
                </c:pt>
                <c:pt idx="58">
                  <c:v>7.9</c:v>
                </c:pt>
                <c:pt idx="59">
                  <c:v>7.994</c:v>
                </c:pt>
                <c:pt idx="60">
                  <c:v>8.1</c:v>
                </c:pt>
                <c:pt idx="61">
                  <c:v>7.32</c:v>
                </c:pt>
                <c:pt idx="62">
                  <c:v>8</c:v>
                </c:pt>
                <c:pt idx="63">
                  <c:v>8</c:v>
                </c:pt>
                <c:pt idx="64">
                  <c:v>6.9</c:v>
                </c:pt>
                <c:pt idx="65">
                  <c:v>8</c:v>
                </c:pt>
                <c:pt idx="66">
                  <c:v>7.5</c:v>
                </c:pt>
                <c:pt idx="67">
                  <c:v>5.7</c:v>
                </c:pt>
                <c:pt idx="68">
                  <c:v>8.2</c:v>
                </c:pt>
                <c:pt idx="69">
                  <c:v>8.093</c:v>
                </c:pt>
                <c:pt idx="70">
                  <c:v>7.9</c:v>
                </c:pt>
                <c:pt idx="71">
                  <c:v>7</c:v>
                </c:pt>
                <c:pt idx="72">
                  <c:v>7.7</c:v>
                </c:pt>
                <c:pt idx="73">
                  <c:v>7.7</c:v>
                </c:pt>
                <c:pt idx="74">
                  <c:v>7.8</c:v>
                </c:pt>
                <c:pt idx="75">
                  <c:v>7.6</c:v>
                </c:pt>
                <c:pt idx="76">
                  <c:v>6.7</c:v>
                </c:pt>
                <c:pt idx="77">
                  <c:v>7.7</c:v>
                </c:pt>
                <c:pt idx="78">
                  <c:v>8.5</c:v>
                </c:pt>
                <c:pt idx="79">
                  <c:v>7.6</c:v>
                </c:pt>
                <c:pt idx="80">
                  <c:v>8.1</c:v>
                </c:pt>
                <c:pt idx="81">
                  <c:v>7.861</c:v>
                </c:pt>
                <c:pt idx="82">
                  <c:v>8</c:v>
                </c:pt>
                <c:pt idx="83">
                  <c:v>8</c:v>
                </c:pt>
                <c:pt idx="84">
                  <c:v>8.3</c:v>
                </c:pt>
                <c:pt idx="85">
                  <c:v>6.9</c:v>
                </c:pt>
                <c:pt idx="86">
                  <c:v>7.695</c:v>
                </c:pt>
                <c:pt idx="87">
                  <c:v>6.2</c:v>
                </c:pt>
                <c:pt idx="88">
                  <c:v>7.772</c:v>
                </c:pt>
                <c:pt idx="89">
                  <c:v>6.5</c:v>
                </c:pt>
                <c:pt idx="90">
                  <c:v>7.603</c:v>
                </c:pt>
                <c:pt idx="91">
                  <c:v>7.2</c:v>
                </c:pt>
                <c:pt idx="92">
                  <c:v>7.5</c:v>
                </c:pt>
                <c:pt idx="93">
                  <c:v>7.4</c:v>
                </c:pt>
                <c:pt idx="94">
                  <c:v>7.7</c:v>
                </c:pt>
                <c:pt idx="95">
                  <c:v>7.78</c:v>
                </c:pt>
                <c:pt idx="96">
                  <c:v>7</c:v>
                </c:pt>
                <c:pt idx="97">
                  <c:v>8.2</c:v>
                </c:pt>
                <c:pt idx="98">
                  <c:v>7.4</c:v>
                </c:pt>
                <c:pt idx="99">
                  <c:v>7.8</c:v>
                </c:pt>
                <c:pt idx="100">
                  <c:v>7.1</c:v>
                </c:pt>
                <c:pt idx="101">
                  <c:v>8.2</c:v>
                </c:pt>
                <c:pt idx="102">
                  <c:v>7.6</c:v>
                </c:pt>
                <c:pt idx="103">
                  <c:v>7.5</c:v>
                </c:pt>
                <c:pt idx="104">
                  <c:v>7.9</c:v>
                </c:pt>
                <c:pt idx="105">
                  <c:v>7.1</c:v>
                </c:pt>
                <c:pt idx="106">
                  <c:v>7.8</c:v>
                </c:pt>
                <c:pt idx="107">
                  <c:v>8.002</c:v>
                </c:pt>
                <c:pt idx="108">
                  <c:v>6.8</c:v>
                </c:pt>
                <c:pt idx="109">
                  <c:v>8.237</c:v>
                </c:pt>
                <c:pt idx="110">
                  <c:v>6</c:v>
                </c:pt>
                <c:pt idx="111">
                  <c:v>8</c:v>
                </c:pt>
                <c:pt idx="112">
                  <c:v>8</c:v>
                </c:pt>
                <c:pt idx="113">
                  <c:v>6.8</c:v>
                </c:pt>
                <c:pt idx="114">
                  <c:v>6.8</c:v>
                </c:pt>
                <c:pt idx="115">
                  <c:v>7.3</c:v>
                </c:pt>
                <c:pt idx="116">
                  <c:v>4.659</c:v>
                </c:pt>
                <c:pt idx="117">
                  <c:v>6.9</c:v>
                </c:pt>
                <c:pt idx="118">
                  <c:v>7.9</c:v>
                </c:pt>
                <c:pt idx="119">
                  <c:v>8.5</c:v>
                </c:pt>
                <c:pt idx="120">
                  <c:v>6.3</c:v>
                </c:pt>
                <c:pt idx="121">
                  <c:v>7.8</c:v>
                </c:pt>
                <c:pt idx="122">
                  <c:v>7.4</c:v>
                </c:pt>
                <c:pt idx="123">
                  <c:v>7.2</c:v>
                </c:pt>
                <c:pt idx="124">
                  <c:v>7</c:v>
                </c:pt>
                <c:pt idx="125">
                  <c:v>8.083</c:v>
                </c:pt>
                <c:pt idx="126">
                  <c:v>5.7</c:v>
                </c:pt>
                <c:pt idx="127">
                  <c:v>6.4</c:v>
                </c:pt>
                <c:pt idx="128">
                  <c:v>6.5</c:v>
                </c:pt>
                <c:pt idx="129">
                  <c:v>7.7</c:v>
                </c:pt>
                <c:pt idx="130">
                  <c:v>7.4</c:v>
                </c:pt>
                <c:pt idx="131">
                  <c:v>8.2</c:v>
                </c:pt>
                <c:pt idx="132">
                  <c:v>6.779</c:v>
                </c:pt>
                <c:pt idx="133">
                  <c:v>7.856</c:v>
                </c:pt>
                <c:pt idx="134">
                  <c:v>7.1</c:v>
                </c:pt>
                <c:pt idx="135">
                  <c:v>6.5</c:v>
                </c:pt>
                <c:pt idx="136">
                  <c:v>7.1</c:v>
                </c:pt>
                <c:pt idx="137">
                  <c:v>8.2</c:v>
                </c:pt>
                <c:pt idx="138">
                  <c:v>8.1</c:v>
                </c:pt>
                <c:pt idx="139">
                  <c:v>5.3</c:v>
                </c:pt>
                <c:pt idx="140">
                  <c:v>6.7</c:v>
                </c:pt>
                <c:pt idx="141">
                  <c:v>7.789</c:v>
                </c:pt>
                <c:pt idx="142">
                  <c:v>6.8</c:v>
                </c:pt>
                <c:pt idx="143">
                  <c:v>7.5</c:v>
                </c:pt>
                <c:pt idx="144">
                  <c:v>7.4</c:v>
                </c:pt>
                <c:pt idx="145">
                  <c:v>6.4</c:v>
                </c:pt>
                <c:pt idx="146">
                  <c:v>7.1</c:v>
                </c:pt>
                <c:pt idx="147">
                  <c:v>7.9</c:v>
                </c:pt>
                <c:pt idx="148">
                  <c:v>7.1</c:v>
                </c:pt>
                <c:pt idx="149">
                  <c:v>7.3</c:v>
                </c:pt>
                <c:pt idx="150">
                  <c:v>6.5</c:v>
                </c:pt>
                <c:pt idx="151">
                  <c:v>7.1</c:v>
                </c:pt>
                <c:pt idx="152">
                  <c:v>7.3</c:v>
                </c:pt>
                <c:pt idx="153">
                  <c:v>7.2</c:v>
                </c:pt>
                <c:pt idx="154">
                  <c:v>8.444</c:v>
                </c:pt>
                <c:pt idx="155">
                  <c:v>8.102</c:v>
                </c:pt>
                <c:pt idx="156">
                  <c:v>8</c:v>
                </c:pt>
                <c:pt idx="157">
                  <c:v>8.4</c:v>
                </c:pt>
                <c:pt idx="158">
                  <c:v>6.79</c:v>
                </c:pt>
                <c:pt idx="159">
                  <c:v>7.4</c:v>
                </c:pt>
                <c:pt idx="160">
                  <c:v>7.2</c:v>
                </c:pt>
                <c:pt idx="161">
                  <c:v>8.1</c:v>
                </c:pt>
                <c:pt idx="162">
                  <c:v>8.346</c:v>
                </c:pt>
                <c:pt idx="163">
                  <c:v>6.157</c:v>
                </c:pt>
                <c:pt idx="164">
                  <c:v>7.2</c:v>
                </c:pt>
                <c:pt idx="165">
                  <c:v>7.699</c:v>
                </c:pt>
                <c:pt idx="166">
                  <c:v>6.983</c:v>
                </c:pt>
                <c:pt idx="167">
                  <c:v>7.5</c:v>
                </c:pt>
                <c:pt idx="168">
                  <c:v>7.6</c:v>
                </c:pt>
                <c:pt idx="169">
                  <c:v>6.5</c:v>
                </c:pt>
                <c:pt idx="170">
                  <c:v>6.828</c:v>
                </c:pt>
                <c:pt idx="171">
                  <c:v>7.106</c:v>
                </c:pt>
                <c:pt idx="172">
                  <c:v>7.8</c:v>
                </c:pt>
                <c:pt idx="173">
                  <c:v>7.745</c:v>
                </c:pt>
                <c:pt idx="174">
                  <c:v>8.1</c:v>
                </c:pt>
                <c:pt idx="175">
                  <c:v>7.6</c:v>
                </c:pt>
                <c:pt idx="176">
                  <c:v>7.786</c:v>
                </c:pt>
                <c:pt idx="177">
                  <c:v>6.8</c:v>
                </c:pt>
                <c:pt idx="178">
                  <c:v>7.4</c:v>
                </c:pt>
                <c:pt idx="179">
                  <c:v>7.2</c:v>
                </c:pt>
                <c:pt idx="180">
                  <c:v>7.6</c:v>
                </c:pt>
                <c:pt idx="181">
                  <c:v>8.5</c:v>
                </c:pt>
                <c:pt idx="182">
                  <c:v>8.2</c:v>
                </c:pt>
                <c:pt idx="183">
                  <c:v>8.2</c:v>
                </c:pt>
                <c:pt idx="184">
                  <c:v>8.5</c:v>
                </c:pt>
                <c:pt idx="185">
                  <c:v>7.83</c:v>
                </c:pt>
                <c:pt idx="186">
                  <c:v>6.9</c:v>
                </c:pt>
                <c:pt idx="187">
                  <c:v>7.5</c:v>
                </c:pt>
                <c:pt idx="188">
                  <c:v>8.479</c:v>
                </c:pt>
                <c:pt idx="189">
                  <c:v>7.4</c:v>
                </c:pt>
                <c:pt idx="190">
                  <c:v>5.9</c:v>
                </c:pt>
                <c:pt idx="191">
                  <c:v>7.2</c:v>
                </c:pt>
                <c:pt idx="192">
                  <c:v>8.261</c:v>
                </c:pt>
                <c:pt idx="193">
                  <c:v>8.6</c:v>
                </c:pt>
                <c:pt idx="194">
                  <c:v>7.2</c:v>
                </c:pt>
                <c:pt idx="195">
                  <c:v>7.7</c:v>
                </c:pt>
                <c:pt idx="196">
                  <c:v>6.5</c:v>
                </c:pt>
                <c:pt idx="197">
                  <c:v>8.1</c:v>
                </c:pt>
                <c:pt idx="198">
                  <c:v>8.287</c:v>
                </c:pt>
                <c:pt idx="199">
                  <c:v>7.9</c:v>
                </c:pt>
                <c:pt idx="200">
                  <c:v>7.4</c:v>
                </c:pt>
                <c:pt idx="201">
                  <c:v>7.6</c:v>
                </c:pt>
                <c:pt idx="202">
                  <c:v>7.264</c:v>
                </c:pt>
                <c:pt idx="203">
                  <c:v>8.5</c:v>
                </c:pt>
                <c:pt idx="204">
                  <c:v>8.2</c:v>
                </c:pt>
                <c:pt idx="205">
                  <c:v>7.1</c:v>
                </c:pt>
                <c:pt idx="206">
                  <c:v>7.4</c:v>
                </c:pt>
                <c:pt idx="207">
                  <c:v>8.084</c:v>
                </c:pt>
                <c:pt idx="208">
                  <c:v>7.6</c:v>
                </c:pt>
                <c:pt idx="209">
                  <c:v>6.1</c:v>
                </c:pt>
                <c:pt idx="210">
                  <c:v>8.1</c:v>
                </c:pt>
                <c:pt idx="211">
                  <c:v>7.3</c:v>
                </c:pt>
                <c:pt idx="212">
                  <c:v>7.1</c:v>
                </c:pt>
                <c:pt idx="213">
                  <c:v>7.8</c:v>
                </c:pt>
                <c:pt idx="214">
                  <c:v>7.6</c:v>
                </c:pt>
                <c:pt idx="215">
                  <c:v>7.3</c:v>
                </c:pt>
                <c:pt idx="216">
                  <c:v>7.6</c:v>
                </c:pt>
                <c:pt idx="217">
                  <c:v>8.022</c:v>
                </c:pt>
                <c:pt idx="218">
                  <c:v>8.2</c:v>
                </c:pt>
                <c:pt idx="219">
                  <c:v>7.3</c:v>
                </c:pt>
                <c:pt idx="220">
                  <c:v>7.537</c:v>
                </c:pt>
                <c:pt idx="221">
                  <c:v>7.4</c:v>
                </c:pt>
                <c:pt idx="222">
                  <c:v>7.9</c:v>
                </c:pt>
                <c:pt idx="223">
                  <c:v>8.1</c:v>
                </c:pt>
                <c:pt idx="224">
                  <c:v>7.4</c:v>
                </c:pt>
                <c:pt idx="225">
                  <c:v>7.895</c:v>
                </c:pt>
                <c:pt idx="226">
                  <c:v>8</c:v>
                </c:pt>
                <c:pt idx="227">
                  <c:v>7.5</c:v>
                </c:pt>
                <c:pt idx="228">
                  <c:v>6.413</c:v>
                </c:pt>
                <c:pt idx="229">
                  <c:v>7.3</c:v>
                </c:pt>
                <c:pt idx="230">
                  <c:v>7</c:v>
                </c:pt>
                <c:pt idx="231">
                  <c:v>7.2</c:v>
                </c:pt>
                <c:pt idx="232">
                  <c:v>7.9</c:v>
                </c:pt>
                <c:pt idx="233">
                  <c:v>6.7</c:v>
                </c:pt>
                <c:pt idx="234">
                  <c:v>7.679</c:v>
                </c:pt>
                <c:pt idx="235">
                  <c:v>6.9</c:v>
                </c:pt>
                <c:pt idx="236">
                  <c:v>6.7</c:v>
                </c:pt>
                <c:pt idx="237">
                  <c:v>6.364</c:v>
                </c:pt>
                <c:pt idx="238">
                  <c:v>8.1</c:v>
                </c:pt>
                <c:pt idx="239">
                  <c:v>8.1</c:v>
                </c:pt>
                <c:pt idx="240">
                  <c:v>7.1</c:v>
                </c:pt>
                <c:pt idx="241">
                  <c:v>7.1</c:v>
                </c:pt>
                <c:pt idx="242">
                  <c:v>7.6</c:v>
                </c:pt>
                <c:pt idx="243">
                  <c:v>8.036</c:v>
                </c:pt>
                <c:pt idx="244">
                  <c:v>6.8</c:v>
                </c:pt>
                <c:pt idx="245">
                  <c:v>7.7</c:v>
                </c:pt>
                <c:pt idx="246">
                  <c:v>8.3</c:v>
                </c:pt>
                <c:pt idx="247">
                  <c:v>8.1</c:v>
                </c:pt>
                <c:pt idx="248">
                  <c:v>7.1</c:v>
                </c:pt>
                <c:pt idx="249">
                  <c:v>7.528</c:v>
                </c:pt>
                <c:pt idx="250">
                  <c:v>8.9</c:v>
                </c:pt>
                <c:pt idx="251">
                  <c:v>7.2</c:v>
                </c:pt>
                <c:pt idx="252">
                  <c:v>7.3</c:v>
                </c:pt>
                <c:pt idx="253">
                  <c:v>7.4</c:v>
                </c:pt>
                <c:pt idx="254">
                  <c:v>7.3</c:v>
                </c:pt>
                <c:pt idx="255">
                  <c:v>7.6</c:v>
                </c:pt>
                <c:pt idx="256">
                  <c:v>6.9</c:v>
                </c:pt>
                <c:pt idx="257">
                  <c:v>7.1</c:v>
                </c:pt>
                <c:pt idx="258">
                  <c:v>7.8</c:v>
                </c:pt>
                <c:pt idx="259">
                  <c:v>7</c:v>
                </c:pt>
                <c:pt idx="260">
                  <c:v>7.7</c:v>
                </c:pt>
                <c:pt idx="261">
                  <c:v>7.8</c:v>
                </c:pt>
                <c:pt idx="262">
                  <c:v>7.1</c:v>
                </c:pt>
                <c:pt idx="263">
                  <c:v>7.848</c:v>
                </c:pt>
                <c:pt idx="264">
                  <c:v>6.918</c:v>
                </c:pt>
                <c:pt idx="265">
                  <c:v>8.42</c:v>
                </c:pt>
                <c:pt idx="266">
                  <c:v>7.4</c:v>
                </c:pt>
                <c:pt idx="267">
                  <c:v>8.3</c:v>
                </c:pt>
                <c:pt idx="268">
                  <c:v>7.813</c:v>
                </c:pt>
                <c:pt idx="269">
                  <c:v>8.1</c:v>
                </c:pt>
                <c:pt idx="270">
                  <c:v>6.7</c:v>
                </c:pt>
                <c:pt idx="271">
                  <c:v>7.5</c:v>
                </c:pt>
                <c:pt idx="272">
                  <c:v>6.731</c:v>
                </c:pt>
                <c:pt idx="273">
                  <c:v>6.9</c:v>
                </c:pt>
                <c:pt idx="274">
                  <c:v>7</c:v>
                </c:pt>
                <c:pt idx="275">
                  <c:v>7.4</c:v>
                </c:pt>
                <c:pt idx="276">
                  <c:v>7.3</c:v>
                </c:pt>
                <c:pt idx="277">
                  <c:v>4.8</c:v>
                </c:pt>
                <c:pt idx="278">
                  <c:v>7.6</c:v>
                </c:pt>
                <c:pt idx="279">
                  <c:v>7.1</c:v>
                </c:pt>
                <c:pt idx="280">
                  <c:v>6.4</c:v>
                </c:pt>
                <c:pt idx="281">
                  <c:v>7.8</c:v>
                </c:pt>
                <c:pt idx="282">
                  <c:v>7.7</c:v>
                </c:pt>
                <c:pt idx="283">
                  <c:v>7.924</c:v>
                </c:pt>
                <c:pt idx="284">
                  <c:v>8.4</c:v>
                </c:pt>
                <c:pt idx="285">
                  <c:v>6.5</c:v>
                </c:pt>
                <c:pt idx="286">
                  <c:v>7.4</c:v>
                </c:pt>
                <c:pt idx="287">
                  <c:v>7.3</c:v>
                </c:pt>
                <c:pt idx="288">
                  <c:v>8.013</c:v>
                </c:pt>
                <c:pt idx="289">
                  <c:v>8.1</c:v>
                </c:pt>
                <c:pt idx="290">
                  <c:v>8.05</c:v>
                </c:pt>
                <c:pt idx="291">
                  <c:v>7.3</c:v>
                </c:pt>
                <c:pt idx="292">
                  <c:v>7.3</c:v>
                </c:pt>
                <c:pt idx="293">
                  <c:v>8.241</c:v>
                </c:pt>
                <c:pt idx="294">
                  <c:v>7.9</c:v>
                </c:pt>
                <c:pt idx="295">
                  <c:v>6.2</c:v>
                </c:pt>
                <c:pt idx="296">
                  <c:v>7.074</c:v>
                </c:pt>
                <c:pt idx="297">
                  <c:v>7.2</c:v>
                </c:pt>
                <c:pt idx="298">
                  <c:v>7.7</c:v>
                </c:pt>
                <c:pt idx="299">
                  <c:v>7.588</c:v>
                </c:pt>
                <c:pt idx="300">
                  <c:v>7</c:v>
                </c:pt>
                <c:pt idx="301">
                  <c:v>7.543</c:v>
                </c:pt>
                <c:pt idx="302">
                  <c:v>8.1</c:v>
                </c:pt>
                <c:pt idx="303">
                  <c:v>7.7</c:v>
                </c:pt>
                <c:pt idx="304">
                  <c:v>6.038</c:v>
                </c:pt>
                <c:pt idx="305">
                  <c:v>6.8</c:v>
                </c:pt>
                <c:pt idx="306">
                  <c:v>7.548</c:v>
                </c:pt>
                <c:pt idx="307">
                  <c:v>7.1</c:v>
                </c:pt>
                <c:pt idx="308">
                  <c:v>4.9</c:v>
                </c:pt>
                <c:pt idx="309">
                  <c:v>7.6</c:v>
                </c:pt>
                <c:pt idx="310">
                  <c:v>8.2</c:v>
                </c:pt>
                <c:pt idx="311">
                  <c:v>6.5</c:v>
                </c:pt>
                <c:pt idx="312">
                  <c:v>6.338</c:v>
                </c:pt>
                <c:pt idx="313">
                  <c:v>8.3</c:v>
                </c:pt>
                <c:pt idx="314">
                  <c:v>7.587</c:v>
                </c:pt>
                <c:pt idx="315">
                  <c:v>8.5</c:v>
                </c:pt>
                <c:pt idx="316">
                  <c:v>7.3</c:v>
                </c:pt>
                <c:pt idx="317">
                  <c:v>7.9</c:v>
                </c:pt>
                <c:pt idx="318">
                  <c:v>8.2</c:v>
                </c:pt>
                <c:pt idx="319">
                  <c:v>5.106</c:v>
                </c:pt>
                <c:pt idx="320">
                  <c:v>7.3</c:v>
                </c:pt>
                <c:pt idx="321">
                  <c:v>7</c:v>
                </c:pt>
                <c:pt idx="322">
                  <c:v>7.4</c:v>
                </c:pt>
                <c:pt idx="323">
                  <c:v>6.8</c:v>
                </c:pt>
                <c:pt idx="324">
                  <c:v>6.4</c:v>
                </c:pt>
                <c:pt idx="325">
                  <c:v>7.6</c:v>
                </c:pt>
                <c:pt idx="326">
                  <c:v>7.5</c:v>
                </c:pt>
                <c:pt idx="327">
                  <c:v>8.1</c:v>
                </c:pt>
                <c:pt idx="328">
                  <c:v>7.2</c:v>
                </c:pt>
                <c:pt idx="329">
                  <c:v>7.9</c:v>
                </c:pt>
                <c:pt idx="330">
                  <c:v>6.6</c:v>
                </c:pt>
                <c:pt idx="331">
                  <c:v>7</c:v>
                </c:pt>
                <c:pt idx="332">
                  <c:v>6.5</c:v>
                </c:pt>
                <c:pt idx="333">
                  <c:v>7.544</c:v>
                </c:pt>
                <c:pt idx="334">
                  <c:v>6.3</c:v>
                </c:pt>
                <c:pt idx="335">
                  <c:v>7.2</c:v>
                </c:pt>
                <c:pt idx="336">
                  <c:v>7.3</c:v>
                </c:pt>
                <c:pt idx="337">
                  <c:v>7.4</c:v>
                </c:pt>
                <c:pt idx="338">
                  <c:v>5.929</c:v>
                </c:pt>
                <c:pt idx="339">
                  <c:v>7.7</c:v>
                </c:pt>
                <c:pt idx="340">
                  <c:v>7.2</c:v>
                </c:pt>
                <c:pt idx="341">
                  <c:v>8.316</c:v>
                </c:pt>
                <c:pt idx="342">
                  <c:v>6.6</c:v>
                </c:pt>
                <c:pt idx="343">
                  <c:v>5.961</c:v>
                </c:pt>
                <c:pt idx="344">
                  <c:v>7.3</c:v>
                </c:pt>
                <c:pt idx="345">
                  <c:v>7.8</c:v>
                </c:pt>
                <c:pt idx="346">
                  <c:v>7</c:v>
                </c:pt>
                <c:pt idx="347">
                  <c:v>7.128</c:v>
                </c:pt>
                <c:pt idx="348">
                  <c:v>6.8</c:v>
                </c:pt>
                <c:pt idx="349">
                  <c:v>7.8</c:v>
                </c:pt>
                <c:pt idx="350">
                  <c:v>7.2</c:v>
                </c:pt>
                <c:pt idx="351">
                  <c:v>8.093</c:v>
                </c:pt>
                <c:pt idx="352">
                  <c:v>8</c:v>
                </c:pt>
                <c:pt idx="353">
                  <c:v>7</c:v>
                </c:pt>
                <c:pt idx="354">
                  <c:v>7.8</c:v>
                </c:pt>
                <c:pt idx="355">
                  <c:v>7.6</c:v>
                </c:pt>
                <c:pt idx="356">
                  <c:v>7.4</c:v>
                </c:pt>
                <c:pt idx="357">
                  <c:v>7.9</c:v>
                </c:pt>
                <c:pt idx="358">
                  <c:v>6.1</c:v>
                </c:pt>
                <c:pt idx="359">
                  <c:v>6.1</c:v>
                </c:pt>
                <c:pt idx="360">
                  <c:v>7.153</c:v>
                </c:pt>
                <c:pt idx="361">
                  <c:v>8.3</c:v>
                </c:pt>
                <c:pt idx="362">
                  <c:v>7.629</c:v>
                </c:pt>
                <c:pt idx="363">
                  <c:v>7.029</c:v>
                </c:pt>
                <c:pt idx="364">
                  <c:v>8.2</c:v>
                </c:pt>
                <c:pt idx="365">
                  <c:v>6.8</c:v>
                </c:pt>
                <c:pt idx="366">
                  <c:v>7.8</c:v>
                </c:pt>
                <c:pt idx="367">
                  <c:v>8.4</c:v>
                </c:pt>
                <c:pt idx="368">
                  <c:v>8.1</c:v>
                </c:pt>
                <c:pt idx="369">
                  <c:v>6.8</c:v>
                </c:pt>
                <c:pt idx="370">
                  <c:v>7.9</c:v>
                </c:pt>
                <c:pt idx="371">
                  <c:v>8.1</c:v>
                </c:pt>
                <c:pt idx="372">
                  <c:v>7.625</c:v>
                </c:pt>
                <c:pt idx="373">
                  <c:v>7.695</c:v>
                </c:pt>
                <c:pt idx="374">
                  <c:v>6.8</c:v>
                </c:pt>
                <c:pt idx="375">
                  <c:v>6.8</c:v>
                </c:pt>
                <c:pt idx="376">
                  <c:v>7.8</c:v>
                </c:pt>
                <c:pt idx="377">
                  <c:v>7.5</c:v>
                </c:pt>
                <c:pt idx="378">
                  <c:v>7.602</c:v>
                </c:pt>
                <c:pt idx="379">
                  <c:v>8.6</c:v>
                </c:pt>
                <c:pt idx="380">
                  <c:v>7.214</c:v>
                </c:pt>
                <c:pt idx="381">
                  <c:v>8.6</c:v>
                </c:pt>
                <c:pt idx="382">
                  <c:v>7.144</c:v>
                </c:pt>
                <c:pt idx="383">
                  <c:v>8.6</c:v>
                </c:pt>
                <c:pt idx="384">
                  <c:v>6.2</c:v>
                </c:pt>
                <c:pt idx="385">
                  <c:v>8.5</c:v>
                </c:pt>
                <c:pt idx="386">
                  <c:v>6.3</c:v>
                </c:pt>
                <c:pt idx="387">
                  <c:v>8.2</c:v>
                </c:pt>
                <c:pt idx="388">
                  <c:v>7.6</c:v>
                </c:pt>
                <c:pt idx="389">
                  <c:v>7.4</c:v>
                </c:pt>
                <c:pt idx="390">
                  <c:v>7.4</c:v>
                </c:pt>
                <c:pt idx="391">
                  <c:v>7.9</c:v>
                </c:pt>
                <c:pt idx="392">
                  <c:v>7.2</c:v>
                </c:pt>
                <c:pt idx="393">
                  <c:v>8.2</c:v>
                </c:pt>
                <c:pt idx="394">
                  <c:v>8.313</c:v>
                </c:pt>
                <c:pt idx="395">
                  <c:v>8.1</c:v>
                </c:pt>
                <c:pt idx="396">
                  <c:v>7.4</c:v>
                </c:pt>
                <c:pt idx="397">
                  <c:v>7.914</c:v>
                </c:pt>
                <c:pt idx="398">
                  <c:v>7.4</c:v>
                </c:pt>
                <c:pt idx="399">
                  <c:v>7.9</c:v>
                </c:pt>
                <c:pt idx="400">
                  <c:v>7.796</c:v>
                </c:pt>
                <c:pt idx="401">
                  <c:v>6.804</c:v>
                </c:pt>
                <c:pt idx="402">
                  <c:v>7.8</c:v>
                </c:pt>
                <c:pt idx="403">
                  <c:v>6.1</c:v>
                </c:pt>
                <c:pt idx="404">
                  <c:v>6.1</c:v>
                </c:pt>
                <c:pt idx="405">
                  <c:v>7.4</c:v>
                </c:pt>
                <c:pt idx="406">
                  <c:v>7.6</c:v>
                </c:pt>
                <c:pt idx="407">
                  <c:v>8.185</c:v>
                </c:pt>
                <c:pt idx="408">
                  <c:v>6.1</c:v>
                </c:pt>
                <c:pt idx="409">
                  <c:v>8.3</c:v>
                </c:pt>
                <c:pt idx="410">
                  <c:v>6.9</c:v>
                </c:pt>
                <c:pt idx="411">
                  <c:v>7.661</c:v>
                </c:pt>
                <c:pt idx="412">
                  <c:v>7.4</c:v>
                </c:pt>
                <c:pt idx="413">
                  <c:v>7.1</c:v>
                </c:pt>
                <c:pt idx="414">
                  <c:v>7.5</c:v>
                </c:pt>
                <c:pt idx="415">
                  <c:v>7.5</c:v>
                </c:pt>
                <c:pt idx="416">
                  <c:v>6.951</c:v>
                </c:pt>
                <c:pt idx="417">
                  <c:v>7.9</c:v>
                </c:pt>
                <c:pt idx="418">
                  <c:v>7.4</c:v>
                </c:pt>
                <c:pt idx="419">
                  <c:v>7</c:v>
                </c:pt>
                <c:pt idx="420">
                  <c:v>7.8</c:v>
                </c:pt>
                <c:pt idx="421">
                  <c:v>8.3</c:v>
                </c:pt>
                <c:pt idx="422">
                  <c:v>8.355</c:v>
                </c:pt>
                <c:pt idx="423">
                  <c:v>7.4</c:v>
                </c:pt>
                <c:pt idx="424">
                  <c:v>8.2</c:v>
                </c:pt>
                <c:pt idx="425">
                  <c:v>6.5</c:v>
                </c:pt>
                <c:pt idx="426">
                  <c:v>6.549</c:v>
                </c:pt>
                <c:pt idx="427">
                  <c:v>6.3</c:v>
                </c:pt>
                <c:pt idx="428">
                  <c:v>7.6</c:v>
                </c:pt>
                <c:pt idx="429">
                  <c:v>7.567</c:v>
                </c:pt>
                <c:pt idx="430">
                  <c:v>8.648</c:v>
                </c:pt>
                <c:pt idx="431">
                  <c:v>7.465</c:v>
                </c:pt>
                <c:pt idx="432">
                  <c:v>8.1</c:v>
                </c:pt>
                <c:pt idx="433">
                  <c:v>8.1</c:v>
                </c:pt>
                <c:pt idx="434">
                  <c:v>7.5</c:v>
                </c:pt>
                <c:pt idx="435">
                  <c:v>7.7</c:v>
                </c:pt>
                <c:pt idx="436">
                  <c:v>6.308</c:v>
                </c:pt>
                <c:pt idx="437">
                  <c:v>7.4</c:v>
                </c:pt>
                <c:pt idx="438">
                  <c:v>7.257</c:v>
                </c:pt>
                <c:pt idx="439">
                  <c:v>7.3</c:v>
                </c:pt>
                <c:pt idx="440">
                  <c:v>7.64</c:v>
                </c:pt>
                <c:pt idx="441">
                  <c:v>6.8</c:v>
                </c:pt>
                <c:pt idx="442">
                  <c:v>7.701</c:v>
                </c:pt>
                <c:pt idx="443">
                  <c:v>6</c:v>
                </c:pt>
                <c:pt idx="444">
                  <c:v>7.4</c:v>
                </c:pt>
                <c:pt idx="445">
                  <c:v>7</c:v>
                </c:pt>
                <c:pt idx="446">
                  <c:v>8.5</c:v>
                </c:pt>
                <c:pt idx="447">
                  <c:v>7.3</c:v>
                </c:pt>
                <c:pt idx="448">
                  <c:v>8</c:v>
                </c:pt>
                <c:pt idx="449">
                  <c:v>6.2</c:v>
                </c:pt>
                <c:pt idx="450">
                  <c:v>7.4</c:v>
                </c:pt>
                <c:pt idx="451">
                  <c:v>6</c:v>
                </c:pt>
                <c:pt idx="452">
                  <c:v>7.7</c:v>
                </c:pt>
                <c:pt idx="453">
                  <c:v>8.489</c:v>
                </c:pt>
                <c:pt idx="454">
                  <c:v>7.7</c:v>
                </c:pt>
                <c:pt idx="455">
                  <c:v>8.1</c:v>
                </c:pt>
                <c:pt idx="456">
                  <c:v>7.2</c:v>
                </c:pt>
                <c:pt idx="457">
                  <c:v>6.553</c:v>
                </c:pt>
                <c:pt idx="458">
                  <c:v>6.7</c:v>
                </c:pt>
                <c:pt idx="459">
                  <c:v>8.4</c:v>
                </c:pt>
                <c:pt idx="460">
                  <c:v>6.4</c:v>
                </c:pt>
                <c:pt idx="461">
                  <c:v>6.9</c:v>
                </c:pt>
                <c:pt idx="462">
                  <c:v>8.2</c:v>
                </c:pt>
                <c:pt idx="463">
                  <c:v>6.6</c:v>
                </c:pt>
                <c:pt idx="464">
                  <c:v>7</c:v>
                </c:pt>
                <c:pt idx="465">
                  <c:v>6.5</c:v>
                </c:pt>
                <c:pt idx="466">
                  <c:v>7.9</c:v>
                </c:pt>
                <c:pt idx="467">
                  <c:v>6.1</c:v>
                </c:pt>
                <c:pt idx="468">
                  <c:v>7.3</c:v>
                </c:pt>
                <c:pt idx="469">
                  <c:v>7.9</c:v>
                </c:pt>
                <c:pt idx="470">
                  <c:v>6.3</c:v>
                </c:pt>
                <c:pt idx="471">
                  <c:v>7.6</c:v>
                </c:pt>
                <c:pt idx="472">
                  <c:v>7.2</c:v>
                </c:pt>
                <c:pt idx="473">
                  <c:v>6.7</c:v>
                </c:pt>
                <c:pt idx="474">
                  <c:v>7.674</c:v>
                </c:pt>
                <c:pt idx="475">
                  <c:v>6.7</c:v>
                </c:pt>
                <c:pt idx="476">
                  <c:v>7.4</c:v>
                </c:pt>
                <c:pt idx="477">
                  <c:v>7.5</c:v>
                </c:pt>
                <c:pt idx="478">
                  <c:v>8.029</c:v>
                </c:pt>
                <c:pt idx="479">
                  <c:v>7.7</c:v>
                </c:pt>
                <c:pt idx="480">
                  <c:v>8.4</c:v>
                </c:pt>
                <c:pt idx="481">
                  <c:v>6.8</c:v>
                </c:pt>
                <c:pt idx="482">
                  <c:v>6.5</c:v>
                </c:pt>
                <c:pt idx="483">
                  <c:v>6.57</c:v>
                </c:pt>
                <c:pt idx="484">
                  <c:v>5.952</c:v>
                </c:pt>
                <c:pt idx="485">
                  <c:v>6.2</c:v>
                </c:pt>
                <c:pt idx="486">
                  <c:v>7.3</c:v>
                </c:pt>
                <c:pt idx="487">
                  <c:v>7.6</c:v>
                </c:pt>
                <c:pt idx="488">
                  <c:v>7.275</c:v>
                </c:pt>
                <c:pt idx="489">
                  <c:v>6.7</c:v>
                </c:pt>
                <c:pt idx="490">
                  <c:v>6.7</c:v>
                </c:pt>
                <c:pt idx="491">
                  <c:v>7</c:v>
                </c:pt>
                <c:pt idx="492">
                  <c:v>6.3</c:v>
                </c:pt>
                <c:pt idx="493">
                  <c:v>7.9</c:v>
                </c:pt>
                <c:pt idx="494">
                  <c:v>7.2</c:v>
                </c:pt>
                <c:pt idx="495">
                  <c:v>7</c:v>
                </c:pt>
                <c:pt idx="496">
                  <c:v>7.9</c:v>
                </c:pt>
                <c:pt idx="497">
                  <c:v>6.927</c:v>
                </c:pt>
                <c:pt idx="498">
                  <c:v>3.1</c:v>
                </c:pt>
                <c:pt idx="499">
                  <c:v>6.7</c:v>
                </c:pt>
                <c:pt idx="500">
                  <c:v>7.544</c:v>
                </c:pt>
                <c:pt idx="501">
                  <c:v>8</c:v>
                </c:pt>
                <c:pt idx="502">
                  <c:v>7.074</c:v>
                </c:pt>
                <c:pt idx="503">
                  <c:v>6.42</c:v>
                </c:pt>
                <c:pt idx="504">
                  <c:v>7.1</c:v>
                </c:pt>
                <c:pt idx="505">
                  <c:v>7.9</c:v>
                </c:pt>
                <c:pt idx="506">
                  <c:v>7</c:v>
                </c:pt>
                <c:pt idx="507">
                  <c:v>8</c:v>
                </c:pt>
                <c:pt idx="508">
                  <c:v>7.9</c:v>
                </c:pt>
                <c:pt idx="509">
                  <c:v>7.848</c:v>
                </c:pt>
                <c:pt idx="510">
                  <c:v>6.121</c:v>
                </c:pt>
                <c:pt idx="511">
                  <c:v>6.117</c:v>
                </c:pt>
                <c:pt idx="512">
                  <c:v>7.8</c:v>
                </c:pt>
                <c:pt idx="513">
                  <c:v>7.3</c:v>
                </c:pt>
                <c:pt idx="514">
                  <c:v>7.232</c:v>
                </c:pt>
                <c:pt idx="515">
                  <c:v>7.512</c:v>
                </c:pt>
                <c:pt idx="516">
                  <c:v>7.7</c:v>
                </c:pt>
                <c:pt idx="517">
                  <c:v>6.7</c:v>
                </c:pt>
                <c:pt idx="518">
                  <c:v>7.8</c:v>
                </c:pt>
                <c:pt idx="519">
                  <c:v>6.8</c:v>
                </c:pt>
                <c:pt idx="520">
                  <c:v>6.4</c:v>
                </c:pt>
                <c:pt idx="521">
                  <c:v>7.5</c:v>
                </c:pt>
                <c:pt idx="522">
                  <c:v>7.5</c:v>
                </c:pt>
                <c:pt idx="523">
                  <c:v>7.5</c:v>
                </c:pt>
                <c:pt idx="524">
                  <c:v>6.7</c:v>
                </c:pt>
                <c:pt idx="525">
                  <c:v>7.56</c:v>
                </c:pt>
                <c:pt idx="526">
                  <c:v>6.2</c:v>
                </c:pt>
                <c:pt idx="527">
                  <c:v>7.9</c:v>
                </c:pt>
                <c:pt idx="528">
                  <c:v>7.005</c:v>
                </c:pt>
                <c:pt idx="529">
                  <c:v>6.911</c:v>
                </c:pt>
                <c:pt idx="530">
                  <c:v>7.1</c:v>
                </c:pt>
                <c:pt idx="531">
                  <c:v>7.5</c:v>
                </c:pt>
                <c:pt idx="532">
                  <c:v>6.455</c:v>
                </c:pt>
                <c:pt idx="533">
                  <c:v>8.2</c:v>
                </c:pt>
                <c:pt idx="534">
                  <c:v>7</c:v>
                </c:pt>
                <c:pt idx="535">
                  <c:v>6.4</c:v>
                </c:pt>
                <c:pt idx="536">
                  <c:v>6.175</c:v>
                </c:pt>
                <c:pt idx="537">
                  <c:v>7.724</c:v>
                </c:pt>
                <c:pt idx="538">
                  <c:v>7.1</c:v>
                </c:pt>
                <c:pt idx="539">
                  <c:v>7.7</c:v>
                </c:pt>
                <c:pt idx="540">
                  <c:v>8</c:v>
                </c:pt>
                <c:pt idx="541">
                  <c:v>7.976</c:v>
                </c:pt>
                <c:pt idx="542">
                  <c:v>6.2</c:v>
                </c:pt>
                <c:pt idx="543">
                  <c:v>7.4</c:v>
                </c:pt>
                <c:pt idx="544">
                  <c:v>6.6</c:v>
                </c:pt>
                <c:pt idx="545">
                  <c:v>7.096</c:v>
                </c:pt>
                <c:pt idx="546">
                  <c:v>7.1</c:v>
                </c:pt>
                <c:pt idx="547">
                  <c:v>7.3</c:v>
                </c:pt>
                <c:pt idx="548">
                  <c:v>6.589</c:v>
                </c:pt>
                <c:pt idx="549">
                  <c:v>8.7</c:v>
                </c:pt>
                <c:pt idx="550">
                  <c:v>6.6</c:v>
                </c:pt>
                <c:pt idx="551">
                  <c:v>7.9</c:v>
                </c:pt>
                <c:pt idx="552">
                  <c:v>7.628</c:v>
                </c:pt>
                <c:pt idx="553">
                  <c:v>8.096</c:v>
                </c:pt>
                <c:pt idx="554">
                  <c:v>7.008</c:v>
                </c:pt>
                <c:pt idx="555">
                  <c:v>7.2</c:v>
                </c:pt>
                <c:pt idx="556">
                  <c:v>8.2</c:v>
                </c:pt>
                <c:pt idx="557">
                  <c:v>8.5</c:v>
                </c:pt>
                <c:pt idx="558">
                  <c:v>7.5</c:v>
                </c:pt>
                <c:pt idx="559">
                  <c:v>7.5</c:v>
                </c:pt>
                <c:pt idx="560">
                  <c:v>7.7</c:v>
                </c:pt>
                <c:pt idx="561">
                  <c:v>8.4</c:v>
                </c:pt>
                <c:pt idx="562">
                  <c:v>8.4</c:v>
                </c:pt>
                <c:pt idx="563">
                  <c:v>7.7</c:v>
                </c:pt>
                <c:pt idx="564">
                  <c:v>7.3</c:v>
                </c:pt>
                <c:pt idx="565">
                  <c:v>7.7</c:v>
                </c:pt>
                <c:pt idx="566">
                  <c:v>8.2</c:v>
                </c:pt>
                <c:pt idx="567">
                  <c:v>8</c:v>
                </c:pt>
                <c:pt idx="568">
                  <c:v>7.7</c:v>
                </c:pt>
                <c:pt idx="569">
                  <c:v>8.596</c:v>
                </c:pt>
                <c:pt idx="570">
                  <c:v>7.7</c:v>
                </c:pt>
                <c:pt idx="571">
                  <c:v>7.8</c:v>
                </c:pt>
                <c:pt idx="572">
                  <c:v>7.067</c:v>
                </c:pt>
                <c:pt idx="573">
                  <c:v>7.5</c:v>
                </c:pt>
                <c:pt idx="574">
                  <c:v>7.2</c:v>
                </c:pt>
                <c:pt idx="575">
                  <c:v>7.162</c:v>
                </c:pt>
                <c:pt idx="576">
                  <c:v>6.4</c:v>
                </c:pt>
                <c:pt idx="577">
                  <c:v>8.4</c:v>
                </c:pt>
                <c:pt idx="578">
                  <c:v>7.401</c:v>
                </c:pt>
                <c:pt idx="579">
                  <c:v>8.7</c:v>
                </c:pt>
                <c:pt idx="580">
                  <c:v>7.71</c:v>
                </c:pt>
                <c:pt idx="581">
                  <c:v>7.4</c:v>
                </c:pt>
                <c:pt idx="582">
                  <c:v>7.6</c:v>
                </c:pt>
                <c:pt idx="583">
                  <c:v>8.2</c:v>
                </c:pt>
                <c:pt idx="584">
                  <c:v>8.1</c:v>
                </c:pt>
                <c:pt idx="585">
                  <c:v>7.5</c:v>
                </c:pt>
                <c:pt idx="586">
                  <c:v>7.2</c:v>
                </c:pt>
                <c:pt idx="587">
                  <c:v>5.7</c:v>
                </c:pt>
                <c:pt idx="588">
                  <c:v>7.3</c:v>
                </c:pt>
                <c:pt idx="589">
                  <c:v>8.1</c:v>
                </c:pt>
                <c:pt idx="590">
                  <c:v>6.7</c:v>
                </c:pt>
                <c:pt idx="591">
                  <c:v>7</c:v>
                </c:pt>
                <c:pt idx="592">
                  <c:v>7.6</c:v>
                </c:pt>
                <c:pt idx="593">
                  <c:v>5.3</c:v>
                </c:pt>
                <c:pt idx="594">
                  <c:v>8.015</c:v>
                </c:pt>
                <c:pt idx="595">
                  <c:v>8.026</c:v>
                </c:pt>
                <c:pt idx="596">
                  <c:v>7.4</c:v>
                </c:pt>
                <c:pt idx="597">
                  <c:v>7.5</c:v>
                </c:pt>
                <c:pt idx="598">
                  <c:v>7.5</c:v>
                </c:pt>
                <c:pt idx="599">
                  <c:v>4.4</c:v>
                </c:pt>
                <c:pt idx="600">
                  <c:v>8.1</c:v>
                </c:pt>
                <c:pt idx="601">
                  <c:v>7.9</c:v>
                </c:pt>
                <c:pt idx="602">
                  <c:v>7.5</c:v>
                </c:pt>
                <c:pt idx="603">
                  <c:v>7.9</c:v>
                </c:pt>
                <c:pt idx="604">
                  <c:v>7.6</c:v>
                </c:pt>
                <c:pt idx="605">
                  <c:v>7.048</c:v>
                </c:pt>
                <c:pt idx="606">
                  <c:v>7.8</c:v>
                </c:pt>
                <c:pt idx="607">
                  <c:v>6.8</c:v>
                </c:pt>
                <c:pt idx="608">
                  <c:v>8.1</c:v>
                </c:pt>
                <c:pt idx="609">
                  <c:v>7.6</c:v>
                </c:pt>
                <c:pt idx="610">
                  <c:v>6.7</c:v>
                </c:pt>
                <c:pt idx="611">
                  <c:v>7.6</c:v>
                </c:pt>
                <c:pt idx="612">
                  <c:v>6.3</c:v>
                </c:pt>
                <c:pt idx="613">
                  <c:v>7</c:v>
                </c:pt>
                <c:pt idx="614">
                  <c:v>8.069</c:v>
                </c:pt>
                <c:pt idx="615">
                  <c:v>7.6</c:v>
                </c:pt>
                <c:pt idx="616">
                  <c:v>6.9</c:v>
                </c:pt>
                <c:pt idx="617">
                  <c:v>7.8</c:v>
                </c:pt>
                <c:pt idx="618">
                  <c:v>5.2</c:v>
                </c:pt>
                <c:pt idx="619">
                  <c:v>7.8</c:v>
                </c:pt>
                <c:pt idx="620">
                  <c:v>6</c:v>
                </c:pt>
                <c:pt idx="621">
                  <c:v>7.4</c:v>
                </c:pt>
                <c:pt idx="622">
                  <c:v>7.271</c:v>
                </c:pt>
                <c:pt idx="623">
                  <c:v>7.8</c:v>
                </c:pt>
                <c:pt idx="624">
                  <c:v>7.136</c:v>
                </c:pt>
                <c:pt idx="625">
                  <c:v>8.3</c:v>
                </c:pt>
                <c:pt idx="626">
                  <c:v>6.851</c:v>
                </c:pt>
                <c:pt idx="627">
                  <c:v>7.7</c:v>
                </c:pt>
                <c:pt idx="628">
                  <c:v>7.7</c:v>
                </c:pt>
                <c:pt idx="629">
                  <c:v>7.9</c:v>
                </c:pt>
                <c:pt idx="630">
                  <c:v>8.308</c:v>
                </c:pt>
                <c:pt idx="631">
                  <c:v>6.8</c:v>
                </c:pt>
                <c:pt idx="632">
                  <c:v>8.5</c:v>
                </c:pt>
                <c:pt idx="633">
                  <c:v>8.04</c:v>
                </c:pt>
                <c:pt idx="634">
                  <c:v>7.3</c:v>
                </c:pt>
                <c:pt idx="635">
                  <c:v>7.542</c:v>
                </c:pt>
                <c:pt idx="636">
                  <c:v>6.758</c:v>
                </c:pt>
                <c:pt idx="637">
                  <c:v>6.035</c:v>
                </c:pt>
                <c:pt idx="638">
                  <c:v>7.9</c:v>
                </c:pt>
                <c:pt idx="639">
                  <c:v>5.3</c:v>
                </c:pt>
                <c:pt idx="640">
                  <c:v>7.815</c:v>
                </c:pt>
                <c:pt idx="641">
                  <c:v>6.979</c:v>
                </c:pt>
                <c:pt idx="642">
                  <c:v>7.4</c:v>
                </c:pt>
                <c:pt idx="643">
                  <c:v>6.9</c:v>
                </c:pt>
                <c:pt idx="644">
                  <c:v>7.2</c:v>
                </c:pt>
                <c:pt idx="645">
                  <c:v>6.6</c:v>
                </c:pt>
                <c:pt idx="646">
                  <c:v>7.3</c:v>
                </c:pt>
                <c:pt idx="647">
                  <c:v>8.2</c:v>
                </c:pt>
                <c:pt idx="648">
                  <c:v>7.3</c:v>
                </c:pt>
                <c:pt idx="649">
                  <c:v>7.3</c:v>
                </c:pt>
                <c:pt idx="650">
                  <c:v>6.8</c:v>
                </c:pt>
                <c:pt idx="651">
                  <c:v>7.8</c:v>
                </c:pt>
                <c:pt idx="652">
                  <c:v>8.1</c:v>
                </c:pt>
                <c:pt idx="653">
                  <c:v>8</c:v>
                </c:pt>
                <c:pt idx="654">
                  <c:v>7.624</c:v>
                </c:pt>
                <c:pt idx="655">
                  <c:v>7.2</c:v>
                </c:pt>
                <c:pt idx="656">
                  <c:v>8</c:v>
                </c:pt>
                <c:pt idx="657">
                  <c:v>7.1</c:v>
                </c:pt>
                <c:pt idx="658">
                  <c:v>8.198</c:v>
                </c:pt>
                <c:pt idx="659">
                  <c:v>7.661</c:v>
                </c:pt>
                <c:pt idx="660">
                  <c:v>7.5</c:v>
                </c:pt>
                <c:pt idx="661">
                  <c:v>7.586</c:v>
                </c:pt>
                <c:pt idx="662">
                  <c:v>7.1</c:v>
                </c:pt>
                <c:pt idx="663">
                  <c:v>7.9</c:v>
                </c:pt>
                <c:pt idx="664">
                  <c:v>7.8</c:v>
                </c:pt>
                <c:pt idx="665">
                  <c:v>7.4</c:v>
                </c:pt>
                <c:pt idx="666">
                  <c:v>7.2</c:v>
                </c:pt>
                <c:pt idx="667">
                  <c:v>8</c:v>
                </c:pt>
                <c:pt idx="668">
                  <c:v>7.7</c:v>
                </c:pt>
                <c:pt idx="669">
                  <c:v>7.073</c:v>
                </c:pt>
                <c:pt idx="670">
                  <c:v>7.736</c:v>
                </c:pt>
                <c:pt idx="671">
                  <c:v>8.172</c:v>
                </c:pt>
                <c:pt idx="672">
                  <c:v>7.76</c:v>
                </c:pt>
                <c:pt idx="673">
                  <c:v>6.417</c:v>
                </c:pt>
                <c:pt idx="674">
                  <c:v>6.6</c:v>
                </c:pt>
                <c:pt idx="675">
                  <c:v>8.1</c:v>
                </c:pt>
                <c:pt idx="676">
                  <c:v>7.1</c:v>
                </c:pt>
                <c:pt idx="677">
                  <c:v>8.215</c:v>
                </c:pt>
                <c:pt idx="678">
                  <c:v>6.6</c:v>
                </c:pt>
                <c:pt idx="679">
                  <c:v>7.051</c:v>
                </c:pt>
                <c:pt idx="680">
                  <c:v>7.2</c:v>
                </c:pt>
                <c:pt idx="681">
                  <c:v>6.5</c:v>
                </c:pt>
                <c:pt idx="682">
                  <c:v>7.483</c:v>
                </c:pt>
                <c:pt idx="683">
                  <c:v>8.546</c:v>
                </c:pt>
                <c:pt idx="684">
                  <c:v>6.941</c:v>
                </c:pt>
                <c:pt idx="685">
                  <c:v>8.2</c:v>
                </c:pt>
                <c:pt idx="686">
                  <c:v>7.775</c:v>
                </c:pt>
                <c:pt idx="687">
                  <c:v>7.2</c:v>
                </c:pt>
                <c:pt idx="688">
                  <c:v>5.7</c:v>
                </c:pt>
                <c:pt idx="689">
                  <c:v>7.236</c:v>
                </c:pt>
                <c:pt idx="690">
                  <c:v>7.7</c:v>
                </c:pt>
                <c:pt idx="691">
                  <c:v>6.964</c:v>
                </c:pt>
                <c:pt idx="692">
                  <c:v>7.4</c:v>
                </c:pt>
                <c:pt idx="693">
                  <c:v>7.3</c:v>
                </c:pt>
                <c:pt idx="694">
                  <c:v>6.7</c:v>
                </c:pt>
                <c:pt idx="695">
                  <c:v>6.4</c:v>
                </c:pt>
                <c:pt idx="696">
                  <c:v>7.8</c:v>
                </c:pt>
                <c:pt idx="697">
                  <c:v>7.104</c:v>
                </c:pt>
                <c:pt idx="698">
                  <c:v>8</c:v>
                </c:pt>
                <c:pt idx="699">
                  <c:v>7.8</c:v>
                </c:pt>
                <c:pt idx="700">
                  <c:v>7.3</c:v>
                </c:pt>
                <c:pt idx="701">
                  <c:v>7.3</c:v>
                </c:pt>
                <c:pt idx="702">
                  <c:v>7.354</c:v>
                </c:pt>
                <c:pt idx="703">
                  <c:v>7.257</c:v>
                </c:pt>
                <c:pt idx="704">
                  <c:v>6.895</c:v>
                </c:pt>
                <c:pt idx="705">
                  <c:v>6</c:v>
                </c:pt>
                <c:pt idx="706">
                  <c:v>7.2</c:v>
                </c:pt>
                <c:pt idx="707">
                  <c:v>7.6</c:v>
                </c:pt>
                <c:pt idx="708">
                  <c:v>7.7</c:v>
                </c:pt>
                <c:pt idx="709">
                  <c:v>7.268</c:v>
                </c:pt>
                <c:pt idx="710">
                  <c:v>6.1</c:v>
                </c:pt>
                <c:pt idx="711">
                  <c:v>7.3</c:v>
                </c:pt>
                <c:pt idx="712">
                  <c:v>7.6</c:v>
                </c:pt>
                <c:pt idx="713">
                  <c:v>7.2</c:v>
                </c:pt>
                <c:pt idx="714">
                  <c:v>7.3</c:v>
                </c:pt>
                <c:pt idx="715">
                  <c:v>8.1</c:v>
                </c:pt>
                <c:pt idx="716">
                  <c:v>7.5</c:v>
                </c:pt>
                <c:pt idx="717">
                  <c:v>8.2</c:v>
                </c:pt>
                <c:pt idx="718">
                  <c:v>6.4</c:v>
                </c:pt>
                <c:pt idx="719">
                  <c:v>5.9</c:v>
                </c:pt>
                <c:pt idx="720">
                  <c:v>7.6</c:v>
                </c:pt>
                <c:pt idx="721">
                  <c:v>8.2</c:v>
                </c:pt>
                <c:pt idx="722">
                  <c:v>7.4</c:v>
                </c:pt>
                <c:pt idx="723">
                  <c:v>6.9</c:v>
                </c:pt>
                <c:pt idx="724">
                  <c:v>8.3</c:v>
                </c:pt>
                <c:pt idx="725">
                  <c:v>7.1</c:v>
                </c:pt>
                <c:pt idx="726">
                  <c:v>7.7</c:v>
                </c:pt>
                <c:pt idx="727">
                  <c:v>7.1</c:v>
                </c:pt>
                <c:pt idx="728">
                  <c:v>7.175</c:v>
                </c:pt>
                <c:pt idx="729">
                  <c:v>5.871</c:v>
                </c:pt>
                <c:pt idx="730">
                  <c:v>7.3</c:v>
                </c:pt>
                <c:pt idx="731">
                  <c:v>7.11</c:v>
                </c:pt>
                <c:pt idx="732">
                  <c:v>7.5</c:v>
                </c:pt>
                <c:pt idx="733">
                  <c:v>7.374</c:v>
                </c:pt>
                <c:pt idx="734">
                  <c:v>6</c:v>
                </c:pt>
                <c:pt idx="735">
                  <c:v>7.5</c:v>
                </c:pt>
                <c:pt idx="736">
                  <c:v>8.3</c:v>
                </c:pt>
                <c:pt idx="737">
                  <c:v>7</c:v>
                </c:pt>
                <c:pt idx="738">
                  <c:v>6</c:v>
                </c:pt>
                <c:pt idx="739">
                  <c:v>8</c:v>
                </c:pt>
                <c:pt idx="740">
                  <c:v>7.6</c:v>
                </c:pt>
                <c:pt idx="741">
                  <c:v>7.4</c:v>
                </c:pt>
                <c:pt idx="742">
                  <c:v>8.2</c:v>
                </c:pt>
                <c:pt idx="743">
                  <c:v>7.417</c:v>
                </c:pt>
                <c:pt idx="744">
                  <c:v>7.6</c:v>
                </c:pt>
                <c:pt idx="745">
                  <c:v>6.7</c:v>
                </c:pt>
                <c:pt idx="746">
                  <c:v>6.6</c:v>
                </c:pt>
                <c:pt idx="747">
                  <c:v>7.9</c:v>
                </c:pt>
                <c:pt idx="748">
                  <c:v>6.9</c:v>
                </c:pt>
                <c:pt idx="749">
                  <c:v>6.4</c:v>
                </c:pt>
                <c:pt idx="750">
                  <c:v>7.6</c:v>
                </c:pt>
                <c:pt idx="751">
                  <c:v>7.7</c:v>
                </c:pt>
                <c:pt idx="752">
                  <c:v>6.5</c:v>
                </c:pt>
                <c:pt idx="753">
                  <c:v>6.279</c:v>
                </c:pt>
                <c:pt idx="754">
                  <c:v>7.7</c:v>
                </c:pt>
                <c:pt idx="755">
                  <c:v>5.4</c:v>
                </c:pt>
                <c:pt idx="756">
                  <c:v>5.8</c:v>
                </c:pt>
                <c:pt idx="757">
                  <c:v>5.529</c:v>
                </c:pt>
                <c:pt idx="758">
                  <c:v>8.6</c:v>
                </c:pt>
                <c:pt idx="759">
                  <c:v>7.6</c:v>
                </c:pt>
                <c:pt idx="760">
                  <c:v>6.8</c:v>
                </c:pt>
                <c:pt idx="761">
                  <c:v>7.3</c:v>
                </c:pt>
                <c:pt idx="762">
                  <c:v>6.9</c:v>
                </c:pt>
                <c:pt idx="763">
                  <c:v>8.1</c:v>
                </c:pt>
                <c:pt idx="764">
                  <c:v>6.7</c:v>
                </c:pt>
                <c:pt idx="765">
                  <c:v>5.8</c:v>
                </c:pt>
                <c:pt idx="766">
                  <c:v>5.4</c:v>
                </c:pt>
                <c:pt idx="767">
                  <c:v>7.9</c:v>
                </c:pt>
                <c:pt idx="768">
                  <c:v>8.417</c:v>
                </c:pt>
                <c:pt idx="769">
                  <c:v>7.776</c:v>
                </c:pt>
                <c:pt idx="770">
                  <c:v>8.3</c:v>
                </c:pt>
                <c:pt idx="771">
                  <c:v>7.2</c:v>
                </c:pt>
                <c:pt idx="772">
                  <c:v>7.8</c:v>
                </c:pt>
                <c:pt idx="773">
                  <c:v>7.9</c:v>
                </c:pt>
                <c:pt idx="774">
                  <c:v>7.3</c:v>
                </c:pt>
                <c:pt idx="775">
                  <c:v>8.3</c:v>
                </c:pt>
                <c:pt idx="776">
                  <c:v>7.4</c:v>
                </c:pt>
                <c:pt idx="777">
                  <c:v>8.3</c:v>
                </c:pt>
                <c:pt idx="778">
                  <c:v>7.591</c:v>
                </c:pt>
                <c:pt idx="779">
                  <c:v>8.2</c:v>
                </c:pt>
                <c:pt idx="780">
                  <c:v>8.221</c:v>
                </c:pt>
                <c:pt idx="781">
                  <c:v>7.2</c:v>
                </c:pt>
                <c:pt idx="782">
                  <c:v>7.2</c:v>
                </c:pt>
                <c:pt idx="783">
                  <c:v>7.9</c:v>
                </c:pt>
                <c:pt idx="784">
                  <c:v>7.905</c:v>
                </c:pt>
                <c:pt idx="785">
                  <c:v>8.547</c:v>
                </c:pt>
                <c:pt idx="786">
                  <c:v>7.8</c:v>
                </c:pt>
                <c:pt idx="787">
                  <c:v>7.2</c:v>
                </c:pt>
                <c:pt idx="788">
                  <c:v>8.2</c:v>
                </c:pt>
                <c:pt idx="789">
                  <c:v>7.4</c:v>
                </c:pt>
                <c:pt idx="790">
                  <c:v>8.3</c:v>
                </c:pt>
                <c:pt idx="791">
                  <c:v>6.9</c:v>
                </c:pt>
                <c:pt idx="792">
                  <c:v>7.238</c:v>
                </c:pt>
                <c:pt idx="793">
                  <c:v>7.8</c:v>
                </c:pt>
                <c:pt idx="794">
                  <c:v>4.9</c:v>
                </c:pt>
                <c:pt idx="795">
                  <c:v>6.3</c:v>
                </c:pt>
                <c:pt idx="796">
                  <c:v>7.4</c:v>
                </c:pt>
                <c:pt idx="797">
                  <c:v>7.886</c:v>
                </c:pt>
                <c:pt idx="798">
                  <c:v>6.8</c:v>
                </c:pt>
                <c:pt idx="799">
                  <c:v>7.73</c:v>
                </c:pt>
                <c:pt idx="800">
                  <c:v>7.8</c:v>
                </c:pt>
                <c:pt idx="801">
                  <c:v>8</c:v>
                </c:pt>
                <c:pt idx="802">
                  <c:v>6.9</c:v>
                </c:pt>
                <c:pt idx="803">
                  <c:v>7.985</c:v>
                </c:pt>
                <c:pt idx="804">
                  <c:v>7.673</c:v>
                </c:pt>
                <c:pt idx="805">
                  <c:v>6.826</c:v>
                </c:pt>
                <c:pt idx="806">
                  <c:v>7.8</c:v>
                </c:pt>
                <c:pt idx="807">
                  <c:v>4.268</c:v>
                </c:pt>
                <c:pt idx="808">
                  <c:v>8.327</c:v>
                </c:pt>
                <c:pt idx="809">
                  <c:v>8.62</c:v>
                </c:pt>
                <c:pt idx="810">
                  <c:v>7.3</c:v>
                </c:pt>
                <c:pt idx="811">
                  <c:v>8.3</c:v>
                </c:pt>
                <c:pt idx="812">
                  <c:v>7.6</c:v>
                </c:pt>
                <c:pt idx="813">
                  <c:v>8</c:v>
                </c:pt>
                <c:pt idx="814">
                  <c:v>7.2</c:v>
                </c:pt>
                <c:pt idx="815">
                  <c:v>8.3</c:v>
                </c:pt>
                <c:pt idx="816">
                  <c:v>7.477</c:v>
                </c:pt>
                <c:pt idx="817">
                  <c:v>8.1</c:v>
                </c:pt>
                <c:pt idx="818">
                  <c:v>3.5</c:v>
                </c:pt>
                <c:pt idx="819">
                  <c:v>7.6</c:v>
                </c:pt>
                <c:pt idx="820">
                  <c:v>7.403</c:v>
                </c:pt>
                <c:pt idx="821">
                  <c:v>6.975</c:v>
                </c:pt>
                <c:pt idx="822">
                  <c:v>8.119</c:v>
                </c:pt>
                <c:pt idx="823">
                  <c:v>7.6</c:v>
                </c:pt>
                <c:pt idx="824">
                  <c:v>7</c:v>
                </c:pt>
                <c:pt idx="825">
                  <c:v>7.3</c:v>
                </c:pt>
                <c:pt idx="826">
                  <c:v>7.8</c:v>
                </c:pt>
                <c:pt idx="827">
                  <c:v>7.9</c:v>
                </c:pt>
                <c:pt idx="828">
                  <c:v>7.366</c:v>
                </c:pt>
                <c:pt idx="829">
                  <c:v>7.86</c:v>
                </c:pt>
                <c:pt idx="830">
                  <c:v>7.983</c:v>
                </c:pt>
                <c:pt idx="831">
                  <c:v>7.6</c:v>
                </c:pt>
                <c:pt idx="832">
                  <c:v>7.6</c:v>
                </c:pt>
                <c:pt idx="833">
                  <c:v>7.4</c:v>
                </c:pt>
                <c:pt idx="834">
                  <c:v>8.3</c:v>
                </c:pt>
                <c:pt idx="835">
                  <c:v>7.033</c:v>
                </c:pt>
                <c:pt idx="836">
                  <c:v>8.1</c:v>
                </c:pt>
                <c:pt idx="837">
                  <c:v>7.5</c:v>
                </c:pt>
                <c:pt idx="838">
                  <c:v>7.5</c:v>
                </c:pt>
                <c:pt idx="839">
                  <c:v>6.8</c:v>
                </c:pt>
                <c:pt idx="840">
                  <c:v>7.257</c:v>
                </c:pt>
                <c:pt idx="841">
                  <c:v>8.566</c:v>
                </c:pt>
                <c:pt idx="842">
                  <c:v>7.3</c:v>
                </c:pt>
                <c:pt idx="843">
                  <c:v>6.4</c:v>
                </c:pt>
                <c:pt idx="844">
                  <c:v>8.8</c:v>
                </c:pt>
                <c:pt idx="845">
                  <c:v>7.1</c:v>
                </c:pt>
                <c:pt idx="846">
                  <c:v>8.256</c:v>
                </c:pt>
                <c:pt idx="847">
                  <c:v>5.9</c:v>
                </c:pt>
                <c:pt idx="848">
                  <c:v>7.8</c:v>
                </c:pt>
                <c:pt idx="849">
                  <c:v>6.3</c:v>
                </c:pt>
                <c:pt idx="850">
                  <c:v>8.467</c:v>
                </c:pt>
                <c:pt idx="851">
                  <c:v>6.5</c:v>
                </c:pt>
                <c:pt idx="852">
                  <c:v>6.6</c:v>
                </c:pt>
                <c:pt idx="853">
                  <c:v>8.139</c:v>
                </c:pt>
                <c:pt idx="854">
                  <c:v>7.825</c:v>
                </c:pt>
                <c:pt idx="855">
                  <c:v>5.7</c:v>
                </c:pt>
                <c:pt idx="856">
                  <c:v>7.4</c:v>
                </c:pt>
                <c:pt idx="857">
                  <c:v>7.767</c:v>
                </c:pt>
                <c:pt idx="858">
                  <c:v>8.2</c:v>
                </c:pt>
                <c:pt idx="859">
                  <c:v>8.6</c:v>
                </c:pt>
                <c:pt idx="860">
                  <c:v>6.8</c:v>
                </c:pt>
                <c:pt idx="861">
                  <c:v>7.4</c:v>
                </c:pt>
                <c:pt idx="862">
                  <c:v>7.9</c:v>
                </c:pt>
                <c:pt idx="863">
                  <c:v>6.255</c:v>
                </c:pt>
                <c:pt idx="864">
                  <c:v>6.643</c:v>
                </c:pt>
                <c:pt idx="865">
                  <c:v>7.13</c:v>
                </c:pt>
                <c:pt idx="866">
                  <c:v>8.3</c:v>
                </c:pt>
                <c:pt idx="867">
                  <c:v>7.1</c:v>
                </c:pt>
                <c:pt idx="868">
                  <c:v>7.3</c:v>
                </c:pt>
                <c:pt idx="869">
                  <c:v>7.3</c:v>
                </c:pt>
                <c:pt idx="870">
                  <c:v>7.5</c:v>
                </c:pt>
                <c:pt idx="871">
                  <c:v>7.341</c:v>
                </c:pt>
                <c:pt idx="872">
                  <c:v>7.8</c:v>
                </c:pt>
                <c:pt idx="873">
                  <c:v>7.8</c:v>
                </c:pt>
                <c:pt idx="874">
                  <c:v>8.4</c:v>
                </c:pt>
                <c:pt idx="875">
                  <c:v>7.287</c:v>
                </c:pt>
                <c:pt idx="876">
                  <c:v>6</c:v>
                </c:pt>
                <c:pt idx="877">
                  <c:v>4.5</c:v>
                </c:pt>
                <c:pt idx="878">
                  <c:v>8.3</c:v>
                </c:pt>
                <c:pt idx="879">
                  <c:v>6.3</c:v>
                </c:pt>
                <c:pt idx="880">
                  <c:v>7.5</c:v>
                </c:pt>
                <c:pt idx="881">
                  <c:v>8.4</c:v>
                </c:pt>
                <c:pt idx="882">
                  <c:v>8.789</c:v>
                </c:pt>
                <c:pt idx="883">
                  <c:v>7.6</c:v>
                </c:pt>
                <c:pt idx="884">
                  <c:v>7.5</c:v>
                </c:pt>
                <c:pt idx="885">
                  <c:v>8.145</c:v>
                </c:pt>
                <c:pt idx="886">
                  <c:v>6.429</c:v>
                </c:pt>
                <c:pt idx="887">
                  <c:v>7.1</c:v>
                </c:pt>
                <c:pt idx="888">
                  <c:v>8.1</c:v>
                </c:pt>
                <c:pt idx="889">
                  <c:v>7.3</c:v>
                </c:pt>
                <c:pt idx="890">
                  <c:v>7.3</c:v>
                </c:pt>
                <c:pt idx="891">
                  <c:v>6.406</c:v>
                </c:pt>
                <c:pt idx="892">
                  <c:v>8.3</c:v>
                </c:pt>
                <c:pt idx="893">
                  <c:v>6.8</c:v>
                </c:pt>
                <c:pt idx="894">
                  <c:v>6.4</c:v>
                </c:pt>
                <c:pt idx="895">
                  <c:v>8.5</c:v>
                </c:pt>
                <c:pt idx="896">
                  <c:v>7.438</c:v>
                </c:pt>
                <c:pt idx="897">
                  <c:v>6.7</c:v>
                </c:pt>
                <c:pt idx="898">
                  <c:v>7.9</c:v>
                </c:pt>
                <c:pt idx="899">
                  <c:v>8</c:v>
                </c:pt>
                <c:pt idx="900">
                  <c:v>8.4</c:v>
                </c:pt>
                <c:pt idx="901">
                  <c:v>8.1</c:v>
                </c:pt>
                <c:pt idx="902">
                  <c:v>7.1</c:v>
                </c:pt>
                <c:pt idx="903">
                  <c:v>7.7</c:v>
                </c:pt>
                <c:pt idx="904">
                  <c:v>7.078</c:v>
                </c:pt>
                <c:pt idx="905">
                  <c:v>6.4</c:v>
                </c:pt>
                <c:pt idx="906">
                  <c:v>7.2</c:v>
                </c:pt>
                <c:pt idx="907">
                  <c:v>6.7</c:v>
                </c:pt>
                <c:pt idx="908">
                  <c:v>6.6</c:v>
                </c:pt>
                <c:pt idx="909">
                  <c:v>7.91</c:v>
                </c:pt>
                <c:pt idx="910">
                  <c:v>7.597</c:v>
                </c:pt>
                <c:pt idx="911">
                  <c:v>7.8</c:v>
                </c:pt>
                <c:pt idx="912">
                  <c:v>6.948</c:v>
                </c:pt>
                <c:pt idx="913">
                  <c:v>6.6</c:v>
                </c:pt>
                <c:pt idx="914">
                  <c:v>7.9</c:v>
                </c:pt>
                <c:pt idx="915">
                  <c:v>6.5</c:v>
                </c:pt>
                <c:pt idx="916">
                  <c:v>6.6</c:v>
                </c:pt>
                <c:pt idx="917">
                  <c:v>6.2</c:v>
                </c:pt>
                <c:pt idx="918">
                  <c:v>7.54</c:v>
                </c:pt>
                <c:pt idx="919">
                  <c:v>7.1</c:v>
                </c:pt>
                <c:pt idx="920">
                  <c:v>8.2</c:v>
                </c:pt>
                <c:pt idx="921">
                  <c:v>5.8</c:v>
                </c:pt>
                <c:pt idx="922">
                  <c:v>8.6</c:v>
                </c:pt>
                <c:pt idx="923">
                  <c:v>6.5</c:v>
                </c:pt>
                <c:pt idx="924">
                  <c:v>6.3</c:v>
                </c:pt>
                <c:pt idx="925">
                  <c:v>7.134</c:v>
                </c:pt>
                <c:pt idx="926">
                  <c:v>8.119</c:v>
                </c:pt>
                <c:pt idx="927">
                  <c:v>7.8</c:v>
                </c:pt>
                <c:pt idx="928">
                  <c:v>6.7</c:v>
                </c:pt>
                <c:pt idx="929">
                  <c:v>7.7</c:v>
                </c:pt>
                <c:pt idx="930">
                  <c:v>8.1</c:v>
                </c:pt>
                <c:pt idx="931">
                  <c:v>7.264</c:v>
                </c:pt>
                <c:pt idx="932">
                  <c:v>7</c:v>
                </c:pt>
                <c:pt idx="933">
                  <c:v>7.1</c:v>
                </c:pt>
                <c:pt idx="934">
                  <c:v>7.4</c:v>
                </c:pt>
                <c:pt idx="935">
                  <c:v>8.2</c:v>
                </c:pt>
                <c:pt idx="936">
                  <c:v>7.4</c:v>
                </c:pt>
                <c:pt idx="937">
                  <c:v>8.2</c:v>
                </c:pt>
                <c:pt idx="938">
                  <c:v>6.175</c:v>
                </c:pt>
                <c:pt idx="939">
                  <c:v>7.1</c:v>
                </c:pt>
                <c:pt idx="940">
                  <c:v>7.3</c:v>
                </c:pt>
                <c:pt idx="941">
                  <c:v>7.5</c:v>
                </c:pt>
                <c:pt idx="942">
                  <c:v>6.7</c:v>
                </c:pt>
                <c:pt idx="943">
                  <c:v>6.7</c:v>
                </c:pt>
                <c:pt idx="944">
                  <c:v>8.1</c:v>
                </c:pt>
                <c:pt idx="945">
                  <c:v>7.3</c:v>
                </c:pt>
                <c:pt idx="946">
                  <c:v>5.5</c:v>
                </c:pt>
                <c:pt idx="947">
                  <c:v>7.6</c:v>
                </c:pt>
                <c:pt idx="948">
                  <c:v>6.864</c:v>
                </c:pt>
                <c:pt idx="949">
                  <c:v>6.867</c:v>
                </c:pt>
                <c:pt idx="950">
                  <c:v>8.3</c:v>
                </c:pt>
                <c:pt idx="951">
                  <c:v>7.685</c:v>
                </c:pt>
                <c:pt idx="952">
                  <c:v>7.4</c:v>
                </c:pt>
                <c:pt idx="953">
                  <c:v>6.9</c:v>
                </c:pt>
                <c:pt idx="954">
                  <c:v>6.208</c:v>
                </c:pt>
                <c:pt idx="955">
                  <c:v>6.5</c:v>
                </c:pt>
                <c:pt idx="956">
                  <c:v>6.9</c:v>
                </c:pt>
                <c:pt idx="957">
                  <c:v>7.3</c:v>
                </c:pt>
                <c:pt idx="958">
                  <c:v>5.5</c:v>
                </c:pt>
                <c:pt idx="959">
                  <c:v>7.562</c:v>
                </c:pt>
                <c:pt idx="960">
                  <c:v>8.4</c:v>
                </c:pt>
                <c:pt idx="961">
                  <c:v>7</c:v>
                </c:pt>
                <c:pt idx="962">
                  <c:v>7.439</c:v>
                </c:pt>
                <c:pt idx="963">
                  <c:v>7.5</c:v>
                </c:pt>
                <c:pt idx="964">
                  <c:v>6.4</c:v>
                </c:pt>
                <c:pt idx="965">
                  <c:v>6.7</c:v>
                </c:pt>
                <c:pt idx="966">
                  <c:v>6.4</c:v>
                </c:pt>
                <c:pt idx="967">
                  <c:v>6.1</c:v>
                </c:pt>
                <c:pt idx="968">
                  <c:v>7.8</c:v>
                </c:pt>
                <c:pt idx="969">
                  <c:v>7.8</c:v>
                </c:pt>
                <c:pt idx="970">
                  <c:v>7.216</c:v>
                </c:pt>
                <c:pt idx="971">
                  <c:v>8.1</c:v>
                </c:pt>
                <c:pt idx="972">
                  <c:v>7.7</c:v>
                </c:pt>
                <c:pt idx="973">
                  <c:v>7</c:v>
                </c:pt>
                <c:pt idx="974">
                  <c:v>5.7</c:v>
                </c:pt>
                <c:pt idx="975">
                  <c:v>7.2</c:v>
                </c:pt>
                <c:pt idx="976">
                  <c:v>8.1</c:v>
                </c:pt>
                <c:pt idx="977">
                  <c:v>7</c:v>
                </c:pt>
                <c:pt idx="978">
                  <c:v>7.024</c:v>
                </c:pt>
                <c:pt idx="979">
                  <c:v>6.9</c:v>
                </c:pt>
                <c:pt idx="980">
                  <c:v>5.985</c:v>
                </c:pt>
                <c:pt idx="981">
                  <c:v>7.5</c:v>
                </c:pt>
                <c:pt idx="982">
                  <c:v>6.85</c:v>
                </c:pt>
                <c:pt idx="983">
                  <c:v>5.625</c:v>
                </c:pt>
                <c:pt idx="984">
                  <c:v>7.262</c:v>
                </c:pt>
                <c:pt idx="985">
                  <c:v>6.4</c:v>
                </c:pt>
                <c:pt idx="986">
                  <c:v>7.297</c:v>
                </c:pt>
                <c:pt idx="987">
                  <c:v>6.4</c:v>
                </c:pt>
                <c:pt idx="988">
                  <c:v>7.2</c:v>
                </c:pt>
                <c:pt idx="989">
                  <c:v>6.493</c:v>
                </c:pt>
                <c:pt idx="990">
                  <c:v>5.4</c:v>
                </c:pt>
                <c:pt idx="991">
                  <c:v>7.364</c:v>
                </c:pt>
                <c:pt idx="992">
                  <c:v>6.6</c:v>
                </c:pt>
                <c:pt idx="993">
                  <c:v>8</c:v>
                </c:pt>
                <c:pt idx="994">
                  <c:v>8.2</c:v>
                </c:pt>
                <c:pt idx="995">
                  <c:v>7</c:v>
                </c:pt>
                <c:pt idx="996">
                  <c:v>8.6</c:v>
                </c:pt>
                <c:pt idx="997">
                  <c:v>7.7</c:v>
                </c:pt>
                <c:pt idx="998">
                  <c:v>8.7</c:v>
                </c:pt>
                <c:pt idx="999">
                  <c:v>8.3</c:v>
                </c:pt>
                <c:pt idx="1000">
                  <c:v>7.8</c:v>
                </c:pt>
                <c:pt idx="1001">
                  <c:v>6.9</c:v>
                </c:pt>
                <c:pt idx="1002">
                  <c:v>8.256</c:v>
                </c:pt>
                <c:pt idx="1003">
                  <c:v>7.3</c:v>
                </c:pt>
                <c:pt idx="1004">
                  <c:v>7.7</c:v>
                </c:pt>
                <c:pt idx="1005">
                  <c:v>7.4</c:v>
                </c:pt>
                <c:pt idx="1006">
                  <c:v>7.7</c:v>
                </c:pt>
                <c:pt idx="1007">
                  <c:v>8</c:v>
                </c:pt>
                <c:pt idx="1008">
                  <c:v>7.306</c:v>
                </c:pt>
                <c:pt idx="1009">
                  <c:v>8.4</c:v>
                </c:pt>
                <c:pt idx="1010">
                  <c:v>6.4</c:v>
                </c:pt>
                <c:pt idx="1011">
                  <c:v>7.9</c:v>
                </c:pt>
                <c:pt idx="1012">
                  <c:v>6.76</c:v>
                </c:pt>
                <c:pt idx="1013">
                  <c:v>8.07</c:v>
                </c:pt>
                <c:pt idx="1014">
                  <c:v>8.3</c:v>
                </c:pt>
                <c:pt idx="1015">
                  <c:v>8.3</c:v>
                </c:pt>
                <c:pt idx="1016">
                  <c:v>7.4</c:v>
                </c:pt>
                <c:pt idx="1017">
                  <c:v>7.3</c:v>
                </c:pt>
                <c:pt idx="1018">
                  <c:v>7.406</c:v>
                </c:pt>
                <c:pt idx="1019">
                  <c:v>7.7</c:v>
                </c:pt>
                <c:pt idx="1020">
                  <c:v>7.636</c:v>
                </c:pt>
                <c:pt idx="1021">
                  <c:v>8.043</c:v>
                </c:pt>
                <c:pt idx="1022">
                  <c:v>8.2</c:v>
                </c:pt>
                <c:pt idx="1023">
                  <c:v>7.4</c:v>
                </c:pt>
                <c:pt idx="1024">
                  <c:v>8.5</c:v>
                </c:pt>
                <c:pt idx="1025">
                  <c:v>7.5</c:v>
                </c:pt>
                <c:pt idx="1026">
                  <c:v>7.8</c:v>
                </c:pt>
                <c:pt idx="1027">
                  <c:v>8.247</c:v>
                </c:pt>
                <c:pt idx="1028">
                  <c:v>6</c:v>
                </c:pt>
                <c:pt idx="1029">
                  <c:v>8</c:v>
                </c:pt>
                <c:pt idx="1030">
                  <c:v>7.4</c:v>
                </c:pt>
                <c:pt idx="1031">
                  <c:v>8.402</c:v>
                </c:pt>
                <c:pt idx="1032">
                  <c:v>5.8</c:v>
                </c:pt>
                <c:pt idx="1033">
                  <c:v>7.1</c:v>
                </c:pt>
                <c:pt idx="1034">
                  <c:v>8.9</c:v>
                </c:pt>
                <c:pt idx="1035">
                  <c:v>7.6</c:v>
                </c:pt>
                <c:pt idx="1036">
                  <c:v>7.492</c:v>
                </c:pt>
                <c:pt idx="1037">
                  <c:v>8.3</c:v>
                </c:pt>
                <c:pt idx="1038">
                  <c:v>7.8</c:v>
                </c:pt>
                <c:pt idx="1039">
                  <c:v>5.712</c:v>
                </c:pt>
                <c:pt idx="1040">
                  <c:v>8.4</c:v>
                </c:pt>
                <c:pt idx="1041">
                  <c:v>7.7</c:v>
                </c:pt>
                <c:pt idx="1042">
                  <c:v>7.142</c:v>
                </c:pt>
                <c:pt idx="1043">
                  <c:v>8.2</c:v>
                </c:pt>
                <c:pt idx="1044">
                  <c:v>7.8</c:v>
                </c:pt>
                <c:pt idx="1045">
                  <c:v>7.2</c:v>
                </c:pt>
                <c:pt idx="1046">
                  <c:v>4.8</c:v>
                </c:pt>
                <c:pt idx="1047">
                  <c:v>7.5</c:v>
                </c:pt>
                <c:pt idx="1048">
                  <c:v>6.77</c:v>
                </c:pt>
                <c:pt idx="1049">
                  <c:v>6.898</c:v>
                </c:pt>
                <c:pt idx="1050">
                  <c:v>6.7</c:v>
                </c:pt>
                <c:pt idx="1051">
                  <c:v>6.928</c:v>
                </c:pt>
                <c:pt idx="1052">
                  <c:v>6.8</c:v>
                </c:pt>
                <c:pt idx="1053">
                  <c:v>7.1</c:v>
                </c:pt>
                <c:pt idx="1054">
                  <c:v>7.9</c:v>
                </c:pt>
                <c:pt idx="1055">
                  <c:v>7.464</c:v>
                </c:pt>
                <c:pt idx="1056">
                  <c:v>7.6</c:v>
                </c:pt>
                <c:pt idx="1057">
                  <c:v>6.5</c:v>
                </c:pt>
                <c:pt idx="1058">
                  <c:v>7.8</c:v>
                </c:pt>
                <c:pt idx="1059">
                  <c:v>7.6</c:v>
                </c:pt>
                <c:pt idx="1060">
                  <c:v>6.9</c:v>
                </c:pt>
                <c:pt idx="1061">
                  <c:v>7.9</c:v>
                </c:pt>
                <c:pt idx="1062">
                  <c:v>7.7</c:v>
                </c:pt>
                <c:pt idx="1063">
                  <c:v>6.8</c:v>
                </c:pt>
                <c:pt idx="1064">
                  <c:v>7.6</c:v>
                </c:pt>
                <c:pt idx="1065">
                  <c:v>7.1</c:v>
                </c:pt>
                <c:pt idx="1066">
                  <c:v>7.7</c:v>
                </c:pt>
                <c:pt idx="1067">
                  <c:v>6.9</c:v>
                </c:pt>
                <c:pt idx="1068">
                  <c:v>8</c:v>
                </c:pt>
                <c:pt idx="1069">
                  <c:v>7.1</c:v>
                </c:pt>
                <c:pt idx="1070">
                  <c:v>7.8</c:v>
                </c:pt>
                <c:pt idx="1071">
                  <c:v>7.793</c:v>
                </c:pt>
                <c:pt idx="1072">
                  <c:v>6.694</c:v>
                </c:pt>
                <c:pt idx="1073">
                  <c:v>7.7</c:v>
                </c:pt>
                <c:pt idx="1074">
                  <c:v>7.395</c:v>
                </c:pt>
                <c:pt idx="1075">
                  <c:v>6.9</c:v>
                </c:pt>
                <c:pt idx="1076">
                  <c:v>7.5</c:v>
                </c:pt>
                <c:pt idx="1077">
                  <c:v>8</c:v>
                </c:pt>
                <c:pt idx="1078">
                  <c:v>7.1</c:v>
                </c:pt>
                <c:pt idx="1079">
                  <c:v>6.6</c:v>
                </c:pt>
                <c:pt idx="1080">
                  <c:v>7</c:v>
                </c:pt>
                <c:pt idx="1081">
                  <c:v>7.9</c:v>
                </c:pt>
                <c:pt idx="1082">
                  <c:v>7.7</c:v>
                </c:pt>
                <c:pt idx="1083">
                  <c:v>7</c:v>
                </c:pt>
                <c:pt idx="1084">
                  <c:v>7.1</c:v>
                </c:pt>
                <c:pt idx="1085">
                  <c:v>8.413</c:v>
                </c:pt>
                <c:pt idx="1086">
                  <c:v>9.027</c:v>
                </c:pt>
                <c:pt idx="1087">
                  <c:v>7.7</c:v>
                </c:pt>
                <c:pt idx="1088">
                  <c:v>7.3</c:v>
                </c:pt>
                <c:pt idx="1089">
                  <c:v>5.9</c:v>
                </c:pt>
                <c:pt idx="1090">
                  <c:v>8.764</c:v>
                </c:pt>
                <c:pt idx="1091">
                  <c:v>7.8</c:v>
                </c:pt>
                <c:pt idx="1092">
                  <c:v>7.3</c:v>
                </c:pt>
                <c:pt idx="1093">
                  <c:v>6.8</c:v>
                </c:pt>
                <c:pt idx="1094">
                  <c:v>7.3</c:v>
                </c:pt>
                <c:pt idx="1095">
                  <c:v>8</c:v>
                </c:pt>
                <c:pt idx="1096">
                  <c:v>7.7</c:v>
                </c:pt>
                <c:pt idx="1097">
                  <c:v>7.667</c:v>
                </c:pt>
                <c:pt idx="1098">
                  <c:v>8.1</c:v>
                </c:pt>
                <c:pt idx="1099">
                  <c:v>7.9</c:v>
                </c:pt>
                <c:pt idx="1100">
                  <c:v>6.98</c:v>
                </c:pt>
                <c:pt idx="1101">
                  <c:v>7.2</c:v>
                </c:pt>
                <c:pt idx="1102">
                  <c:v>7.5</c:v>
                </c:pt>
                <c:pt idx="1103">
                  <c:v>7.083</c:v>
                </c:pt>
                <c:pt idx="1104">
                  <c:v>8</c:v>
                </c:pt>
                <c:pt idx="1105">
                  <c:v>7.8</c:v>
                </c:pt>
                <c:pt idx="1106">
                  <c:v>7.2</c:v>
                </c:pt>
                <c:pt idx="1107">
                  <c:v>7.5</c:v>
                </c:pt>
                <c:pt idx="1108">
                  <c:v>7.9</c:v>
                </c:pt>
                <c:pt idx="1109">
                  <c:v>7.355</c:v>
                </c:pt>
                <c:pt idx="1110">
                  <c:v>6.6</c:v>
                </c:pt>
                <c:pt idx="1111">
                  <c:v>6.3</c:v>
                </c:pt>
                <c:pt idx="1112">
                  <c:v>6.6</c:v>
                </c:pt>
                <c:pt idx="1113">
                  <c:v>7</c:v>
                </c:pt>
                <c:pt idx="1114">
                  <c:v>7.132</c:v>
                </c:pt>
                <c:pt idx="1115">
                  <c:v>7.754</c:v>
                </c:pt>
                <c:pt idx="1116">
                  <c:v>7.2</c:v>
                </c:pt>
                <c:pt idx="1117">
                  <c:v>8.1</c:v>
                </c:pt>
                <c:pt idx="1118">
                  <c:v>7.9</c:v>
                </c:pt>
                <c:pt idx="1119">
                  <c:v>6.2</c:v>
                </c:pt>
                <c:pt idx="1120">
                  <c:v>7.1</c:v>
                </c:pt>
                <c:pt idx="1121">
                  <c:v>7.407</c:v>
                </c:pt>
                <c:pt idx="1122">
                  <c:v>7</c:v>
                </c:pt>
                <c:pt idx="1123">
                  <c:v>5.3</c:v>
                </c:pt>
                <c:pt idx="1124">
                  <c:v>8.6</c:v>
                </c:pt>
                <c:pt idx="1125">
                  <c:v>8.2</c:v>
                </c:pt>
                <c:pt idx="1126">
                  <c:v>7.144</c:v>
                </c:pt>
                <c:pt idx="1127">
                  <c:v>7.8</c:v>
                </c:pt>
                <c:pt idx="1128">
                  <c:v>8.281</c:v>
                </c:pt>
                <c:pt idx="1129">
                  <c:v>5.8</c:v>
                </c:pt>
                <c:pt idx="1130">
                  <c:v>7.8</c:v>
                </c:pt>
                <c:pt idx="1131">
                  <c:v>7.9</c:v>
                </c:pt>
                <c:pt idx="1132">
                  <c:v>6.8</c:v>
                </c:pt>
                <c:pt idx="1133">
                  <c:v>7.069</c:v>
                </c:pt>
                <c:pt idx="1134">
                  <c:v>6.851</c:v>
                </c:pt>
                <c:pt idx="1135">
                  <c:v>7.304</c:v>
                </c:pt>
                <c:pt idx="1136">
                  <c:v>7.558</c:v>
                </c:pt>
                <c:pt idx="1137">
                  <c:v>8.5</c:v>
                </c:pt>
                <c:pt idx="1138">
                  <c:v>7.5</c:v>
                </c:pt>
                <c:pt idx="1139">
                  <c:v>8</c:v>
                </c:pt>
                <c:pt idx="1140">
                  <c:v>6.386</c:v>
                </c:pt>
                <c:pt idx="1141">
                  <c:v>7.3</c:v>
                </c:pt>
                <c:pt idx="1142">
                  <c:v>7.025</c:v>
                </c:pt>
                <c:pt idx="1143">
                  <c:v>8.3</c:v>
                </c:pt>
                <c:pt idx="1144">
                  <c:v>7.2</c:v>
                </c:pt>
                <c:pt idx="1145">
                  <c:v>6.6</c:v>
                </c:pt>
                <c:pt idx="1146">
                  <c:v>7.545</c:v>
                </c:pt>
                <c:pt idx="1147">
                  <c:v>5.7</c:v>
                </c:pt>
                <c:pt idx="1148">
                  <c:v>8.5</c:v>
                </c:pt>
                <c:pt idx="1149">
                  <c:v>8.371</c:v>
                </c:pt>
                <c:pt idx="1150">
                  <c:v>7.474</c:v>
                </c:pt>
                <c:pt idx="1151">
                  <c:v>7.4</c:v>
                </c:pt>
                <c:pt idx="1152">
                  <c:v>8</c:v>
                </c:pt>
                <c:pt idx="1153">
                  <c:v>7.1</c:v>
                </c:pt>
                <c:pt idx="1154">
                  <c:v>6.975</c:v>
                </c:pt>
                <c:pt idx="1155">
                  <c:v>7.679</c:v>
                </c:pt>
                <c:pt idx="1156">
                  <c:v>7.7</c:v>
                </c:pt>
                <c:pt idx="1157">
                  <c:v>7.2</c:v>
                </c:pt>
                <c:pt idx="1158">
                  <c:v>7.3</c:v>
                </c:pt>
                <c:pt idx="1159">
                  <c:v>7.5</c:v>
                </c:pt>
                <c:pt idx="1160">
                  <c:v>6.02</c:v>
                </c:pt>
                <c:pt idx="1161">
                  <c:v>6.596</c:v>
                </c:pt>
                <c:pt idx="1162">
                  <c:v>6.5</c:v>
                </c:pt>
                <c:pt idx="1163">
                  <c:v>7.2</c:v>
                </c:pt>
                <c:pt idx="1164">
                  <c:v>6.927</c:v>
                </c:pt>
                <c:pt idx="1165">
                  <c:v>6.152</c:v>
                </c:pt>
                <c:pt idx="1166">
                  <c:v>8.071</c:v>
                </c:pt>
                <c:pt idx="1167">
                  <c:v>6.9</c:v>
                </c:pt>
                <c:pt idx="1168">
                  <c:v>7.2</c:v>
                </c:pt>
                <c:pt idx="1169">
                  <c:v>6.8</c:v>
                </c:pt>
                <c:pt idx="1170">
                  <c:v>7.2</c:v>
                </c:pt>
                <c:pt idx="1171">
                  <c:v>6.697</c:v>
                </c:pt>
                <c:pt idx="1172">
                  <c:v>7.7</c:v>
                </c:pt>
                <c:pt idx="1173">
                  <c:v>6.5</c:v>
                </c:pt>
                <c:pt idx="1174">
                  <c:v>7</c:v>
                </c:pt>
                <c:pt idx="1175">
                  <c:v>7.2</c:v>
                </c:pt>
                <c:pt idx="1176">
                  <c:v>8.4</c:v>
                </c:pt>
                <c:pt idx="1177">
                  <c:v>7</c:v>
                </c:pt>
                <c:pt idx="1178">
                  <c:v>7.8</c:v>
                </c:pt>
                <c:pt idx="1179">
                  <c:v>7.6</c:v>
                </c:pt>
                <c:pt idx="1180">
                  <c:v>8.3</c:v>
                </c:pt>
                <c:pt idx="1181">
                  <c:v>8.014</c:v>
                </c:pt>
                <c:pt idx="1182">
                  <c:v>7.5</c:v>
                </c:pt>
                <c:pt idx="1183">
                  <c:v>7.8</c:v>
                </c:pt>
                <c:pt idx="1184">
                  <c:v>6.7</c:v>
                </c:pt>
                <c:pt idx="1185">
                  <c:v>8.128</c:v>
                </c:pt>
                <c:pt idx="1186">
                  <c:v>8.4</c:v>
                </c:pt>
                <c:pt idx="1187">
                  <c:v>6.7</c:v>
                </c:pt>
                <c:pt idx="1188">
                  <c:v>8.653</c:v>
                </c:pt>
                <c:pt idx="1189">
                  <c:v>5.545</c:v>
                </c:pt>
                <c:pt idx="1190">
                  <c:v>7.9</c:v>
                </c:pt>
                <c:pt idx="1191">
                  <c:v>8.081</c:v>
                </c:pt>
                <c:pt idx="1192">
                  <c:v>6.782</c:v>
                </c:pt>
                <c:pt idx="1193">
                  <c:v>6.9</c:v>
                </c:pt>
                <c:pt idx="1194">
                  <c:v>6</c:v>
                </c:pt>
                <c:pt idx="1195">
                  <c:v>6.153</c:v>
                </c:pt>
                <c:pt idx="1196">
                  <c:v>8.317</c:v>
                </c:pt>
                <c:pt idx="1197">
                  <c:v>5.833</c:v>
                </c:pt>
                <c:pt idx="1198">
                  <c:v>7.1</c:v>
                </c:pt>
                <c:pt idx="1199">
                  <c:v>8.1</c:v>
                </c:pt>
                <c:pt idx="1200">
                  <c:v>7.9</c:v>
                </c:pt>
                <c:pt idx="1201">
                  <c:v>7.6</c:v>
                </c:pt>
                <c:pt idx="1202">
                  <c:v>6.726</c:v>
                </c:pt>
                <c:pt idx="1203">
                  <c:v>6.4</c:v>
                </c:pt>
                <c:pt idx="1204">
                  <c:v>7.3</c:v>
                </c:pt>
                <c:pt idx="1205">
                  <c:v>7.1</c:v>
                </c:pt>
                <c:pt idx="1206">
                  <c:v>8.1</c:v>
                </c:pt>
                <c:pt idx="1207">
                  <c:v>7.3</c:v>
                </c:pt>
                <c:pt idx="1208">
                  <c:v>7</c:v>
                </c:pt>
                <c:pt idx="1209">
                  <c:v>5.8</c:v>
                </c:pt>
                <c:pt idx="1210">
                  <c:v>7.467</c:v>
                </c:pt>
                <c:pt idx="1211">
                  <c:v>7</c:v>
                </c:pt>
                <c:pt idx="1212">
                  <c:v>7.4</c:v>
                </c:pt>
                <c:pt idx="1213">
                  <c:v>7.6</c:v>
                </c:pt>
                <c:pt idx="1214">
                  <c:v>7.9</c:v>
                </c:pt>
                <c:pt idx="1215">
                  <c:v>6.8</c:v>
                </c:pt>
                <c:pt idx="1216">
                  <c:v>8.151</c:v>
                </c:pt>
                <c:pt idx="1217">
                  <c:v>7.6</c:v>
                </c:pt>
                <c:pt idx="1218">
                  <c:v>6.4</c:v>
                </c:pt>
                <c:pt idx="1219">
                  <c:v>7.1</c:v>
                </c:pt>
                <c:pt idx="1220">
                  <c:v>7.8</c:v>
                </c:pt>
                <c:pt idx="1221">
                  <c:v>6.6</c:v>
                </c:pt>
                <c:pt idx="1222">
                  <c:v>7</c:v>
                </c:pt>
                <c:pt idx="1223">
                  <c:v>7.3</c:v>
                </c:pt>
                <c:pt idx="1224">
                  <c:v>5.844</c:v>
                </c:pt>
                <c:pt idx="1225">
                  <c:v>7.6</c:v>
                </c:pt>
                <c:pt idx="1226">
                  <c:v>6.9</c:v>
                </c:pt>
                <c:pt idx="1227">
                  <c:v>7.3</c:v>
                </c:pt>
                <c:pt idx="1228">
                  <c:v>7.6</c:v>
                </c:pt>
                <c:pt idx="1229">
                  <c:v>7.833</c:v>
                </c:pt>
                <c:pt idx="1230">
                  <c:v>7.4</c:v>
                </c:pt>
                <c:pt idx="1231">
                  <c:v>7.231</c:v>
                </c:pt>
                <c:pt idx="1232">
                  <c:v>7.3</c:v>
                </c:pt>
                <c:pt idx="1233">
                  <c:v>7</c:v>
                </c:pt>
                <c:pt idx="1234">
                  <c:v>7.389</c:v>
                </c:pt>
                <c:pt idx="1235">
                  <c:v>7.452</c:v>
                </c:pt>
                <c:pt idx="1236">
                  <c:v>7.5</c:v>
                </c:pt>
                <c:pt idx="1237">
                  <c:v>7</c:v>
                </c:pt>
                <c:pt idx="1238">
                  <c:v>6.9</c:v>
                </c:pt>
                <c:pt idx="1239">
                  <c:v>6.7</c:v>
                </c:pt>
                <c:pt idx="1240">
                  <c:v>6.9</c:v>
                </c:pt>
                <c:pt idx="1241">
                  <c:v>6.8</c:v>
                </c:pt>
                <c:pt idx="1242">
                  <c:v>6.033</c:v>
                </c:pt>
                <c:pt idx="1243">
                  <c:v>6.7</c:v>
                </c:pt>
                <c:pt idx="1244">
                  <c:v>7.411</c:v>
                </c:pt>
                <c:pt idx="1245">
                  <c:v>8</c:v>
                </c:pt>
                <c:pt idx="1246">
                  <c:v>7.7</c:v>
                </c:pt>
                <c:pt idx="1247">
                  <c:v>7.6</c:v>
                </c:pt>
                <c:pt idx="1248">
                  <c:v>8.3</c:v>
                </c:pt>
                <c:pt idx="1249">
                  <c:v>8.5</c:v>
                </c:pt>
                <c:pt idx="1250">
                  <c:v>5.1</c:v>
                </c:pt>
                <c:pt idx="1251">
                  <c:v>7.6</c:v>
                </c:pt>
                <c:pt idx="1252">
                  <c:v>7.8</c:v>
                </c:pt>
                <c:pt idx="1253">
                  <c:v>5.036</c:v>
                </c:pt>
                <c:pt idx="1254">
                  <c:v>8.598</c:v>
                </c:pt>
                <c:pt idx="1255">
                  <c:v>8.242</c:v>
                </c:pt>
                <c:pt idx="1256">
                  <c:v>5.9</c:v>
                </c:pt>
                <c:pt idx="1257">
                  <c:v>7.5</c:v>
                </c:pt>
                <c:pt idx="1258">
                  <c:v>7.9</c:v>
                </c:pt>
                <c:pt idx="1259">
                  <c:v>7.809</c:v>
                </c:pt>
                <c:pt idx="1260">
                  <c:v>7.29</c:v>
                </c:pt>
                <c:pt idx="1261">
                  <c:v>7.7</c:v>
                </c:pt>
                <c:pt idx="1262">
                  <c:v>7.6</c:v>
                </c:pt>
                <c:pt idx="1263">
                  <c:v>8.041</c:v>
                </c:pt>
                <c:pt idx="1264">
                  <c:v>7.1</c:v>
                </c:pt>
                <c:pt idx="1265">
                  <c:v>8.207</c:v>
                </c:pt>
                <c:pt idx="1266">
                  <c:v>7.7</c:v>
                </c:pt>
                <c:pt idx="1267">
                  <c:v>5.6</c:v>
                </c:pt>
                <c:pt idx="1268">
                  <c:v>8</c:v>
                </c:pt>
                <c:pt idx="1269">
                  <c:v>7.1</c:v>
                </c:pt>
                <c:pt idx="1270">
                  <c:v>7</c:v>
                </c:pt>
                <c:pt idx="1271">
                  <c:v>7.666</c:v>
                </c:pt>
                <c:pt idx="1272">
                  <c:v>6.7</c:v>
                </c:pt>
                <c:pt idx="1273">
                  <c:v>7.288</c:v>
                </c:pt>
                <c:pt idx="1274">
                  <c:v>5.2</c:v>
                </c:pt>
                <c:pt idx="1275">
                  <c:v>8.049</c:v>
                </c:pt>
                <c:pt idx="1276">
                  <c:v>8.4</c:v>
                </c:pt>
                <c:pt idx="1277">
                  <c:v>7.6</c:v>
                </c:pt>
                <c:pt idx="1278">
                  <c:v>8.6</c:v>
                </c:pt>
                <c:pt idx="1279">
                  <c:v>7.1</c:v>
                </c:pt>
                <c:pt idx="1280">
                  <c:v>7.6</c:v>
                </c:pt>
                <c:pt idx="1281">
                  <c:v>7.3</c:v>
                </c:pt>
                <c:pt idx="1282">
                  <c:v>7.7</c:v>
                </c:pt>
                <c:pt idx="1283">
                  <c:v>7.292</c:v>
                </c:pt>
                <c:pt idx="1284">
                  <c:v>7.1</c:v>
                </c:pt>
                <c:pt idx="1285">
                  <c:v>7.3</c:v>
                </c:pt>
                <c:pt idx="1286">
                  <c:v>7</c:v>
                </c:pt>
                <c:pt idx="1287">
                  <c:v>8.23</c:v>
                </c:pt>
                <c:pt idx="1288">
                  <c:v>7</c:v>
                </c:pt>
                <c:pt idx="1289">
                  <c:v>5.8</c:v>
                </c:pt>
                <c:pt idx="1290">
                  <c:v>7.6</c:v>
                </c:pt>
                <c:pt idx="1291">
                  <c:v>7.99</c:v>
                </c:pt>
                <c:pt idx="1292">
                  <c:v>6.3</c:v>
                </c:pt>
                <c:pt idx="1293">
                  <c:v>8.492</c:v>
                </c:pt>
                <c:pt idx="1294">
                  <c:v>6.7</c:v>
                </c:pt>
                <c:pt idx="1295">
                  <c:v>7.042</c:v>
                </c:pt>
                <c:pt idx="1296">
                  <c:v>6.9</c:v>
                </c:pt>
                <c:pt idx="1297">
                  <c:v>7.7</c:v>
                </c:pt>
                <c:pt idx="1298">
                  <c:v>7.5</c:v>
                </c:pt>
                <c:pt idx="1299">
                  <c:v>8.593</c:v>
                </c:pt>
                <c:pt idx="1300">
                  <c:v>8.3</c:v>
                </c:pt>
                <c:pt idx="1301">
                  <c:v>5.946</c:v>
                </c:pt>
                <c:pt idx="1302">
                  <c:v>7.7</c:v>
                </c:pt>
                <c:pt idx="1303">
                  <c:v>7</c:v>
                </c:pt>
                <c:pt idx="1304">
                  <c:v>7.9</c:v>
                </c:pt>
                <c:pt idx="1305">
                  <c:v>7.587</c:v>
                </c:pt>
                <c:pt idx="1306">
                  <c:v>7.169</c:v>
                </c:pt>
                <c:pt idx="1307">
                  <c:v>6.9</c:v>
                </c:pt>
                <c:pt idx="1308">
                  <c:v>7.298</c:v>
                </c:pt>
                <c:pt idx="1309">
                  <c:v>6.9</c:v>
                </c:pt>
                <c:pt idx="1310">
                  <c:v>6.7</c:v>
                </c:pt>
                <c:pt idx="1311">
                  <c:v>7.548</c:v>
                </c:pt>
                <c:pt idx="1312">
                  <c:v>6.6</c:v>
                </c:pt>
                <c:pt idx="1313">
                  <c:v>7.47</c:v>
                </c:pt>
                <c:pt idx="1314">
                  <c:v>6.7</c:v>
                </c:pt>
                <c:pt idx="1315">
                  <c:v>8.441</c:v>
                </c:pt>
                <c:pt idx="1316">
                  <c:v>7.016</c:v>
                </c:pt>
                <c:pt idx="1317">
                  <c:v>8.115</c:v>
                </c:pt>
                <c:pt idx="1318">
                  <c:v>7.4</c:v>
                </c:pt>
                <c:pt idx="1319">
                  <c:v>7.762</c:v>
                </c:pt>
                <c:pt idx="1320">
                  <c:v>7.7</c:v>
                </c:pt>
                <c:pt idx="1321">
                  <c:v>8.6</c:v>
                </c:pt>
                <c:pt idx="1322">
                  <c:v>7.7</c:v>
                </c:pt>
                <c:pt idx="1323">
                  <c:v>8.529</c:v>
                </c:pt>
                <c:pt idx="1324">
                  <c:v>7.224</c:v>
                </c:pt>
                <c:pt idx="1325">
                  <c:v>7.6</c:v>
                </c:pt>
                <c:pt idx="1326">
                  <c:v>7.9</c:v>
                </c:pt>
                <c:pt idx="1327">
                  <c:v>7.7</c:v>
                </c:pt>
                <c:pt idx="1328">
                  <c:v>7.9</c:v>
                </c:pt>
                <c:pt idx="1329">
                  <c:v>7.9</c:v>
                </c:pt>
                <c:pt idx="1330">
                  <c:v>7.3</c:v>
                </c:pt>
                <c:pt idx="1331">
                  <c:v>6.925</c:v>
                </c:pt>
                <c:pt idx="1332">
                  <c:v>7.5</c:v>
                </c:pt>
                <c:pt idx="1333">
                  <c:v>7.888</c:v>
                </c:pt>
                <c:pt idx="1334">
                  <c:v>6.831</c:v>
                </c:pt>
                <c:pt idx="1335">
                  <c:v>7</c:v>
                </c:pt>
                <c:pt idx="1336">
                  <c:v>8.3</c:v>
                </c:pt>
                <c:pt idx="1337">
                  <c:v>7.8</c:v>
                </c:pt>
                <c:pt idx="1338">
                  <c:v>8.3</c:v>
                </c:pt>
                <c:pt idx="1339">
                  <c:v>7.4</c:v>
                </c:pt>
                <c:pt idx="1340">
                  <c:v>6.7</c:v>
                </c:pt>
                <c:pt idx="1341">
                  <c:v>6.9</c:v>
                </c:pt>
                <c:pt idx="1342">
                  <c:v>6.8</c:v>
                </c:pt>
                <c:pt idx="1343">
                  <c:v>6.6</c:v>
                </c:pt>
                <c:pt idx="1344">
                  <c:v>7.4</c:v>
                </c:pt>
                <c:pt idx="1345">
                  <c:v>7.7</c:v>
                </c:pt>
                <c:pt idx="1346">
                  <c:v>7.2</c:v>
                </c:pt>
                <c:pt idx="1347">
                  <c:v>7.407</c:v>
                </c:pt>
                <c:pt idx="1348">
                  <c:v>8.3</c:v>
                </c:pt>
                <c:pt idx="1349">
                  <c:v>7.411</c:v>
                </c:pt>
                <c:pt idx="1350">
                  <c:v>6.985</c:v>
                </c:pt>
                <c:pt idx="1351">
                  <c:v>8.2</c:v>
                </c:pt>
                <c:pt idx="1352">
                  <c:v>7.3</c:v>
                </c:pt>
                <c:pt idx="1353">
                  <c:v>8</c:v>
                </c:pt>
                <c:pt idx="1354">
                  <c:v>7.1</c:v>
                </c:pt>
                <c:pt idx="1355">
                  <c:v>7.2</c:v>
                </c:pt>
                <c:pt idx="1356">
                  <c:v>7.165</c:v>
                </c:pt>
                <c:pt idx="1357">
                  <c:v>8.507</c:v>
                </c:pt>
                <c:pt idx="1358">
                  <c:v>7</c:v>
                </c:pt>
                <c:pt idx="1359">
                  <c:v>7</c:v>
                </c:pt>
                <c:pt idx="1360">
                  <c:v>8.3</c:v>
                </c:pt>
                <c:pt idx="1361">
                  <c:v>8.6</c:v>
                </c:pt>
                <c:pt idx="1362">
                  <c:v>8.5</c:v>
                </c:pt>
                <c:pt idx="1363">
                  <c:v>8.463</c:v>
                </c:pt>
                <c:pt idx="1364">
                  <c:v>6.8</c:v>
                </c:pt>
                <c:pt idx="1365">
                  <c:v>7.9</c:v>
                </c:pt>
                <c:pt idx="1366">
                  <c:v>7.7</c:v>
                </c:pt>
                <c:pt idx="1367">
                  <c:v>7.7</c:v>
                </c:pt>
                <c:pt idx="1368">
                  <c:v>7.17</c:v>
                </c:pt>
                <c:pt idx="1369">
                  <c:v>6.3</c:v>
                </c:pt>
                <c:pt idx="1370">
                  <c:v>6.904</c:v>
                </c:pt>
                <c:pt idx="1371">
                  <c:v>7</c:v>
                </c:pt>
                <c:pt idx="1372">
                  <c:v>7.264</c:v>
                </c:pt>
                <c:pt idx="1373">
                  <c:v>7.2</c:v>
                </c:pt>
                <c:pt idx="1374">
                  <c:v>7.9</c:v>
                </c:pt>
                <c:pt idx="1375">
                  <c:v>8.479</c:v>
                </c:pt>
                <c:pt idx="1376">
                  <c:v>7.938</c:v>
                </c:pt>
                <c:pt idx="1377">
                  <c:v>7.5</c:v>
                </c:pt>
                <c:pt idx="1378">
                  <c:v>8.6</c:v>
                </c:pt>
                <c:pt idx="1379">
                  <c:v>5.7</c:v>
                </c:pt>
                <c:pt idx="1380">
                  <c:v>7</c:v>
                </c:pt>
                <c:pt idx="1381">
                  <c:v>7.5</c:v>
                </c:pt>
                <c:pt idx="1382">
                  <c:v>6.839</c:v>
                </c:pt>
                <c:pt idx="1383">
                  <c:v>6.544</c:v>
                </c:pt>
                <c:pt idx="1384">
                  <c:v>7.775</c:v>
                </c:pt>
                <c:pt idx="1385">
                  <c:v>6.5</c:v>
                </c:pt>
                <c:pt idx="1386">
                  <c:v>6.4</c:v>
                </c:pt>
                <c:pt idx="1387">
                  <c:v>6.7</c:v>
                </c:pt>
                <c:pt idx="1388">
                  <c:v>7.774</c:v>
                </c:pt>
                <c:pt idx="1389">
                  <c:v>7.9</c:v>
                </c:pt>
                <c:pt idx="1390">
                  <c:v>6.8</c:v>
                </c:pt>
                <c:pt idx="1391">
                  <c:v>7.7</c:v>
                </c:pt>
                <c:pt idx="1392">
                  <c:v>6.821</c:v>
                </c:pt>
                <c:pt idx="1393">
                  <c:v>8</c:v>
                </c:pt>
                <c:pt idx="1394">
                  <c:v>5.7</c:v>
                </c:pt>
                <c:pt idx="1395">
                  <c:v>7.1</c:v>
                </c:pt>
                <c:pt idx="1396">
                  <c:v>8.162</c:v>
                </c:pt>
                <c:pt idx="1397">
                  <c:v>7.8</c:v>
                </c:pt>
                <c:pt idx="1398">
                  <c:v>7.525</c:v>
                </c:pt>
                <c:pt idx="1399">
                  <c:v>6.7</c:v>
                </c:pt>
                <c:pt idx="1400">
                  <c:v>7.958</c:v>
                </c:pt>
                <c:pt idx="1401">
                  <c:v>8</c:v>
                </c:pt>
                <c:pt idx="1402">
                  <c:v>6.6</c:v>
                </c:pt>
                <c:pt idx="1403">
                  <c:v>7.148</c:v>
                </c:pt>
                <c:pt idx="1404">
                  <c:v>8.406</c:v>
                </c:pt>
                <c:pt idx="1405">
                  <c:v>7.2</c:v>
                </c:pt>
                <c:pt idx="1406">
                  <c:v>7.399</c:v>
                </c:pt>
                <c:pt idx="1407">
                  <c:v>6.738</c:v>
                </c:pt>
                <c:pt idx="1408">
                  <c:v>6.7</c:v>
                </c:pt>
                <c:pt idx="1409">
                  <c:v>7.03</c:v>
                </c:pt>
                <c:pt idx="1410">
                  <c:v>6.9</c:v>
                </c:pt>
                <c:pt idx="1411">
                  <c:v>7</c:v>
                </c:pt>
                <c:pt idx="1412">
                  <c:v>8.2</c:v>
                </c:pt>
                <c:pt idx="1413">
                  <c:v>6.9</c:v>
                </c:pt>
                <c:pt idx="1414">
                  <c:v>7.1</c:v>
                </c:pt>
                <c:pt idx="1415">
                  <c:v>7.3</c:v>
                </c:pt>
                <c:pt idx="1416">
                  <c:v>6.2</c:v>
                </c:pt>
                <c:pt idx="1417">
                  <c:v>8.1</c:v>
                </c:pt>
                <c:pt idx="1418">
                  <c:v>7.061</c:v>
                </c:pt>
                <c:pt idx="1419">
                  <c:v>6.944</c:v>
                </c:pt>
                <c:pt idx="1420">
                  <c:v>7.7</c:v>
                </c:pt>
                <c:pt idx="1421">
                  <c:v>6.935</c:v>
                </c:pt>
                <c:pt idx="1422">
                  <c:v>7.8</c:v>
                </c:pt>
                <c:pt idx="1423">
                  <c:v>7.1</c:v>
                </c:pt>
                <c:pt idx="1424">
                  <c:v>7.1</c:v>
                </c:pt>
                <c:pt idx="1425">
                  <c:v>7.5</c:v>
                </c:pt>
                <c:pt idx="1426">
                  <c:v>6.1</c:v>
                </c:pt>
                <c:pt idx="1427">
                  <c:v>7</c:v>
                </c:pt>
                <c:pt idx="1428">
                  <c:v>7.549</c:v>
                </c:pt>
                <c:pt idx="1429">
                  <c:v>7</c:v>
                </c:pt>
                <c:pt idx="1430">
                  <c:v>8</c:v>
                </c:pt>
                <c:pt idx="1431">
                  <c:v>7.059</c:v>
                </c:pt>
                <c:pt idx="1432">
                  <c:v>6.2</c:v>
                </c:pt>
                <c:pt idx="1433">
                  <c:v>8.2</c:v>
                </c:pt>
                <c:pt idx="1434">
                  <c:v>7.6</c:v>
                </c:pt>
                <c:pt idx="1435">
                  <c:v>7.8</c:v>
                </c:pt>
                <c:pt idx="1436">
                  <c:v>7.2</c:v>
                </c:pt>
                <c:pt idx="1437">
                  <c:v>7.6</c:v>
                </c:pt>
                <c:pt idx="1438">
                  <c:v>6.8</c:v>
                </c:pt>
                <c:pt idx="1439">
                  <c:v>7.3</c:v>
                </c:pt>
                <c:pt idx="1440">
                  <c:v>6.9</c:v>
                </c:pt>
                <c:pt idx="1441">
                  <c:v>7.3</c:v>
                </c:pt>
                <c:pt idx="1442">
                  <c:v>8</c:v>
                </c:pt>
                <c:pt idx="1443">
                  <c:v>7.825</c:v>
                </c:pt>
                <c:pt idx="1444">
                  <c:v>7.4</c:v>
                </c:pt>
                <c:pt idx="1445">
                  <c:v>7.476</c:v>
                </c:pt>
                <c:pt idx="1446">
                  <c:v>7.2</c:v>
                </c:pt>
                <c:pt idx="1447">
                  <c:v>6</c:v>
                </c:pt>
                <c:pt idx="1448">
                  <c:v>7.587</c:v>
                </c:pt>
                <c:pt idx="1449">
                  <c:v>7.2</c:v>
                </c:pt>
                <c:pt idx="1450">
                  <c:v>5.2</c:v>
                </c:pt>
                <c:pt idx="1451">
                  <c:v>7.122</c:v>
                </c:pt>
                <c:pt idx="1452">
                  <c:v>7.5</c:v>
                </c:pt>
                <c:pt idx="1453">
                  <c:v>7.3</c:v>
                </c:pt>
                <c:pt idx="1454">
                  <c:v>5.295</c:v>
                </c:pt>
                <c:pt idx="1455">
                  <c:v>7.2</c:v>
                </c:pt>
                <c:pt idx="1456">
                  <c:v>8.052</c:v>
                </c:pt>
                <c:pt idx="1457">
                  <c:v>7.021</c:v>
                </c:pt>
                <c:pt idx="1458">
                  <c:v>7.2</c:v>
                </c:pt>
                <c:pt idx="1459">
                  <c:v>7.129</c:v>
                </c:pt>
                <c:pt idx="1460">
                  <c:v>7.1</c:v>
                </c:pt>
                <c:pt idx="1461">
                  <c:v>7.9</c:v>
                </c:pt>
                <c:pt idx="1462">
                  <c:v>7.698</c:v>
                </c:pt>
                <c:pt idx="1463">
                  <c:v>7.3</c:v>
                </c:pt>
                <c:pt idx="1464">
                  <c:v>6.489</c:v>
                </c:pt>
                <c:pt idx="1465">
                  <c:v>8.2</c:v>
                </c:pt>
                <c:pt idx="1466">
                  <c:v>7.3</c:v>
                </c:pt>
                <c:pt idx="1467">
                  <c:v>6.9</c:v>
                </c:pt>
                <c:pt idx="1468">
                  <c:v>7.1</c:v>
                </c:pt>
                <c:pt idx="1469">
                  <c:v>7.8</c:v>
                </c:pt>
                <c:pt idx="1470">
                  <c:v>7.3</c:v>
                </c:pt>
                <c:pt idx="1471">
                  <c:v>7.129</c:v>
                </c:pt>
                <c:pt idx="1472">
                  <c:v>7.7</c:v>
                </c:pt>
                <c:pt idx="1473">
                  <c:v>7.2</c:v>
                </c:pt>
                <c:pt idx="1474">
                  <c:v>6.324</c:v>
                </c:pt>
                <c:pt idx="1475">
                  <c:v>6.7</c:v>
                </c:pt>
                <c:pt idx="1476">
                  <c:v>7</c:v>
                </c:pt>
                <c:pt idx="1477">
                  <c:v>6.9</c:v>
                </c:pt>
                <c:pt idx="1478">
                  <c:v>6.81</c:v>
                </c:pt>
                <c:pt idx="1479">
                  <c:v>8.217</c:v>
                </c:pt>
                <c:pt idx="1480">
                  <c:v>7.2</c:v>
                </c:pt>
                <c:pt idx="1481">
                  <c:v>8.5</c:v>
                </c:pt>
                <c:pt idx="1482">
                  <c:v>7.302</c:v>
                </c:pt>
                <c:pt idx="1483">
                  <c:v>7.7</c:v>
                </c:pt>
                <c:pt idx="1484">
                  <c:v>7.2</c:v>
                </c:pt>
                <c:pt idx="1485">
                  <c:v>6.57</c:v>
                </c:pt>
                <c:pt idx="1486">
                  <c:v>7.966</c:v>
                </c:pt>
                <c:pt idx="1487">
                  <c:v>7.5</c:v>
                </c:pt>
                <c:pt idx="1488">
                  <c:v>7.7</c:v>
                </c:pt>
                <c:pt idx="1489">
                  <c:v>7</c:v>
                </c:pt>
                <c:pt idx="1490">
                  <c:v>5.445</c:v>
                </c:pt>
                <c:pt idx="1491">
                  <c:v>6.4</c:v>
                </c:pt>
                <c:pt idx="1492">
                  <c:v>6.8</c:v>
                </c:pt>
                <c:pt idx="1493">
                  <c:v>6.425</c:v>
                </c:pt>
                <c:pt idx="1494">
                  <c:v>7</c:v>
                </c:pt>
                <c:pt idx="1495">
                  <c:v>8.136</c:v>
                </c:pt>
                <c:pt idx="1496">
                  <c:v>7.2</c:v>
                </c:pt>
                <c:pt idx="1497">
                  <c:v>7.4</c:v>
                </c:pt>
                <c:pt idx="1498">
                  <c:v>5.8</c:v>
                </c:pt>
                <c:pt idx="1499">
                  <c:v>7.5</c:v>
                </c:pt>
                <c:pt idx="1500">
                  <c:v>7.1</c:v>
                </c:pt>
                <c:pt idx="1501">
                  <c:v>5.6</c:v>
                </c:pt>
                <c:pt idx="1502">
                  <c:v>7.262</c:v>
                </c:pt>
                <c:pt idx="1503">
                  <c:v>6.774</c:v>
                </c:pt>
                <c:pt idx="1504">
                  <c:v>6.963</c:v>
                </c:pt>
                <c:pt idx="1505">
                  <c:v>6.268</c:v>
                </c:pt>
                <c:pt idx="1506">
                  <c:v>6.8</c:v>
                </c:pt>
                <c:pt idx="1507">
                  <c:v>8</c:v>
                </c:pt>
                <c:pt idx="1508">
                  <c:v>6.4</c:v>
                </c:pt>
                <c:pt idx="1509">
                  <c:v>7.8</c:v>
                </c:pt>
                <c:pt idx="1510">
                  <c:v>7.9</c:v>
                </c:pt>
                <c:pt idx="1511">
                  <c:v>6.2</c:v>
                </c:pt>
                <c:pt idx="1512">
                  <c:v>5.4</c:v>
                </c:pt>
                <c:pt idx="1513">
                  <c:v>8.479</c:v>
                </c:pt>
                <c:pt idx="1514">
                  <c:v>8.2</c:v>
                </c:pt>
                <c:pt idx="1515">
                  <c:v>8.094</c:v>
                </c:pt>
                <c:pt idx="1516">
                  <c:v>8.1</c:v>
                </c:pt>
                <c:pt idx="1517">
                  <c:v>8</c:v>
                </c:pt>
                <c:pt idx="1518">
                  <c:v>7.074</c:v>
                </c:pt>
                <c:pt idx="1519">
                  <c:v>8.4</c:v>
                </c:pt>
                <c:pt idx="1520">
                  <c:v>7.7</c:v>
                </c:pt>
                <c:pt idx="1521">
                  <c:v>8.6</c:v>
                </c:pt>
                <c:pt idx="1522">
                  <c:v>8.6</c:v>
                </c:pt>
                <c:pt idx="1523">
                  <c:v>8.4</c:v>
                </c:pt>
                <c:pt idx="1524">
                  <c:v>7.597</c:v>
                </c:pt>
                <c:pt idx="1525">
                  <c:v>8.418</c:v>
                </c:pt>
                <c:pt idx="1526">
                  <c:v>7.741</c:v>
                </c:pt>
                <c:pt idx="1527">
                  <c:v>8.1</c:v>
                </c:pt>
                <c:pt idx="1528">
                  <c:v>7.674</c:v>
                </c:pt>
                <c:pt idx="1529">
                  <c:v>7.8</c:v>
                </c:pt>
                <c:pt idx="1530">
                  <c:v>7.4</c:v>
                </c:pt>
                <c:pt idx="1531">
                  <c:v>8.238</c:v>
                </c:pt>
                <c:pt idx="1532">
                  <c:v>7.8</c:v>
                </c:pt>
                <c:pt idx="1533">
                  <c:v>7.7</c:v>
                </c:pt>
                <c:pt idx="1534">
                  <c:v>7.3</c:v>
                </c:pt>
                <c:pt idx="1535">
                  <c:v>8.2</c:v>
                </c:pt>
                <c:pt idx="1536">
                  <c:v>7.4</c:v>
                </c:pt>
                <c:pt idx="1537">
                  <c:v>7.276</c:v>
                </c:pt>
                <c:pt idx="1538">
                  <c:v>7.59</c:v>
                </c:pt>
                <c:pt idx="1539">
                  <c:v>8.4</c:v>
                </c:pt>
                <c:pt idx="1540">
                  <c:v>7.5</c:v>
                </c:pt>
                <c:pt idx="1541">
                  <c:v>7.603</c:v>
                </c:pt>
                <c:pt idx="1542">
                  <c:v>7.8</c:v>
                </c:pt>
                <c:pt idx="1543">
                  <c:v>8</c:v>
                </c:pt>
                <c:pt idx="1544">
                  <c:v>7.47</c:v>
                </c:pt>
                <c:pt idx="1545">
                  <c:v>8.7</c:v>
                </c:pt>
                <c:pt idx="1546">
                  <c:v>8.3</c:v>
                </c:pt>
                <c:pt idx="1547">
                  <c:v>8.346</c:v>
                </c:pt>
                <c:pt idx="1548">
                  <c:v>7.5</c:v>
                </c:pt>
                <c:pt idx="1549">
                  <c:v>7.478</c:v>
                </c:pt>
                <c:pt idx="1550">
                  <c:v>8.4</c:v>
                </c:pt>
                <c:pt idx="1551">
                  <c:v>5.9</c:v>
                </c:pt>
                <c:pt idx="1552">
                  <c:v>7.7</c:v>
                </c:pt>
                <c:pt idx="1553">
                  <c:v>7.6</c:v>
                </c:pt>
                <c:pt idx="1554">
                  <c:v>8.1</c:v>
                </c:pt>
                <c:pt idx="1555">
                  <c:v>7.8</c:v>
                </c:pt>
                <c:pt idx="1556">
                  <c:v>7.8</c:v>
                </c:pt>
                <c:pt idx="1557">
                  <c:v>6.3</c:v>
                </c:pt>
                <c:pt idx="1558">
                  <c:v>7.1</c:v>
                </c:pt>
                <c:pt idx="1559">
                  <c:v>7.8</c:v>
                </c:pt>
                <c:pt idx="1560">
                  <c:v>8.08</c:v>
                </c:pt>
                <c:pt idx="1561">
                  <c:v>7.5</c:v>
                </c:pt>
                <c:pt idx="1562">
                  <c:v>7.521</c:v>
                </c:pt>
                <c:pt idx="1563">
                  <c:v>7.5</c:v>
                </c:pt>
                <c:pt idx="1564">
                  <c:v>8.416</c:v>
                </c:pt>
                <c:pt idx="1565">
                  <c:v>7.073</c:v>
                </c:pt>
                <c:pt idx="1566">
                  <c:v>7.6</c:v>
                </c:pt>
                <c:pt idx="1567">
                  <c:v>7.1</c:v>
                </c:pt>
                <c:pt idx="1568">
                  <c:v>8.1</c:v>
                </c:pt>
                <c:pt idx="1569">
                  <c:v>5.8</c:v>
                </c:pt>
                <c:pt idx="1570">
                  <c:v>7.392</c:v>
                </c:pt>
                <c:pt idx="1571">
                  <c:v>7.5</c:v>
                </c:pt>
                <c:pt idx="1572">
                  <c:v>7.738</c:v>
                </c:pt>
                <c:pt idx="1573">
                  <c:v>8.297</c:v>
                </c:pt>
                <c:pt idx="1574">
                  <c:v>7.4</c:v>
                </c:pt>
                <c:pt idx="1575">
                  <c:v>7.407</c:v>
                </c:pt>
                <c:pt idx="1576">
                  <c:v>7.2</c:v>
                </c:pt>
                <c:pt idx="1577">
                  <c:v>7.456</c:v>
                </c:pt>
                <c:pt idx="1578">
                  <c:v>8.095</c:v>
                </c:pt>
                <c:pt idx="1579">
                  <c:v>8.467</c:v>
                </c:pt>
                <c:pt idx="1580">
                  <c:v>8.4</c:v>
                </c:pt>
                <c:pt idx="1581">
                  <c:v>7.48</c:v>
                </c:pt>
                <c:pt idx="1582">
                  <c:v>6.625</c:v>
                </c:pt>
                <c:pt idx="1583">
                  <c:v>6.5</c:v>
                </c:pt>
                <c:pt idx="1584">
                  <c:v>7.69</c:v>
                </c:pt>
                <c:pt idx="1585">
                  <c:v>7.7</c:v>
                </c:pt>
                <c:pt idx="1586">
                  <c:v>7.8</c:v>
                </c:pt>
                <c:pt idx="1587">
                  <c:v>6.539</c:v>
                </c:pt>
                <c:pt idx="1588">
                  <c:v>7.5</c:v>
                </c:pt>
                <c:pt idx="1589">
                  <c:v>7.825</c:v>
                </c:pt>
                <c:pt idx="1590">
                  <c:v>8</c:v>
                </c:pt>
                <c:pt idx="1591">
                  <c:v>8.3</c:v>
                </c:pt>
                <c:pt idx="1592">
                  <c:v>8.062</c:v>
                </c:pt>
                <c:pt idx="1593">
                  <c:v>7.8</c:v>
                </c:pt>
                <c:pt idx="1594">
                  <c:v>8.074</c:v>
                </c:pt>
                <c:pt idx="1595">
                  <c:v>6.439</c:v>
                </c:pt>
                <c:pt idx="1596">
                  <c:v>6.5</c:v>
                </c:pt>
                <c:pt idx="1597">
                  <c:v>8.236</c:v>
                </c:pt>
                <c:pt idx="1598">
                  <c:v>7.4</c:v>
                </c:pt>
                <c:pt idx="1599">
                  <c:v>6.4</c:v>
                </c:pt>
                <c:pt idx="1600">
                  <c:v>7.804</c:v>
                </c:pt>
                <c:pt idx="1601">
                  <c:v>8.503</c:v>
                </c:pt>
                <c:pt idx="1602">
                  <c:v>8</c:v>
                </c:pt>
                <c:pt idx="1603">
                  <c:v>7.4</c:v>
                </c:pt>
                <c:pt idx="1604">
                  <c:v>7.9</c:v>
                </c:pt>
                <c:pt idx="1605">
                  <c:v>8</c:v>
                </c:pt>
                <c:pt idx="1606">
                  <c:v>7.7</c:v>
                </c:pt>
                <c:pt idx="1607">
                  <c:v>7.86</c:v>
                </c:pt>
                <c:pt idx="1608">
                  <c:v>7.1</c:v>
                </c:pt>
                <c:pt idx="1609">
                  <c:v>7.184</c:v>
                </c:pt>
                <c:pt idx="1610">
                  <c:v>7.4</c:v>
                </c:pt>
                <c:pt idx="1611">
                  <c:v>7.795</c:v>
                </c:pt>
                <c:pt idx="1612">
                  <c:v>8.2</c:v>
                </c:pt>
                <c:pt idx="1613">
                  <c:v>5.7</c:v>
                </c:pt>
                <c:pt idx="1614">
                  <c:v>8</c:v>
                </c:pt>
                <c:pt idx="1615">
                  <c:v>8</c:v>
                </c:pt>
                <c:pt idx="1616">
                  <c:v>7.3</c:v>
                </c:pt>
                <c:pt idx="1617">
                  <c:v>7.56</c:v>
                </c:pt>
                <c:pt idx="1618">
                  <c:v>7.9</c:v>
                </c:pt>
                <c:pt idx="1619">
                  <c:v>7.462</c:v>
                </c:pt>
                <c:pt idx="1620">
                  <c:v>8.3</c:v>
                </c:pt>
                <c:pt idx="1621">
                  <c:v>7.983</c:v>
                </c:pt>
                <c:pt idx="1622">
                  <c:v>7.1</c:v>
                </c:pt>
                <c:pt idx="1623">
                  <c:v>7.616</c:v>
                </c:pt>
                <c:pt idx="1624">
                  <c:v>7.9</c:v>
                </c:pt>
                <c:pt idx="1625">
                  <c:v>5.1</c:v>
                </c:pt>
                <c:pt idx="1626">
                  <c:v>8.3</c:v>
                </c:pt>
                <c:pt idx="1627">
                  <c:v>7.189</c:v>
                </c:pt>
                <c:pt idx="1628">
                  <c:v>7</c:v>
                </c:pt>
                <c:pt idx="1629">
                  <c:v>8.1</c:v>
                </c:pt>
                <c:pt idx="1630">
                  <c:v>7.1</c:v>
                </c:pt>
                <c:pt idx="1631">
                  <c:v>7</c:v>
                </c:pt>
                <c:pt idx="1632">
                  <c:v>7.6</c:v>
                </c:pt>
                <c:pt idx="1633">
                  <c:v>7.7</c:v>
                </c:pt>
                <c:pt idx="1634">
                  <c:v>7.7</c:v>
                </c:pt>
                <c:pt idx="1635">
                  <c:v>8.4</c:v>
                </c:pt>
                <c:pt idx="1636">
                  <c:v>7.1</c:v>
                </c:pt>
                <c:pt idx="1637">
                  <c:v>7.9</c:v>
                </c:pt>
                <c:pt idx="1638">
                  <c:v>7.787</c:v>
                </c:pt>
                <c:pt idx="1639">
                  <c:v>8.1</c:v>
                </c:pt>
                <c:pt idx="1640">
                  <c:v>6.1</c:v>
                </c:pt>
                <c:pt idx="1641">
                  <c:v>7.5</c:v>
                </c:pt>
                <c:pt idx="1642">
                  <c:v>8.432</c:v>
                </c:pt>
                <c:pt idx="1643">
                  <c:v>7.311</c:v>
                </c:pt>
                <c:pt idx="1644">
                  <c:v>7.275</c:v>
                </c:pt>
                <c:pt idx="1645">
                  <c:v>8.4</c:v>
                </c:pt>
                <c:pt idx="1646">
                  <c:v>7.3</c:v>
                </c:pt>
                <c:pt idx="1647">
                  <c:v>6.7</c:v>
                </c:pt>
                <c:pt idx="1648">
                  <c:v>8.236</c:v>
                </c:pt>
                <c:pt idx="1649">
                  <c:v>6.2</c:v>
                </c:pt>
                <c:pt idx="1650">
                  <c:v>6.6</c:v>
                </c:pt>
                <c:pt idx="1651">
                  <c:v>7.2</c:v>
                </c:pt>
                <c:pt idx="1652">
                  <c:v>6.7</c:v>
                </c:pt>
                <c:pt idx="1653">
                  <c:v>8.4</c:v>
                </c:pt>
                <c:pt idx="1654">
                  <c:v>8.2</c:v>
                </c:pt>
                <c:pt idx="1655">
                  <c:v>7</c:v>
                </c:pt>
                <c:pt idx="1656">
                  <c:v>6.2</c:v>
                </c:pt>
                <c:pt idx="1657">
                  <c:v>6.4</c:v>
                </c:pt>
                <c:pt idx="1658">
                  <c:v>7.9</c:v>
                </c:pt>
                <c:pt idx="1659">
                  <c:v>8.3</c:v>
                </c:pt>
                <c:pt idx="1660">
                  <c:v>7.232</c:v>
                </c:pt>
                <c:pt idx="1661">
                  <c:v>7.9</c:v>
                </c:pt>
                <c:pt idx="1662">
                  <c:v>6.5</c:v>
                </c:pt>
                <c:pt idx="1663">
                  <c:v>7.3</c:v>
                </c:pt>
                <c:pt idx="1664">
                  <c:v>7.418</c:v>
                </c:pt>
                <c:pt idx="1665">
                  <c:v>7.9</c:v>
                </c:pt>
                <c:pt idx="1666">
                  <c:v>6.7</c:v>
                </c:pt>
                <c:pt idx="1667">
                  <c:v>6.937</c:v>
                </c:pt>
                <c:pt idx="1668">
                  <c:v>6.8</c:v>
                </c:pt>
                <c:pt idx="1669">
                  <c:v>7.5</c:v>
                </c:pt>
                <c:pt idx="1670">
                  <c:v>6.6</c:v>
                </c:pt>
                <c:pt idx="1671">
                  <c:v>6.6</c:v>
                </c:pt>
                <c:pt idx="1672">
                  <c:v>7.6</c:v>
                </c:pt>
                <c:pt idx="1673">
                  <c:v>7.1</c:v>
                </c:pt>
                <c:pt idx="1674">
                  <c:v>6.765</c:v>
                </c:pt>
                <c:pt idx="1675">
                  <c:v>8.3</c:v>
                </c:pt>
                <c:pt idx="1676">
                  <c:v>6.9</c:v>
                </c:pt>
                <c:pt idx="1677">
                  <c:v>7.427</c:v>
                </c:pt>
                <c:pt idx="1678">
                  <c:v>6.1</c:v>
                </c:pt>
                <c:pt idx="1679">
                  <c:v>7.3</c:v>
                </c:pt>
                <c:pt idx="1680">
                  <c:v>5.943</c:v>
                </c:pt>
                <c:pt idx="1681">
                  <c:v>7.412</c:v>
                </c:pt>
                <c:pt idx="1682">
                  <c:v>7.8</c:v>
                </c:pt>
                <c:pt idx="1683">
                  <c:v>6.7</c:v>
                </c:pt>
                <c:pt idx="1684">
                  <c:v>7.9</c:v>
                </c:pt>
                <c:pt idx="1685">
                  <c:v>7.829</c:v>
                </c:pt>
                <c:pt idx="1686">
                  <c:v>5.936</c:v>
                </c:pt>
                <c:pt idx="1687">
                  <c:v>7.3</c:v>
                </c:pt>
                <c:pt idx="1688">
                  <c:v>6.6</c:v>
                </c:pt>
                <c:pt idx="1689">
                  <c:v>7.2</c:v>
                </c:pt>
                <c:pt idx="1690">
                  <c:v>7.2</c:v>
                </c:pt>
                <c:pt idx="1691">
                  <c:v>6.7</c:v>
                </c:pt>
                <c:pt idx="1692">
                  <c:v>6.7</c:v>
                </c:pt>
                <c:pt idx="1693">
                  <c:v>6.8</c:v>
                </c:pt>
                <c:pt idx="1694">
                  <c:v>7.1</c:v>
                </c:pt>
                <c:pt idx="1695">
                  <c:v>8.7</c:v>
                </c:pt>
                <c:pt idx="1696">
                  <c:v>7.011</c:v>
                </c:pt>
                <c:pt idx="1697">
                  <c:v>6.3</c:v>
                </c:pt>
                <c:pt idx="1698">
                  <c:v>8.3</c:v>
                </c:pt>
                <c:pt idx="1699">
                  <c:v>7.5</c:v>
                </c:pt>
                <c:pt idx="1700">
                  <c:v>6.1</c:v>
                </c:pt>
                <c:pt idx="1701">
                  <c:v>5.9</c:v>
                </c:pt>
                <c:pt idx="1702">
                  <c:v>6.4</c:v>
                </c:pt>
                <c:pt idx="1703">
                  <c:v>7.181</c:v>
                </c:pt>
                <c:pt idx="1704">
                  <c:v>5.5</c:v>
                </c:pt>
                <c:pt idx="1705">
                  <c:v>6.66</c:v>
                </c:pt>
                <c:pt idx="1706">
                  <c:v>6.791</c:v>
                </c:pt>
                <c:pt idx="1707">
                  <c:v>8.1</c:v>
                </c:pt>
                <c:pt idx="1708">
                  <c:v>7.1</c:v>
                </c:pt>
                <c:pt idx="1709">
                  <c:v>7.1</c:v>
                </c:pt>
                <c:pt idx="1710">
                  <c:v>6.7</c:v>
                </c:pt>
                <c:pt idx="1711">
                  <c:v>6.4</c:v>
                </c:pt>
                <c:pt idx="1712">
                  <c:v>7.1</c:v>
                </c:pt>
                <c:pt idx="1713">
                  <c:v>6.5</c:v>
                </c:pt>
                <c:pt idx="1714">
                  <c:v>7.2</c:v>
                </c:pt>
                <c:pt idx="1715">
                  <c:v>7.7</c:v>
                </c:pt>
                <c:pt idx="1716">
                  <c:v>6.9</c:v>
                </c:pt>
                <c:pt idx="1717">
                  <c:v>7</c:v>
                </c:pt>
                <c:pt idx="1718">
                  <c:v>6.722</c:v>
                </c:pt>
                <c:pt idx="1719">
                  <c:v>8.1</c:v>
                </c:pt>
                <c:pt idx="1720">
                  <c:v>6.7</c:v>
                </c:pt>
                <c:pt idx="1721">
                  <c:v>6.9</c:v>
                </c:pt>
                <c:pt idx="1722">
                  <c:v>6.9</c:v>
                </c:pt>
                <c:pt idx="1723">
                  <c:v>8.1</c:v>
                </c:pt>
                <c:pt idx="1724">
                  <c:v>6.6</c:v>
                </c:pt>
                <c:pt idx="1725">
                  <c:v>8.349</c:v>
                </c:pt>
                <c:pt idx="1726">
                  <c:v>6.005</c:v>
                </c:pt>
                <c:pt idx="1727">
                  <c:v>6.8</c:v>
                </c:pt>
                <c:pt idx="1728">
                  <c:v>7.2</c:v>
                </c:pt>
                <c:pt idx="1729">
                  <c:v>8.1</c:v>
                </c:pt>
                <c:pt idx="1730">
                  <c:v>7</c:v>
                </c:pt>
                <c:pt idx="1731">
                  <c:v>7.466</c:v>
                </c:pt>
                <c:pt idx="1732">
                  <c:v>7.9</c:v>
                </c:pt>
                <c:pt idx="1733">
                  <c:v>6.6</c:v>
                </c:pt>
                <c:pt idx="1734">
                  <c:v>6.4</c:v>
                </c:pt>
                <c:pt idx="1735">
                  <c:v>6.5</c:v>
                </c:pt>
                <c:pt idx="1736">
                  <c:v>8.2</c:v>
                </c:pt>
                <c:pt idx="1737">
                  <c:v>7.4</c:v>
                </c:pt>
                <c:pt idx="1738">
                  <c:v>7.8</c:v>
                </c:pt>
                <c:pt idx="1739">
                  <c:v>7.76</c:v>
                </c:pt>
                <c:pt idx="1740">
                  <c:v>7.3</c:v>
                </c:pt>
                <c:pt idx="1741">
                  <c:v>6.6</c:v>
                </c:pt>
                <c:pt idx="1742">
                  <c:v>7.065</c:v>
                </c:pt>
                <c:pt idx="1743">
                  <c:v>6.781</c:v>
                </c:pt>
                <c:pt idx="1744">
                  <c:v>8</c:v>
                </c:pt>
                <c:pt idx="1745">
                  <c:v>7.8</c:v>
                </c:pt>
                <c:pt idx="1746">
                  <c:v>8.2</c:v>
                </c:pt>
                <c:pt idx="1747">
                  <c:v>7.6</c:v>
                </c:pt>
                <c:pt idx="1748">
                  <c:v>7.4</c:v>
                </c:pt>
                <c:pt idx="1749">
                  <c:v>6.4</c:v>
                </c:pt>
                <c:pt idx="1750">
                  <c:v>8.1</c:v>
                </c:pt>
                <c:pt idx="1751">
                  <c:v>6</c:v>
                </c:pt>
                <c:pt idx="1752">
                  <c:v>6.9</c:v>
                </c:pt>
                <c:pt idx="1753">
                  <c:v>8</c:v>
                </c:pt>
                <c:pt idx="1754">
                  <c:v>8.1</c:v>
                </c:pt>
                <c:pt idx="1755">
                  <c:v>6.6</c:v>
                </c:pt>
                <c:pt idx="1756">
                  <c:v>7.3</c:v>
                </c:pt>
                <c:pt idx="1757">
                  <c:v>7.4</c:v>
                </c:pt>
                <c:pt idx="1758">
                  <c:v>7.3</c:v>
                </c:pt>
                <c:pt idx="1759">
                  <c:v>3.558</c:v>
                </c:pt>
                <c:pt idx="1760">
                  <c:v>7.945</c:v>
                </c:pt>
                <c:pt idx="1761">
                  <c:v>7.8</c:v>
                </c:pt>
                <c:pt idx="1762">
                  <c:v>7.216</c:v>
                </c:pt>
                <c:pt idx="1763">
                  <c:v>8</c:v>
                </c:pt>
                <c:pt idx="1764">
                  <c:v>5.589</c:v>
                </c:pt>
                <c:pt idx="1765">
                  <c:v>7.1</c:v>
                </c:pt>
                <c:pt idx="1766">
                  <c:v>7.4</c:v>
                </c:pt>
                <c:pt idx="1767">
                  <c:v>7.1</c:v>
                </c:pt>
                <c:pt idx="1768">
                  <c:v>7.3</c:v>
                </c:pt>
                <c:pt idx="1769">
                  <c:v>7.914</c:v>
                </c:pt>
                <c:pt idx="1770">
                  <c:v>5.8</c:v>
                </c:pt>
                <c:pt idx="1771">
                  <c:v>8.2</c:v>
                </c:pt>
                <c:pt idx="1772">
                  <c:v>8.2</c:v>
                </c:pt>
                <c:pt idx="1773">
                  <c:v>7.7</c:v>
                </c:pt>
                <c:pt idx="1774">
                  <c:v>7.7</c:v>
                </c:pt>
                <c:pt idx="1775">
                  <c:v>6</c:v>
                </c:pt>
                <c:pt idx="1776">
                  <c:v>7.9</c:v>
                </c:pt>
                <c:pt idx="1777">
                  <c:v>6.3</c:v>
                </c:pt>
                <c:pt idx="1778">
                  <c:v>6.8</c:v>
                </c:pt>
                <c:pt idx="1779">
                  <c:v>6.5</c:v>
                </c:pt>
                <c:pt idx="1780">
                  <c:v>6.9</c:v>
                </c:pt>
                <c:pt idx="1781">
                  <c:v>5.6</c:v>
                </c:pt>
                <c:pt idx="1782">
                  <c:v>7.331</c:v>
                </c:pt>
                <c:pt idx="1783">
                  <c:v>6.5</c:v>
                </c:pt>
                <c:pt idx="1784">
                  <c:v>6.909</c:v>
                </c:pt>
                <c:pt idx="1785">
                  <c:v>6.8</c:v>
                </c:pt>
                <c:pt idx="1786">
                  <c:v>8.5</c:v>
                </c:pt>
                <c:pt idx="1787">
                  <c:v>8.25</c:v>
                </c:pt>
                <c:pt idx="1788">
                  <c:v>8.2</c:v>
                </c:pt>
                <c:pt idx="1789">
                  <c:v>8.1</c:v>
                </c:pt>
                <c:pt idx="1790">
                  <c:v>8.425</c:v>
                </c:pt>
                <c:pt idx="1791">
                  <c:v>8.2</c:v>
                </c:pt>
                <c:pt idx="1792">
                  <c:v>8.3</c:v>
                </c:pt>
                <c:pt idx="1793">
                  <c:v>7.3</c:v>
                </c:pt>
                <c:pt idx="1794">
                  <c:v>7.862</c:v>
                </c:pt>
                <c:pt idx="1795">
                  <c:v>8.598</c:v>
                </c:pt>
                <c:pt idx="1796">
                  <c:v>7.9</c:v>
                </c:pt>
                <c:pt idx="1797">
                  <c:v>7.9</c:v>
                </c:pt>
                <c:pt idx="1798">
                  <c:v>7.5</c:v>
                </c:pt>
                <c:pt idx="1799">
                  <c:v>8.027</c:v>
                </c:pt>
                <c:pt idx="1800">
                  <c:v>7.2</c:v>
                </c:pt>
                <c:pt idx="1801">
                  <c:v>8.2</c:v>
                </c:pt>
                <c:pt idx="1802">
                  <c:v>8.1</c:v>
                </c:pt>
                <c:pt idx="1803">
                  <c:v>7.2</c:v>
                </c:pt>
                <c:pt idx="1804">
                  <c:v>7.997</c:v>
                </c:pt>
                <c:pt idx="1805">
                  <c:v>8</c:v>
                </c:pt>
                <c:pt idx="1806">
                  <c:v>7.689</c:v>
                </c:pt>
                <c:pt idx="1807">
                  <c:v>7.5</c:v>
                </c:pt>
                <c:pt idx="1808">
                  <c:v>7.6</c:v>
                </c:pt>
                <c:pt idx="1809">
                  <c:v>7.3</c:v>
                </c:pt>
                <c:pt idx="1810">
                  <c:v>7.909</c:v>
                </c:pt>
                <c:pt idx="1811">
                  <c:v>8.3</c:v>
                </c:pt>
                <c:pt idx="1812">
                  <c:v>8.443</c:v>
                </c:pt>
                <c:pt idx="1813">
                  <c:v>8.4</c:v>
                </c:pt>
                <c:pt idx="1814">
                  <c:v>8.6</c:v>
                </c:pt>
                <c:pt idx="1815">
                  <c:v>8.1</c:v>
                </c:pt>
                <c:pt idx="1816">
                  <c:v>8.2</c:v>
                </c:pt>
                <c:pt idx="1817">
                  <c:v>7.665</c:v>
                </c:pt>
                <c:pt idx="1818">
                  <c:v>7.581</c:v>
                </c:pt>
                <c:pt idx="1819">
                  <c:v>8</c:v>
                </c:pt>
                <c:pt idx="1820">
                  <c:v>7.5</c:v>
                </c:pt>
                <c:pt idx="1821">
                  <c:v>8.3</c:v>
                </c:pt>
                <c:pt idx="1822">
                  <c:v>8.3</c:v>
                </c:pt>
                <c:pt idx="1823">
                  <c:v>8.5</c:v>
                </c:pt>
                <c:pt idx="1824">
                  <c:v>7.7</c:v>
                </c:pt>
                <c:pt idx="1825">
                  <c:v>7.8</c:v>
                </c:pt>
                <c:pt idx="1826">
                  <c:v>8.5</c:v>
                </c:pt>
                <c:pt idx="1827">
                  <c:v>8</c:v>
                </c:pt>
                <c:pt idx="1828">
                  <c:v>8.2</c:v>
                </c:pt>
                <c:pt idx="1829">
                  <c:v>7.806</c:v>
                </c:pt>
                <c:pt idx="1830">
                  <c:v>7.5</c:v>
                </c:pt>
                <c:pt idx="1831">
                  <c:v>7.9</c:v>
                </c:pt>
                <c:pt idx="1832">
                  <c:v>6.5</c:v>
                </c:pt>
                <c:pt idx="1833">
                  <c:v>8.6</c:v>
                </c:pt>
                <c:pt idx="1834">
                  <c:v>8.2</c:v>
                </c:pt>
                <c:pt idx="1835">
                  <c:v>8.205</c:v>
                </c:pt>
                <c:pt idx="1836">
                  <c:v>5</c:v>
                </c:pt>
                <c:pt idx="1837">
                  <c:v>7.5</c:v>
                </c:pt>
                <c:pt idx="1838">
                  <c:v>7.3</c:v>
                </c:pt>
                <c:pt idx="1839">
                  <c:v>8.225</c:v>
                </c:pt>
                <c:pt idx="1840">
                  <c:v>8</c:v>
                </c:pt>
                <c:pt idx="1841">
                  <c:v>8.1</c:v>
                </c:pt>
                <c:pt idx="1842">
                  <c:v>8.4</c:v>
                </c:pt>
                <c:pt idx="1843">
                  <c:v>7.444</c:v>
                </c:pt>
                <c:pt idx="1844">
                  <c:v>7.1</c:v>
                </c:pt>
                <c:pt idx="1845">
                  <c:v>8.1</c:v>
                </c:pt>
                <c:pt idx="1846">
                  <c:v>8.5</c:v>
                </c:pt>
                <c:pt idx="1847">
                  <c:v>7.8</c:v>
                </c:pt>
                <c:pt idx="1848">
                  <c:v>6.9</c:v>
                </c:pt>
                <c:pt idx="1849">
                  <c:v>8.1</c:v>
                </c:pt>
                <c:pt idx="1850">
                  <c:v>7.4</c:v>
                </c:pt>
                <c:pt idx="1851">
                  <c:v>7.1</c:v>
                </c:pt>
                <c:pt idx="1852">
                  <c:v>7.8</c:v>
                </c:pt>
                <c:pt idx="1853">
                  <c:v>8.028</c:v>
                </c:pt>
                <c:pt idx="1854">
                  <c:v>7.4</c:v>
                </c:pt>
                <c:pt idx="1855">
                  <c:v>7.8</c:v>
                </c:pt>
                <c:pt idx="1856">
                  <c:v>8.1</c:v>
                </c:pt>
                <c:pt idx="1857">
                  <c:v>7.2</c:v>
                </c:pt>
                <c:pt idx="1858">
                  <c:v>7.375</c:v>
                </c:pt>
                <c:pt idx="1859">
                  <c:v>7</c:v>
                </c:pt>
                <c:pt idx="1860">
                  <c:v>6.6</c:v>
                </c:pt>
                <c:pt idx="1861">
                  <c:v>8.214</c:v>
                </c:pt>
                <c:pt idx="1862">
                  <c:v>8.114</c:v>
                </c:pt>
                <c:pt idx="1863">
                  <c:v>8.476</c:v>
                </c:pt>
                <c:pt idx="1864">
                  <c:v>7.7</c:v>
                </c:pt>
                <c:pt idx="1865">
                  <c:v>6.363</c:v>
                </c:pt>
                <c:pt idx="1866">
                  <c:v>7.3</c:v>
                </c:pt>
                <c:pt idx="1867">
                  <c:v>7.3</c:v>
                </c:pt>
                <c:pt idx="1868">
                  <c:v>6.6</c:v>
                </c:pt>
                <c:pt idx="1869">
                  <c:v>8</c:v>
                </c:pt>
                <c:pt idx="1870">
                  <c:v>8</c:v>
                </c:pt>
                <c:pt idx="1871">
                  <c:v>8.1</c:v>
                </c:pt>
                <c:pt idx="1872">
                  <c:v>8.02</c:v>
                </c:pt>
                <c:pt idx="1873">
                  <c:v>8.1</c:v>
                </c:pt>
                <c:pt idx="1874">
                  <c:v>6.9</c:v>
                </c:pt>
                <c:pt idx="1875">
                  <c:v>7.7</c:v>
                </c:pt>
                <c:pt idx="1876">
                  <c:v>8.231</c:v>
                </c:pt>
                <c:pt idx="1877">
                  <c:v>7.7</c:v>
                </c:pt>
                <c:pt idx="1878">
                  <c:v>8.3</c:v>
                </c:pt>
                <c:pt idx="1879">
                  <c:v>7.5</c:v>
                </c:pt>
                <c:pt idx="1880">
                  <c:v>8.55</c:v>
                </c:pt>
                <c:pt idx="1881">
                  <c:v>6.662</c:v>
                </c:pt>
                <c:pt idx="1882">
                  <c:v>7</c:v>
                </c:pt>
                <c:pt idx="1883">
                  <c:v>7.6</c:v>
                </c:pt>
                <c:pt idx="1884">
                  <c:v>6.882</c:v>
                </c:pt>
                <c:pt idx="1885">
                  <c:v>7.17</c:v>
                </c:pt>
                <c:pt idx="1886">
                  <c:v>8.03</c:v>
                </c:pt>
                <c:pt idx="1887">
                  <c:v>7.2</c:v>
                </c:pt>
                <c:pt idx="1888">
                  <c:v>7.3</c:v>
                </c:pt>
                <c:pt idx="1889">
                  <c:v>8.3</c:v>
                </c:pt>
                <c:pt idx="1890">
                  <c:v>7.3</c:v>
                </c:pt>
                <c:pt idx="1891">
                  <c:v>7.239</c:v>
                </c:pt>
                <c:pt idx="1892">
                  <c:v>7.903</c:v>
                </c:pt>
                <c:pt idx="1893">
                  <c:v>7.7</c:v>
                </c:pt>
                <c:pt idx="1894">
                  <c:v>8.392</c:v>
                </c:pt>
                <c:pt idx="1895">
                  <c:v>8.1</c:v>
                </c:pt>
                <c:pt idx="1896">
                  <c:v>7.9</c:v>
                </c:pt>
                <c:pt idx="1897">
                  <c:v>7.286</c:v>
                </c:pt>
                <c:pt idx="1898">
                  <c:v>7.518</c:v>
                </c:pt>
                <c:pt idx="1899">
                  <c:v>7.8</c:v>
                </c:pt>
                <c:pt idx="1900">
                  <c:v>7.3</c:v>
                </c:pt>
                <c:pt idx="1901">
                  <c:v>7.747</c:v>
                </c:pt>
                <c:pt idx="1902">
                  <c:v>7.84</c:v>
                </c:pt>
                <c:pt idx="1903">
                  <c:v>7.5</c:v>
                </c:pt>
                <c:pt idx="1904">
                  <c:v>7.5</c:v>
                </c:pt>
                <c:pt idx="1905">
                  <c:v>7.171</c:v>
                </c:pt>
                <c:pt idx="1906">
                  <c:v>6.6</c:v>
                </c:pt>
                <c:pt idx="1907">
                  <c:v>7.8</c:v>
                </c:pt>
                <c:pt idx="1908">
                  <c:v>8</c:v>
                </c:pt>
                <c:pt idx="1909">
                  <c:v>8.333</c:v>
                </c:pt>
                <c:pt idx="1910">
                  <c:v>5.955</c:v>
                </c:pt>
                <c:pt idx="1911">
                  <c:v>8.5</c:v>
                </c:pt>
                <c:pt idx="1912">
                  <c:v>7.4</c:v>
                </c:pt>
                <c:pt idx="1913">
                  <c:v>7</c:v>
                </c:pt>
                <c:pt idx="1914">
                  <c:v>7.6</c:v>
                </c:pt>
                <c:pt idx="1915">
                  <c:v>7.9</c:v>
                </c:pt>
                <c:pt idx="1916">
                  <c:v>7.2</c:v>
                </c:pt>
                <c:pt idx="1917">
                  <c:v>7.167</c:v>
                </c:pt>
                <c:pt idx="1918">
                  <c:v>7.2</c:v>
                </c:pt>
                <c:pt idx="1919">
                  <c:v>6.8</c:v>
                </c:pt>
                <c:pt idx="1920">
                  <c:v>6.9</c:v>
                </c:pt>
                <c:pt idx="1921">
                  <c:v>5</c:v>
                </c:pt>
                <c:pt idx="1922">
                  <c:v>7.8</c:v>
                </c:pt>
                <c:pt idx="1923">
                  <c:v>8.586</c:v>
                </c:pt>
                <c:pt idx="1924">
                  <c:v>7.8</c:v>
                </c:pt>
                <c:pt idx="1925">
                  <c:v>7.4</c:v>
                </c:pt>
                <c:pt idx="1926">
                  <c:v>7.4</c:v>
                </c:pt>
                <c:pt idx="1927">
                  <c:v>7.2</c:v>
                </c:pt>
                <c:pt idx="1928">
                  <c:v>7.403</c:v>
                </c:pt>
                <c:pt idx="1929">
                  <c:v>8.6</c:v>
                </c:pt>
                <c:pt idx="1930">
                  <c:v>7.7</c:v>
                </c:pt>
                <c:pt idx="1931">
                  <c:v>7.9</c:v>
                </c:pt>
                <c:pt idx="1932">
                  <c:v>7.1</c:v>
                </c:pt>
                <c:pt idx="1933">
                  <c:v>8.1</c:v>
                </c:pt>
                <c:pt idx="1934">
                  <c:v>8.2</c:v>
                </c:pt>
                <c:pt idx="1935">
                  <c:v>7.5</c:v>
                </c:pt>
                <c:pt idx="1936">
                  <c:v>7.352</c:v>
                </c:pt>
                <c:pt idx="1937">
                  <c:v>7</c:v>
                </c:pt>
                <c:pt idx="1938">
                  <c:v>7.8</c:v>
                </c:pt>
                <c:pt idx="1939">
                  <c:v>7.466</c:v>
                </c:pt>
                <c:pt idx="1940">
                  <c:v>7.408</c:v>
                </c:pt>
                <c:pt idx="1941">
                  <c:v>8.2</c:v>
                </c:pt>
                <c:pt idx="1942">
                  <c:v>6.854</c:v>
                </c:pt>
                <c:pt idx="1943">
                  <c:v>7.62</c:v>
                </c:pt>
                <c:pt idx="1944">
                  <c:v>7.8</c:v>
                </c:pt>
                <c:pt idx="1945">
                  <c:v>7.5</c:v>
                </c:pt>
                <c:pt idx="1946">
                  <c:v>7.4</c:v>
                </c:pt>
                <c:pt idx="1947">
                  <c:v>8</c:v>
                </c:pt>
                <c:pt idx="1948">
                  <c:v>7</c:v>
                </c:pt>
                <c:pt idx="1949">
                  <c:v>6.489</c:v>
                </c:pt>
                <c:pt idx="1950">
                  <c:v>5.4</c:v>
                </c:pt>
                <c:pt idx="1951">
                  <c:v>7.9</c:v>
                </c:pt>
                <c:pt idx="1952">
                  <c:v>8.2</c:v>
                </c:pt>
                <c:pt idx="1953">
                  <c:v>7.6</c:v>
                </c:pt>
                <c:pt idx="1954">
                  <c:v>7.825</c:v>
                </c:pt>
                <c:pt idx="1955">
                  <c:v>7.38</c:v>
                </c:pt>
                <c:pt idx="1956">
                  <c:v>7.9</c:v>
                </c:pt>
                <c:pt idx="1957">
                  <c:v>6.916</c:v>
                </c:pt>
                <c:pt idx="1958">
                  <c:v>7.7</c:v>
                </c:pt>
                <c:pt idx="1959">
                  <c:v>7.3</c:v>
                </c:pt>
                <c:pt idx="1960">
                  <c:v>6.64</c:v>
                </c:pt>
                <c:pt idx="1961">
                  <c:v>8.16</c:v>
                </c:pt>
                <c:pt idx="1962">
                  <c:v>8</c:v>
                </c:pt>
                <c:pt idx="1963">
                  <c:v>8.1</c:v>
                </c:pt>
                <c:pt idx="1964">
                  <c:v>8.1</c:v>
                </c:pt>
                <c:pt idx="1965">
                  <c:v>7.4</c:v>
                </c:pt>
                <c:pt idx="1966">
                  <c:v>8.129</c:v>
                </c:pt>
                <c:pt idx="1967">
                  <c:v>7.9</c:v>
                </c:pt>
                <c:pt idx="1968">
                  <c:v>7.028</c:v>
                </c:pt>
                <c:pt idx="1969">
                  <c:v>6.5</c:v>
                </c:pt>
                <c:pt idx="1970">
                  <c:v>7.3</c:v>
                </c:pt>
                <c:pt idx="1971">
                  <c:v>7.6</c:v>
                </c:pt>
                <c:pt idx="1972">
                  <c:v>7.2</c:v>
                </c:pt>
                <c:pt idx="1973">
                  <c:v>5.9</c:v>
                </c:pt>
                <c:pt idx="1974">
                  <c:v>7.488</c:v>
                </c:pt>
                <c:pt idx="1975">
                  <c:v>8.561</c:v>
                </c:pt>
                <c:pt idx="1976">
                  <c:v>7.1</c:v>
                </c:pt>
                <c:pt idx="1977">
                  <c:v>6.309</c:v>
                </c:pt>
                <c:pt idx="1978">
                  <c:v>6.8</c:v>
                </c:pt>
                <c:pt idx="1979">
                  <c:v>7.295</c:v>
                </c:pt>
                <c:pt idx="1980">
                  <c:v>8.173</c:v>
                </c:pt>
                <c:pt idx="1981">
                  <c:v>7.8</c:v>
                </c:pt>
                <c:pt idx="1982">
                  <c:v>7.5</c:v>
                </c:pt>
                <c:pt idx="1983">
                  <c:v>8.5</c:v>
                </c:pt>
                <c:pt idx="1984">
                  <c:v>7.4</c:v>
                </c:pt>
                <c:pt idx="1985">
                  <c:v>6.1</c:v>
                </c:pt>
                <c:pt idx="1986">
                  <c:v>7.9</c:v>
                </c:pt>
                <c:pt idx="1987">
                  <c:v>8.1</c:v>
                </c:pt>
                <c:pt idx="1988">
                  <c:v>7.752</c:v>
                </c:pt>
                <c:pt idx="1989">
                  <c:v>7.206</c:v>
                </c:pt>
                <c:pt idx="1990">
                  <c:v>7.2</c:v>
                </c:pt>
                <c:pt idx="1991">
                  <c:v>7.4</c:v>
                </c:pt>
                <c:pt idx="1992">
                  <c:v>7.1</c:v>
                </c:pt>
                <c:pt idx="1993">
                  <c:v>7.5</c:v>
                </c:pt>
                <c:pt idx="1994">
                  <c:v>7</c:v>
                </c:pt>
                <c:pt idx="1995">
                  <c:v>7.4</c:v>
                </c:pt>
                <c:pt idx="1996">
                  <c:v>7.8</c:v>
                </c:pt>
                <c:pt idx="1997">
                  <c:v>7.7</c:v>
                </c:pt>
                <c:pt idx="1998">
                  <c:v>7.828</c:v>
                </c:pt>
                <c:pt idx="1999">
                  <c:v>7.7</c:v>
                </c:pt>
                <c:pt idx="2000">
                  <c:v>7.7</c:v>
                </c:pt>
                <c:pt idx="2001">
                  <c:v>6.5</c:v>
                </c:pt>
                <c:pt idx="2002">
                  <c:v>7.513</c:v>
                </c:pt>
                <c:pt idx="2003">
                  <c:v>8</c:v>
                </c:pt>
                <c:pt idx="2004">
                  <c:v>7.6</c:v>
                </c:pt>
                <c:pt idx="2005">
                  <c:v>8.2</c:v>
                </c:pt>
                <c:pt idx="2006">
                  <c:v>5.7</c:v>
                </c:pt>
                <c:pt idx="2007">
                  <c:v>6.8</c:v>
                </c:pt>
                <c:pt idx="2008">
                  <c:v>7.6</c:v>
                </c:pt>
                <c:pt idx="2009">
                  <c:v>8.2</c:v>
                </c:pt>
                <c:pt idx="2010">
                  <c:v>7.4</c:v>
                </c:pt>
                <c:pt idx="2011">
                  <c:v>6.968</c:v>
                </c:pt>
                <c:pt idx="2012">
                  <c:v>7.3</c:v>
                </c:pt>
                <c:pt idx="2013">
                  <c:v>8.1</c:v>
                </c:pt>
                <c:pt idx="2014">
                  <c:v>6.5</c:v>
                </c:pt>
                <c:pt idx="2015">
                  <c:v>8.164</c:v>
                </c:pt>
                <c:pt idx="2016">
                  <c:v>7.389</c:v>
                </c:pt>
                <c:pt idx="2017">
                  <c:v>7.3</c:v>
                </c:pt>
                <c:pt idx="2018">
                  <c:v>7.043</c:v>
                </c:pt>
                <c:pt idx="2019">
                  <c:v>8.5</c:v>
                </c:pt>
                <c:pt idx="2020">
                  <c:v>8.4</c:v>
                </c:pt>
                <c:pt idx="2021">
                  <c:v>7.1</c:v>
                </c:pt>
                <c:pt idx="2022">
                  <c:v>6.9</c:v>
                </c:pt>
                <c:pt idx="2023">
                  <c:v>6.9</c:v>
                </c:pt>
                <c:pt idx="2024">
                  <c:v>6.1</c:v>
                </c:pt>
                <c:pt idx="2025">
                  <c:v>7.889</c:v>
                </c:pt>
                <c:pt idx="2026">
                  <c:v>7.4</c:v>
                </c:pt>
                <c:pt idx="2027">
                  <c:v>7.6</c:v>
                </c:pt>
                <c:pt idx="2028">
                  <c:v>7.623</c:v>
                </c:pt>
                <c:pt idx="2029">
                  <c:v>6.6</c:v>
                </c:pt>
                <c:pt idx="2030">
                  <c:v>7</c:v>
                </c:pt>
                <c:pt idx="2031">
                  <c:v>5.7</c:v>
                </c:pt>
                <c:pt idx="2032">
                  <c:v>7.7</c:v>
                </c:pt>
                <c:pt idx="2033">
                  <c:v>7.378</c:v>
                </c:pt>
                <c:pt idx="2034">
                  <c:v>7.6</c:v>
                </c:pt>
                <c:pt idx="2035">
                  <c:v>7.6</c:v>
                </c:pt>
                <c:pt idx="2036">
                  <c:v>6.3</c:v>
                </c:pt>
                <c:pt idx="2037">
                  <c:v>7.4</c:v>
                </c:pt>
                <c:pt idx="2038">
                  <c:v>7.904</c:v>
                </c:pt>
                <c:pt idx="2039">
                  <c:v>7.056</c:v>
                </c:pt>
                <c:pt idx="2040">
                  <c:v>8.3</c:v>
                </c:pt>
                <c:pt idx="2041">
                  <c:v>7.331</c:v>
                </c:pt>
                <c:pt idx="2042">
                  <c:v>6.8</c:v>
                </c:pt>
                <c:pt idx="2043">
                  <c:v>7.5</c:v>
                </c:pt>
                <c:pt idx="2044">
                  <c:v>8.535</c:v>
                </c:pt>
                <c:pt idx="2045">
                  <c:v>7.9</c:v>
                </c:pt>
                <c:pt idx="2046">
                  <c:v>6.5</c:v>
                </c:pt>
                <c:pt idx="2047">
                  <c:v>8.1</c:v>
                </c:pt>
                <c:pt idx="2048">
                  <c:v>7.5</c:v>
                </c:pt>
                <c:pt idx="2049">
                  <c:v>7.3</c:v>
                </c:pt>
                <c:pt idx="2050">
                  <c:v>7.3</c:v>
                </c:pt>
                <c:pt idx="2051">
                  <c:v>7.4</c:v>
                </c:pt>
                <c:pt idx="2052">
                  <c:v>6.8</c:v>
                </c:pt>
                <c:pt idx="2053">
                  <c:v>7</c:v>
                </c:pt>
                <c:pt idx="2054">
                  <c:v>7.7</c:v>
                </c:pt>
                <c:pt idx="2055">
                  <c:v>7.338</c:v>
                </c:pt>
                <c:pt idx="2056">
                  <c:v>6</c:v>
                </c:pt>
                <c:pt idx="2057">
                  <c:v>8</c:v>
                </c:pt>
                <c:pt idx="2058">
                  <c:v>6.7</c:v>
                </c:pt>
                <c:pt idx="2059">
                  <c:v>7.1</c:v>
                </c:pt>
                <c:pt idx="2060">
                  <c:v>7.3</c:v>
                </c:pt>
                <c:pt idx="2061">
                  <c:v>7.9</c:v>
                </c:pt>
                <c:pt idx="2062">
                  <c:v>7.9</c:v>
                </c:pt>
                <c:pt idx="2063">
                  <c:v>7.054</c:v>
                </c:pt>
                <c:pt idx="2064">
                  <c:v>6.2</c:v>
                </c:pt>
                <c:pt idx="2065">
                  <c:v>7.4</c:v>
                </c:pt>
                <c:pt idx="2066">
                  <c:v>8.1</c:v>
                </c:pt>
                <c:pt idx="2067">
                  <c:v>8.4</c:v>
                </c:pt>
                <c:pt idx="2068">
                  <c:v>6.5</c:v>
                </c:pt>
                <c:pt idx="2069">
                  <c:v>8</c:v>
                </c:pt>
                <c:pt idx="2070">
                  <c:v>6.9</c:v>
                </c:pt>
                <c:pt idx="2071">
                  <c:v>7.7</c:v>
                </c:pt>
                <c:pt idx="2072">
                  <c:v>7.9</c:v>
                </c:pt>
                <c:pt idx="2073">
                  <c:v>7.4</c:v>
                </c:pt>
                <c:pt idx="2074">
                  <c:v>7.164</c:v>
                </c:pt>
                <c:pt idx="2075">
                  <c:v>6.3</c:v>
                </c:pt>
                <c:pt idx="2076">
                  <c:v>8</c:v>
                </c:pt>
                <c:pt idx="2077">
                  <c:v>7.76</c:v>
                </c:pt>
                <c:pt idx="2078">
                  <c:v>8.2</c:v>
                </c:pt>
                <c:pt idx="2079">
                  <c:v>8.5</c:v>
                </c:pt>
                <c:pt idx="2080">
                  <c:v>8</c:v>
                </c:pt>
                <c:pt idx="2081">
                  <c:v>8.307</c:v>
                </c:pt>
                <c:pt idx="2082">
                  <c:v>7.846</c:v>
                </c:pt>
                <c:pt idx="2083">
                  <c:v>3.8</c:v>
                </c:pt>
                <c:pt idx="2084">
                  <c:v>7.7</c:v>
                </c:pt>
                <c:pt idx="2085">
                  <c:v>7.9</c:v>
                </c:pt>
                <c:pt idx="2086">
                  <c:v>8</c:v>
                </c:pt>
                <c:pt idx="2087">
                  <c:v>7.7</c:v>
                </c:pt>
                <c:pt idx="2088">
                  <c:v>8.6</c:v>
                </c:pt>
                <c:pt idx="2089">
                  <c:v>8.3</c:v>
                </c:pt>
                <c:pt idx="2090">
                  <c:v>8.4</c:v>
                </c:pt>
                <c:pt idx="2091">
                  <c:v>8.533</c:v>
                </c:pt>
                <c:pt idx="2092">
                  <c:v>7.8</c:v>
                </c:pt>
                <c:pt idx="2093">
                  <c:v>8.1</c:v>
                </c:pt>
                <c:pt idx="2094">
                  <c:v>8</c:v>
                </c:pt>
                <c:pt idx="2095">
                  <c:v>8.3</c:v>
                </c:pt>
                <c:pt idx="2096">
                  <c:v>7.1</c:v>
                </c:pt>
                <c:pt idx="2097">
                  <c:v>8</c:v>
                </c:pt>
                <c:pt idx="2098">
                  <c:v>8.1</c:v>
                </c:pt>
                <c:pt idx="2099">
                  <c:v>8.5</c:v>
                </c:pt>
                <c:pt idx="2100">
                  <c:v>8.425</c:v>
                </c:pt>
                <c:pt idx="2101">
                  <c:v>8.2</c:v>
                </c:pt>
                <c:pt idx="2102">
                  <c:v>7.882</c:v>
                </c:pt>
                <c:pt idx="2103">
                  <c:v>8.2</c:v>
                </c:pt>
                <c:pt idx="2104">
                  <c:v>8.505</c:v>
                </c:pt>
                <c:pt idx="2105">
                  <c:v>8</c:v>
                </c:pt>
                <c:pt idx="2106">
                  <c:v>7.531</c:v>
                </c:pt>
                <c:pt idx="2107">
                  <c:v>6.9</c:v>
                </c:pt>
                <c:pt idx="2108">
                  <c:v>6.5</c:v>
                </c:pt>
                <c:pt idx="2109">
                  <c:v>8.6</c:v>
                </c:pt>
                <c:pt idx="2110">
                  <c:v>7.063</c:v>
                </c:pt>
                <c:pt idx="2111">
                  <c:v>8.1</c:v>
                </c:pt>
                <c:pt idx="2112">
                  <c:v>7.339</c:v>
                </c:pt>
                <c:pt idx="2113">
                  <c:v>8.3</c:v>
                </c:pt>
                <c:pt idx="2114">
                  <c:v>7.4</c:v>
                </c:pt>
                <c:pt idx="2115">
                  <c:v>8.4</c:v>
                </c:pt>
                <c:pt idx="2116">
                  <c:v>8.469</c:v>
                </c:pt>
                <c:pt idx="2117">
                  <c:v>8.309</c:v>
                </c:pt>
                <c:pt idx="2118">
                  <c:v>8.2</c:v>
                </c:pt>
                <c:pt idx="2119">
                  <c:v>8.685</c:v>
                </c:pt>
                <c:pt idx="2120">
                  <c:v>7.5</c:v>
                </c:pt>
                <c:pt idx="2121">
                  <c:v>8.1</c:v>
                </c:pt>
                <c:pt idx="2122">
                  <c:v>8.7</c:v>
                </c:pt>
                <c:pt idx="2123">
                  <c:v>7.6</c:v>
                </c:pt>
                <c:pt idx="2124">
                  <c:v>7.6</c:v>
                </c:pt>
                <c:pt idx="2125">
                  <c:v>7.966</c:v>
                </c:pt>
                <c:pt idx="2126">
                  <c:v>7.665</c:v>
                </c:pt>
                <c:pt idx="2127">
                  <c:v>8.4</c:v>
                </c:pt>
                <c:pt idx="2128">
                  <c:v>6.9</c:v>
                </c:pt>
                <c:pt idx="2129">
                  <c:v>8.4</c:v>
                </c:pt>
                <c:pt idx="2130">
                  <c:v>8</c:v>
                </c:pt>
                <c:pt idx="2131">
                  <c:v>8.496</c:v>
                </c:pt>
                <c:pt idx="2132">
                  <c:v>7.8</c:v>
                </c:pt>
                <c:pt idx="2133">
                  <c:v>6.7</c:v>
                </c:pt>
                <c:pt idx="2134">
                  <c:v>7</c:v>
                </c:pt>
                <c:pt idx="2135">
                  <c:v>7.3</c:v>
                </c:pt>
                <c:pt idx="2136">
                  <c:v>7.6</c:v>
                </c:pt>
                <c:pt idx="2137">
                  <c:v>6.7</c:v>
                </c:pt>
                <c:pt idx="2138">
                  <c:v>8.612</c:v>
                </c:pt>
                <c:pt idx="2139">
                  <c:v>7.4</c:v>
                </c:pt>
                <c:pt idx="2140">
                  <c:v>7.991</c:v>
                </c:pt>
                <c:pt idx="2141">
                  <c:v>7.5</c:v>
                </c:pt>
                <c:pt idx="2142">
                  <c:v>7.243</c:v>
                </c:pt>
                <c:pt idx="2143">
                  <c:v>8.469</c:v>
                </c:pt>
                <c:pt idx="2144">
                  <c:v>8</c:v>
                </c:pt>
                <c:pt idx="2145">
                  <c:v>7.6</c:v>
                </c:pt>
                <c:pt idx="2146">
                  <c:v>9.3</c:v>
                </c:pt>
                <c:pt idx="2147">
                  <c:v>7.8</c:v>
                </c:pt>
                <c:pt idx="2148">
                  <c:v>8.5</c:v>
                </c:pt>
                <c:pt idx="2149">
                  <c:v>7.5</c:v>
                </c:pt>
                <c:pt idx="2150">
                  <c:v>7.1</c:v>
                </c:pt>
                <c:pt idx="2151">
                  <c:v>7.4</c:v>
                </c:pt>
                <c:pt idx="2152">
                  <c:v>7.4</c:v>
                </c:pt>
                <c:pt idx="2153">
                  <c:v>6.6</c:v>
                </c:pt>
                <c:pt idx="2154">
                  <c:v>8</c:v>
                </c:pt>
                <c:pt idx="2155">
                  <c:v>7.9</c:v>
                </c:pt>
                <c:pt idx="2156">
                  <c:v>8.1</c:v>
                </c:pt>
                <c:pt idx="2157">
                  <c:v>7.5</c:v>
                </c:pt>
                <c:pt idx="2158">
                  <c:v>7.249</c:v>
                </c:pt>
                <c:pt idx="2159">
                  <c:v>8.257</c:v>
                </c:pt>
                <c:pt idx="2160">
                  <c:v>8.008</c:v>
                </c:pt>
                <c:pt idx="2161">
                  <c:v>7.4</c:v>
                </c:pt>
                <c:pt idx="2162">
                  <c:v>7.739</c:v>
                </c:pt>
                <c:pt idx="2163">
                  <c:v>7.2</c:v>
                </c:pt>
                <c:pt idx="2164">
                  <c:v>7.7</c:v>
                </c:pt>
                <c:pt idx="2165">
                  <c:v>7.776</c:v>
                </c:pt>
                <c:pt idx="2166">
                  <c:v>7.5</c:v>
                </c:pt>
                <c:pt idx="2167">
                  <c:v>8.045</c:v>
                </c:pt>
                <c:pt idx="2168">
                  <c:v>8</c:v>
                </c:pt>
                <c:pt idx="2169">
                  <c:v>7.1</c:v>
                </c:pt>
                <c:pt idx="2170">
                  <c:v>7.8</c:v>
                </c:pt>
                <c:pt idx="2171">
                  <c:v>8.4</c:v>
                </c:pt>
                <c:pt idx="2172">
                  <c:v>8.156</c:v>
                </c:pt>
                <c:pt idx="2173">
                  <c:v>7</c:v>
                </c:pt>
                <c:pt idx="2174">
                  <c:v>7.262</c:v>
                </c:pt>
                <c:pt idx="2175">
                  <c:v>8.4</c:v>
                </c:pt>
                <c:pt idx="2176">
                  <c:v>8.182</c:v>
                </c:pt>
                <c:pt idx="2177">
                  <c:v>7.5</c:v>
                </c:pt>
                <c:pt idx="2178">
                  <c:v>7.2</c:v>
                </c:pt>
                <c:pt idx="2179">
                  <c:v>7.4</c:v>
                </c:pt>
                <c:pt idx="2180">
                  <c:v>7.4</c:v>
                </c:pt>
                <c:pt idx="2181">
                  <c:v>7.3</c:v>
                </c:pt>
                <c:pt idx="2182">
                  <c:v>7.8</c:v>
                </c:pt>
                <c:pt idx="2183">
                  <c:v>8.3</c:v>
                </c:pt>
                <c:pt idx="2184">
                  <c:v>8.1</c:v>
                </c:pt>
                <c:pt idx="2185">
                  <c:v>8.3</c:v>
                </c:pt>
                <c:pt idx="2186">
                  <c:v>7.3</c:v>
                </c:pt>
                <c:pt idx="2187">
                  <c:v>8.5</c:v>
                </c:pt>
                <c:pt idx="2188">
                  <c:v>7.676</c:v>
                </c:pt>
                <c:pt idx="2189">
                  <c:v>8.9</c:v>
                </c:pt>
                <c:pt idx="2190">
                  <c:v>7</c:v>
                </c:pt>
                <c:pt idx="2191">
                  <c:v>8.1</c:v>
                </c:pt>
                <c:pt idx="2192">
                  <c:v>8.2</c:v>
                </c:pt>
                <c:pt idx="2193">
                  <c:v>8.225</c:v>
                </c:pt>
                <c:pt idx="2194">
                  <c:v>8.545</c:v>
                </c:pt>
                <c:pt idx="2195">
                  <c:v>7.1</c:v>
                </c:pt>
                <c:pt idx="2196">
                  <c:v>7.811</c:v>
                </c:pt>
                <c:pt idx="2197">
                  <c:v>8.5</c:v>
                </c:pt>
                <c:pt idx="2198">
                  <c:v>7.7</c:v>
                </c:pt>
                <c:pt idx="2199">
                  <c:v>7.9</c:v>
                </c:pt>
                <c:pt idx="2200">
                  <c:v>6.9</c:v>
                </c:pt>
                <c:pt idx="2201">
                  <c:v>7.5</c:v>
                </c:pt>
                <c:pt idx="2202">
                  <c:v>7.1</c:v>
                </c:pt>
                <c:pt idx="2203">
                  <c:v>8</c:v>
                </c:pt>
                <c:pt idx="2204">
                  <c:v>7</c:v>
                </c:pt>
                <c:pt idx="2205">
                  <c:v>7.8</c:v>
                </c:pt>
                <c:pt idx="2206">
                  <c:v>7.477</c:v>
                </c:pt>
                <c:pt idx="2207">
                  <c:v>8.1</c:v>
                </c:pt>
                <c:pt idx="2208">
                  <c:v>6.8</c:v>
                </c:pt>
                <c:pt idx="2209">
                  <c:v>7.1</c:v>
                </c:pt>
                <c:pt idx="2210">
                  <c:v>7.6</c:v>
                </c:pt>
                <c:pt idx="2211">
                  <c:v>7.976</c:v>
                </c:pt>
                <c:pt idx="2212">
                  <c:v>6.9</c:v>
                </c:pt>
                <c:pt idx="2213">
                  <c:v>8</c:v>
                </c:pt>
                <c:pt idx="2214">
                  <c:v>7.2</c:v>
                </c:pt>
                <c:pt idx="2215">
                  <c:v>7.3</c:v>
                </c:pt>
                <c:pt idx="2216">
                  <c:v>8</c:v>
                </c:pt>
                <c:pt idx="2217">
                  <c:v>6.7</c:v>
                </c:pt>
                <c:pt idx="2218">
                  <c:v>7.8</c:v>
                </c:pt>
                <c:pt idx="2219">
                  <c:v>7.593</c:v>
                </c:pt>
                <c:pt idx="2220">
                  <c:v>7</c:v>
                </c:pt>
                <c:pt idx="2221">
                  <c:v>7.9</c:v>
                </c:pt>
                <c:pt idx="2222">
                  <c:v>8.5</c:v>
                </c:pt>
                <c:pt idx="2223">
                  <c:v>7.9</c:v>
                </c:pt>
                <c:pt idx="2224">
                  <c:v>6.9</c:v>
                </c:pt>
                <c:pt idx="2225">
                  <c:v>6.9</c:v>
                </c:pt>
                <c:pt idx="2226">
                  <c:v>8.5</c:v>
                </c:pt>
                <c:pt idx="2227">
                  <c:v>7</c:v>
                </c:pt>
                <c:pt idx="2228">
                  <c:v>7.4</c:v>
                </c:pt>
                <c:pt idx="2229">
                  <c:v>7.309</c:v>
                </c:pt>
                <c:pt idx="2230">
                  <c:v>7.397</c:v>
                </c:pt>
                <c:pt idx="2231">
                  <c:v>7.7</c:v>
                </c:pt>
                <c:pt idx="2232">
                  <c:v>7.7</c:v>
                </c:pt>
                <c:pt idx="2233">
                  <c:v>6.5</c:v>
                </c:pt>
                <c:pt idx="2234">
                  <c:v>6.8</c:v>
                </c:pt>
                <c:pt idx="2235">
                  <c:v>7.4</c:v>
                </c:pt>
                <c:pt idx="2236">
                  <c:v>7.5</c:v>
                </c:pt>
                <c:pt idx="2237">
                  <c:v>8.274</c:v>
                </c:pt>
                <c:pt idx="2238">
                  <c:v>7.8</c:v>
                </c:pt>
                <c:pt idx="2239">
                  <c:v>6.6</c:v>
                </c:pt>
                <c:pt idx="2240">
                  <c:v>8.3</c:v>
                </c:pt>
                <c:pt idx="2241">
                  <c:v>9.2</c:v>
                </c:pt>
                <c:pt idx="2242">
                  <c:v>8.117</c:v>
                </c:pt>
                <c:pt idx="2243">
                  <c:v>8.2</c:v>
                </c:pt>
                <c:pt idx="2244">
                  <c:v>7.058</c:v>
                </c:pt>
                <c:pt idx="2245">
                  <c:v>7.225</c:v>
                </c:pt>
                <c:pt idx="2246">
                  <c:v>7.462</c:v>
                </c:pt>
                <c:pt idx="2247">
                  <c:v>7.4</c:v>
                </c:pt>
                <c:pt idx="2248">
                  <c:v>7.803</c:v>
                </c:pt>
                <c:pt idx="2249">
                  <c:v>8.33</c:v>
                </c:pt>
                <c:pt idx="2250">
                  <c:v>6.7</c:v>
                </c:pt>
                <c:pt idx="2251">
                  <c:v>7.7</c:v>
                </c:pt>
                <c:pt idx="2252">
                  <c:v>6.1</c:v>
                </c:pt>
                <c:pt idx="2253">
                  <c:v>7</c:v>
                </c:pt>
                <c:pt idx="2254">
                  <c:v>7.4</c:v>
                </c:pt>
                <c:pt idx="2255">
                  <c:v>6.581</c:v>
                </c:pt>
                <c:pt idx="2256">
                  <c:v>7.4</c:v>
                </c:pt>
                <c:pt idx="2257">
                  <c:v>5.8</c:v>
                </c:pt>
                <c:pt idx="2258">
                  <c:v>8.3</c:v>
                </c:pt>
                <c:pt idx="2259">
                  <c:v>6.1</c:v>
                </c:pt>
                <c:pt idx="2260">
                  <c:v>8.521</c:v>
                </c:pt>
                <c:pt idx="2261">
                  <c:v>7</c:v>
                </c:pt>
                <c:pt idx="2262">
                  <c:v>8.5</c:v>
                </c:pt>
                <c:pt idx="2263">
                  <c:v>7.8</c:v>
                </c:pt>
                <c:pt idx="2264">
                  <c:v>8.567</c:v>
                </c:pt>
                <c:pt idx="2265">
                  <c:v>7.2</c:v>
                </c:pt>
                <c:pt idx="2266">
                  <c:v>8.5</c:v>
                </c:pt>
                <c:pt idx="2267">
                  <c:v>8.1</c:v>
                </c:pt>
                <c:pt idx="2268">
                  <c:v>7.1</c:v>
                </c:pt>
                <c:pt idx="2269">
                  <c:v>7.963</c:v>
                </c:pt>
                <c:pt idx="2270">
                  <c:v>7.8</c:v>
                </c:pt>
                <c:pt idx="2271">
                  <c:v>8.2</c:v>
                </c:pt>
                <c:pt idx="2272">
                  <c:v>6.614</c:v>
                </c:pt>
                <c:pt idx="2273">
                  <c:v>8.5</c:v>
                </c:pt>
                <c:pt idx="2274">
                  <c:v>7.952</c:v>
                </c:pt>
                <c:pt idx="2275">
                  <c:v>7.1</c:v>
                </c:pt>
                <c:pt idx="2276">
                  <c:v>7</c:v>
                </c:pt>
                <c:pt idx="2277">
                  <c:v>7.595</c:v>
                </c:pt>
                <c:pt idx="2278">
                  <c:v>8.296</c:v>
                </c:pt>
                <c:pt idx="2279">
                  <c:v>7.8</c:v>
                </c:pt>
                <c:pt idx="2280">
                  <c:v>8.793</c:v>
                </c:pt>
                <c:pt idx="2281">
                  <c:v>8.2</c:v>
                </c:pt>
                <c:pt idx="2282">
                  <c:v>7.1</c:v>
                </c:pt>
                <c:pt idx="2283">
                  <c:v>7.6</c:v>
                </c:pt>
                <c:pt idx="2284">
                  <c:v>7.1</c:v>
                </c:pt>
                <c:pt idx="2285">
                  <c:v>8.1</c:v>
                </c:pt>
                <c:pt idx="2286">
                  <c:v>7.6</c:v>
                </c:pt>
                <c:pt idx="2287">
                  <c:v>7.587</c:v>
                </c:pt>
                <c:pt idx="2288">
                  <c:v>8.223</c:v>
                </c:pt>
                <c:pt idx="2289">
                  <c:v>6.622</c:v>
                </c:pt>
                <c:pt idx="2290">
                  <c:v>6.096</c:v>
                </c:pt>
                <c:pt idx="2291">
                  <c:v>6.7</c:v>
                </c:pt>
                <c:pt idx="2292">
                  <c:v>7.3</c:v>
                </c:pt>
                <c:pt idx="2293">
                  <c:v>8.5</c:v>
                </c:pt>
                <c:pt idx="2294">
                  <c:v>7.4</c:v>
                </c:pt>
                <c:pt idx="2295">
                  <c:v>7.7</c:v>
                </c:pt>
                <c:pt idx="2296">
                  <c:v>8</c:v>
                </c:pt>
                <c:pt idx="2297">
                  <c:v>8.1</c:v>
                </c:pt>
                <c:pt idx="2298">
                  <c:v>6.8</c:v>
                </c:pt>
                <c:pt idx="2299">
                  <c:v>6.9</c:v>
                </c:pt>
                <c:pt idx="2300">
                  <c:v>7.3</c:v>
                </c:pt>
                <c:pt idx="2301">
                  <c:v>7.69</c:v>
                </c:pt>
                <c:pt idx="2302">
                  <c:v>8.5</c:v>
                </c:pt>
                <c:pt idx="2303">
                  <c:v>6.8</c:v>
                </c:pt>
                <c:pt idx="2304">
                  <c:v>7.4</c:v>
                </c:pt>
                <c:pt idx="2305">
                  <c:v>7.048</c:v>
                </c:pt>
                <c:pt idx="2306">
                  <c:v>7.7</c:v>
                </c:pt>
                <c:pt idx="2307">
                  <c:v>5.9</c:v>
                </c:pt>
                <c:pt idx="2308">
                  <c:v>8.5</c:v>
                </c:pt>
                <c:pt idx="2309">
                  <c:v>8.1</c:v>
                </c:pt>
                <c:pt idx="2310">
                  <c:v>7.563</c:v>
                </c:pt>
                <c:pt idx="2311">
                  <c:v>7.3</c:v>
                </c:pt>
                <c:pt idx="2312">
                  <c:v>7.57</c:v>
                </c:pt>
                <c:pt idx="2313">
                  <c:v>8.3</c:v>
                </c:pt>
                <c:pt idx="2314">
                  <c:v>7.984</c:v>
                </c:pt>
                <c:pt idx="2315">
                  <c:v>7.8</c:v>
                </c:pt>
                <c:pt idx="2316">
                  <c:v>8.4</c:v>
                </c:pt>
                <c:pt idx="2317">
                  <c:v>7.4</c:v>
                </c:pt>
                <c:pt idx="2318">
                  <c:v>6.8</c:v>
                </c:pt>
                <c:pt idx="2319">
                  <c:v>8.5</c:v>
                </c:pt>
                <c:pt idx="2320">
                  <c:v>6.7</c:v>
                </c:pt>
                <c:pt idx="2321">
                  <c:v>6.5</c:v>
                </c:pt>
                <c:pt idx="2322">
                  <c:v>7.7</c:v>
                </c:pt>
                <c:pt idx="2323">
                  <c:v>7.4</c:v>
                </c:pt>
                <c:pt idx="2324">
                  <c:v>7.4</c:v>
                </c:pt>
                <c:pt idx="2325">
                  <c:v>7.8</c:v>
                </c:pt>
                <c:pt idx="2326">
                  <c:v>6.7</c:v>
                </c:pt>
                <c:pt idx="2327">
                  <c:v>7.3</c:v>
                </c:pt>
                <c:pt idx="2328">
                  <c:v>7.6</c:v>
                </c:pt>
                <c:pt idx="2329">
                  <c:v>8.5</c:v>
                </c:pt>
                <c:pt idx="2330">
                  <c:v>8.5</c:v>
                </c:pt>
                <c:pt idx="2331">
                  <c:v>7.3</c:v>
                </c:pt>
                <c:pt idx="2332">
                  <c:v>6.4</c:v>
                </c:pt>
                <c:pt idx="2333">
                  <c:v>7</c:v>
                </c:pt>
                <c:pt idx="2334">
                  <c:v>7.6</c:v>
                </c:pt>
                <c:pt idx="2335">
                  <c:v>6.7</c:v>
                </c:pt>
                <c:pt idx="2336">
                  <c:v>7.2</c:v>
                </c:pt>
                <c:pt idx="2337">
                  <c:v>7</c:v>
                </c:pt>
                <c:pt idx="2338">
                  <c:v>5.4</c:v>
                </c:pt>
                <c:pt idx="2339">
                  <c:v>8.2</c:v>
                </c:pt>
                <c:pt idx="2340">
                  <c:v>7.6</c:v>
                </c:pt>
                <c:pt idx="2341">
                  <c:v>8.3</c:v>
                </c:pt>
                <c:pt idx="2342">
                  <c:v>7.5</c:v>
                </c:pt>
                <c:pt idx="2343">
                  <c:v>6.967</c:v>
                </c:pt>
                <c:pt idx="2344">
                  <c:v>7.5</c:v>
                </c:pt>
                <c:pt idx="2345">
                  <c:v>7.2</c:v>
                </c:pt>
                <c:pt idx="2346">
                  <c:v>7.5</c:v>
                </c:pt>
                <c:pt idx="2347">
                  <c:v>8.6</c:v>
                </c:pt>
                <c:pt idx="2348">
                  <c:v>7.5</c:v>
                </c:pt>
                <c:pt idx="2349">
                  <c:v>7.995</c:v>
                </c:pt>
                <c:pt idx="2350">
                  <c:v>6.955</c:v>
                </c:pt>
                <c:pt idx="2351">
                  <c:v>6.3</c:v>
                </c:pt>
                <c:pt idx="2352">
                  <c:v>7.2</c:v>
                </c:pt>
                <c:pt idx="2353">
                  <c:v>7.8</c:v>
                </c:pt>
                <c:pt idx="2354">
                  <c:v>7.1</c:v>
                </c:pt>
                <c:pt idx="2355">
                  <c:v>6.7</c:v>
                </c:pt>
                <c:pt idx="2356">
                  <c:v>7.5</c:v>
                </c:pt>
                <c:pt idx="2357">
                  <c:v>7.2</c:v>
                </c:pt>
                <c:pt idx="2358">
                  <c:v>7.6</c:v>
                </c:pt>
                <c:pt idx="2359">
                  <c:v>7.6</c:v>
                </c:pt>
                <c:pt idx="2360">
                  <c:v>7</c:v>
                </c:pt>
                <c:pt idx="2361">
                  <c:v>7.8</c:v>
                </c:pt>
                <c:pt idx="2362">
                  <c:v>7.414</c:v>
                </c:pt>
                <c:pt idx="2363">
                  <c:v>7.443</c:v>
                </c:pt>
                <c:pt idx="2364">
                  <c:v>7.03</c:v>
                </c:pt>
                <c:pt idx="2365">
                  <c:v>6.4</c:v>
                </c:pt>
                <c:pt idx="2366">
                  <c:v>7.368</c:v>
                </c:pt>
                <c:pt idx="2367">
                  <c:v>6.812</c:v>
                </c:pt>
                <c:pt idx="2368">
                  <c:v>7.061</c:v>
                </c:pt>
                <c:pt idx="2369">
                  <c:v>8.109</c:v>
                </c:pt>
                <c:pt idx="2370">
                  <c:v>6.278</c:v>
                </c:pt>
                <c:pt idx="2371">
                  <c:v>7.571</c:v>
                </c:pt>
                <c:pt idx="2372">
                  <c:v>6.583</c:v>
                </c:pt>
                <c:pt idx="2373">
                  <c:v>6.7</c:v>
                </c:pt>
                <c:pt idx="2374">
                  <c:v>7.433</c:v>
                </c:pt>
                <c:pt idx="2375">
                  <c:v>6.603</c:v>
                </c:pt>
                <c:pt idx="2376">
                  <c:v>6.9</c:v>
                </c:pt>
                <c:pt idx="2377">
                  <c:v>7.8</c:v>
                </c:pt>
                <c:pt idx="2378">
                  <c:v>6.8</c:v>
                </c:pt>
                <c:pt idx="2379">
                  <c:v>6.4</c:v>
                </c:pt>
                <c:pt idx="2380">
                  <c:v>7.3</c:v>
                </c:pt>
                <c:pt idx="2381">
                  <c:v>8</c:v>
                </c:pt>
                <c:pt idx="2382">
                  <c:v>7.2</c:v>
                </c:pt>
                <c:pt idx="2383">
                  <c:v>5.547</c:v>
                </c:pt>
                <c:pt idx="2384">
                  <c:v>7.1</c:v>
                </c:pt>
                <c:pt idx="2385">
                  <c:v>7.3</c:v>
                </c:pt>
                <c:pt idx="2386">
                  <c:v>7.281</c:v>
                </c:pt>
                <c:pt idx="2387">
                  <c:v>7.314</c:v>
                </c:pt>
                <c:pt idx="2388">
                  <c:v>7.8</c:v>
                </c:pt>
                <c:pt idx="2389">
                  <c:v>7.1</c:v>
                </c:pt>
                <c:pt idx="2390">
                  <c:v>7.405</c:v>
                </c:pt>
                <c:pt idx="2391">
                  <c:v>7.8</c:v>
                </c:pt>
                <c:pt idx="2392">
                  <c:v>6.8</c:v>
                </c:pt>
                <c:pt idx="2393">
                  <c:v>7.4</c:v>
                </c:pt>
                <c:pt idx="2394">
                  <c:v>7.2</c:v>
                </c:pt>
                <c:pt idx="2395">
                  <c:v>7.6</c:v>
                </c:pt>
                <c:pt idx="2396">
                  <c:v>7.4</c:v>
                </c:pt>
                <c:pt idx="2397">
                  <c:v>6.8</c:v>
                </c:pt>
                <c:pt idx="2398">
                  <c:v>6.9</c:v>
                </c:pt>
                <c:pt idx="2399">
                  <c:v>8.584</c:v>
                </c:pt>
                <c:pt idx="2400">
                  <c:v>7.8</c:v>
                </c:pt>
                <c:pt idx="2401">
                  <c:v>8.286</c:v>
                </c:pt>
                <c:pt idx="2402">
                  <c:v>8.114</c:v>
                </c:pt>
                <c:pt idx="2403">
                  <c:v>8.167</c:v>
                </c:pt>
                <c:pt idx="2404">
                  <c:v>8.056</c:v>
                </c:pt>
                <c:pt idx="2405">
                  <c:v>8.3</c:v>
                </c:pt>
                <c:pt idx="2406">
                  <c:v>8.7</c:v>
                </c:pt>
                <c:pt idx="2407">
                  <c:v>8.5</c:v>
                </c:pt>
                <c:pt idx="2408">
                  <c:v>7.661</c:v>
                </c:pt>
                <c:pt idx="2409">
                  <c:v>8.1</c:v>
                </c:pt>
                <c:pt idx="2410">
                  <c:v>7.6</c:v>
                </c:pt>
                <c:pt idx="2411">
                  <c:v>7.7</c:v>
                </c:pt>
                <c:pt idx="2412">
                  <c:v>8.334</c:v>
                </c:pt>
                <c:pt idx="2413">
                  <c:v>8.2</c:v>
                </c:pt>
                <c:pt idx="2414">
                  <c:v>8.4</c:v>
                </c:pt>
                <c:pt idx="2415">
                  <c:v>8.6</c:v>
                </c:pt>
                <c:pt idx="2416">
                  <c:v>7.7</c:v>
                </c:pt>
                <c:pt idx="2417">
                  <c:v>8.414</c:v>
                </c:pt>
                <c:pt idx="2418">
                  <c:v>6.4</c:v>
                </c:pt>
                <c:pt idx="2419">
                  <c:v>7.4</c:v>
                </c:pt>
                <c:pt idx="2420">
                  <c:v>7.291</c:v>
                </c:pt>
                <c:pt idx="2421">
                  <c:v>8.408</c:v>
                </c:pt>
                <c:pt idx="2422">
                  <c:v>8</c:v>
                </c:pt>
                <c:pt idx="2423">
                  <c:v>6.6</c:v>
                </c:pt>
                <c:pt idx="2424">
                  <c:v>8</c:v>
                </c:pt>
                <c:pt idx="2425">
                  <c:v>7.651</c:v>
                </c:pt>
                <c:pt idx="2426">
                  <c:v>5.7</c:v>
                </c:pt>
                <c:pt idx="2427">
                  <c:v>7.9</c:v>
                </c:pt>
                <c:pt idx="2428">
                  <c:v>8.4</c:v>
                </c:pt>
                <c:pt idx="2429">
                  <c:v>7.2</c:v>
                </c:pt>
                <c:pt idx="2430">
                  <c:v>7.4</c:v>
                </c:pt>
                <c:pt idx="2431">
                  <c:v>8.503</c:v>
                </c:pt>
                <c:pt idx="2432">
                  <c:v>7.5</c:v>
                </c:pt>
                <c:pt idx="2433">
                  <c:v>9</c:v>
                </c:pt>
                <c:pt idx="2434">
                  <c:v>7.7</c:v>
                </c:pt>
                <c:pt idx="2435">
                  <c:v>7.926</c:v>
                </c:pt>
                <c:pt idx="2436">
                  <c:v>8</c:v>
                </c:pt>
                <c:pt idx="2437">
                  <c:v>8.5</c:v>
                </c:pt>
                <c:pt idx="2438">
                  <c:v>8.3</c:v>
                </c:pt>
                <c:pt idx="2439">
                  <c:v>7.312</c:v>
                </c:pt>
                <c:pt idx="2440">
                  <c:v>8.3</c:v>
                </c:pt>
                <c:pt idx="2441">
                  <c:v>7.4</c:v>
                </c:pt>
                <c:pt idx="2442">
                  <c:v>7.9</c:v>
                </c:pt>
                <c:pt idx="2443">
                  <c:v>7.5</c:v>
                </c:pt>
                <c:pt idx="2444">
                  <c:v>7.9</c:v>
                </c:pt>
                <c:pt idx="2445">
                  <c:v>7.7</c:v>
                </c:pt>
                <c:pt idx="2446">
                  <c:v>8.1</c:v>
                </c:pt>
                <c:pt idx="2447">
                  <c:v>8.1</c:v>
                </c:pt>
                <c:pt idx="2448">
                  <c:v>7.5</c:v>
                </c:pt>
                <c:pt idx="2449">
                  <c:v>7.4</c:v>
                </c:pt>
                <c:pt idx="2450">
                  <c:v>8.407</c:v>
                </c:pt>
                <c:pt idx="2451">
                  <c:v>7.2</c:v>
                </c:pt>
                <c:pt idx="2452">
                  <c:v>7.7</c:v>
                </c:pt>
                <c:pt idx="2453">
                  <c:v>8.297</c:v>
                </c:pt>
                <c:pt idx="2454">
                  <c:v>8.513</c:v>
                </c:pt>
                <c:pt idx="2455">
                  <c:v>8.4</c:v>
                </c:pt>
                <c:pt idx="2456">
                  <c:v>8.5</c:v>
                </c:pt>
                <c:pt idx="2457">
                  <c:v>8.1</c:v>
                </c:pt>
                <c:pt idx="2458">
                  <c:v>6.9</c:v>
                </c:pt>
                <c:pt idx="2459">
                  <c:v>8.467</c:v>
                </c:pt>
                <c:pt idx="2460">
                  <c:v>7.782</c:v>
                </c:pt>
                <c:pt idx="2461">
                  <c:v>8.327</c:v>
                </c:pt>
                <c:pt idx="2462">
                  <c:v>7.735</c:v>
                </c:pt>
                <c:pt idx="2463">
                  <c:v>6.9</c:v>
                </c:pt>
                <c:pt idx="2464">
                  <c:v>7.643</c:v>
                </c:pt>
                <c:pt idx="2465">
                  <c:v>7.127</c:v>
                </c:pt>
                <c:pt idx="2466">
                  <c:v>7.8</c:v>
                </c:pt>
                <c:pt idx="2467">
                  <c:v>8.326</c:v>
                </c:pt>
                <c:pt idx="2468">
                  <c:v>7.358</c:v>
                </c:pt>
                <c:pt idx="2469">
                  <c:v>7.4</c:v>
                </c:pt>
                <c:pt idx="2470">
                  <c:v>7.244</c:v>
                </c:pt>
                <c:pt idx="2471">
                  <c:v>7.311</c:v>
                </c:pt>
                <c:pt idx="2472">
                  <c:v>7.4</c:v>
                </c:pt>
                <c:pt idx="2473">
                  <c:v>8.1</c:v>
                </c:pt>
                <c:pt idx="2474">
                  <c:v>7.3</c:v>
                </c:pt>
                <c:pt idx="2475">
                  <c:v>8.2</c:v>
                </c:pt>
                <c:pt idx="2476">
                  <c:v>7.866</c:v>
                </c:pt>
                <c:pt idx="2477">
                  <c:v>8.1</c:v>
                </c:pt>
                <c:pt idx="2478">
                  <c:v>7.814</c:v>
                </c:pt>
                <c:pt idx="2479">
                  <c:v>7.798</c:v>
                </c:pt>
                <c:pt idx="2480">
                  <c:v>7.6</c:v>
                </c:pt>
                <c:pt idx="2481">
                  <c:v>8.3</c:v>
                </c:pt>
                <c:pt idx="2482">
                  <c:v>7.8</c:v>
                </c:pt>
                <c:pt idx="2483">
                  <c:v>7.5</c:v>
                </c:pt>
                <c:pt idx="2484">
                  <c:v>6.2</c:v>
                </c:pt>
                <c:pt idx="2485">
                  <c:v>7.9</c:v>
                </c:pt>
                <c:pt idx="2486">
                  <c:v>8</c:v>
                </c:pt>
                <c:pt idx="2487">
                  <c:v>8.3</c:v>
                </c:pt>
                <c:pt idx="2488">
                  <c:v>8.435</c:v>
                </c:pt>
                <c:pt idx="2489">
                  <c:v>7.6</c:v>
                </c:pt>
                <c:pt idx="2490">
                  <c:v>7.97</c:v>
                </c:pt>
                <c:pt idx="2491">
                  <c:v>8.44</c:v>
                </c:pt>
                <c:pt idx="2492">
                  <c:v>7.7</c:v>
                </c:pt>
                <c:pt idx="2493">
                  <c:v>7</c:v>
                </c:pt>
                <c:pt idx="2494">
                  <c:v>7.492</c:v>
                </c:pt>
                <c:pt idx="2495">
                  <c:v>8.276</c:v>
                </c:pt>
                <c:pt idx="2496">
                  <c:v>6.3</c:v>
                </c:pt>
                <c:pt idx="2497">
                  <c:v>7.31</c:v>
                </c:pt>
                <c:pt idx="2498">
                  <c:v>7.1</c:v>
                </c:pt>
                <c:pt idx="2499">
                  <c:v>7.388</c:v>
                </c:pt>
                <c:pt idx="2500">
                  <c:v>7.2</c:v>
                </c:pt>
                <c:pt idx="2501">
                  <c:v>7.4</c:v>
                </c:pt>
                <c:pt idx="2502">
                  <c:v>8.3</c:v>
                </c:pt>
                <c:pt idx="2503">
                  <c:v>8.054</c:v>
                </c:pt>
                <c:pt idx="2504">
                  <c:v>7.8</c:v>
                </c:pt>
                <c:pt idx="2505">
                  <c:v>6.53</c:v>
                </c:pt>
                <c:pt idx="2506">
                  <c:v>7.2</c:v>
                </c:pt>
                <c:pt idx="2507">
                  <c:v>7.6</c:v>
                </c:pt>
                <c:pt idx="2508">
                  <c:v>7</c:v>
                </c:pt>
                <c:pt idx="2509">
                  <c:v>8.4</c:v>
                </c:pt>
                <c:pt idx="2510">
                  <c:v>7.7</c:v>
                </c:pt>
                <c:pt idx="2511">
                  <c:v>8.267</c:v>
                </c:pt>
                <c:pt idx="2512">
                  <c:v>7.2</c:v>
                </c:pt>
                <c:pt idx="2513">
                  <c:v>8.1</c:v>
                </c:pt>
                <c:pt idx="2514">
                  <c:v>8.306</c:v>
                </c:pt>
                <c:pt idx="2515">
                  <c:v>8.2</c:v>
                </c:pt>
                <c:pt idx="2516">
                  <c:v>8.1</c:v>
                </c:pt>
                <c:pt idx="2517">
                  <c:v>7.5</c:v>
                </c:pt>
                <c:pt idx="2518">
                  <c:v>7.4</c:v>
                </c:pt>
                <c:pt idx="2519">
                  <c:v>7.3</c:v>
                </c:pt>
                <c:pt idx="2520">
                  <c:v>7</c:v>
                </c:pt>
                <c:pt idx="2521">
                  <c:v>8.6</c:v>
                </c:pt>
                <c:pt idx="2522">
                  <c:v>8.2</c:v>
                </c:pt>
                <c:pt idx="2523">
                  <c:v>8.3</c:v>
                </c:pt>
                <c:pt idx="2524">
                  <c:v>8.1</c:v>
                </c:pt>
                <c:pt idx="2525">
                  <c:v>7.715</c:v>
                </c:pt>
                <c:pt idx="2526">
                  <c:v>7.215</c:v>
                </c:pt>
                <c:pt idx="2527">
                  <c:v>6.784</c:v>
                </c:pt>
                <c:pt idx="2528">
                  <c:v>7.4</c:v>
                </c:pt>
                <c:pt idx="2529">
                  <c:v>8.59</c:v>
                </c:pt>
                <c:pt idx="2530">
                  <c:v>7.7</c:v>
                </c:pt>
                <c:pt idx="2531">
                  <c:v>6.9</c:v>
                </c:pt>
                <c:pt idx="2532">
                  <c:v>8</c:v>
                </c:pt>
                <c:pt idx="2533">
                  <c:v>7.4</c:v>
                </c:pt>
                <c:pt idx="2534">
                  <c:v>8.1</c:v>
                </c:pt>
                <c:pt idx="2535">
                  <c:v>7.6</c:v>
                </c:pt>
                <c:pt idx="2536">
                  <c:v>7.3</c:v>
                </c:pt>
                <c:pt idx="2537">
                  <c:v>8.4</c:v>
                </c:pt>
                <c:pt idx="2538">
                  <c:v>7.346</c:v>
                </c:pt>
                <c:pt idx="2539">
                  <c:v>7.1</c:v>
                </c:pt>
                <c:pt idx="2540">
                  <c:v>7.7</c:v>
                </c:pt>
                <c:pt idx="2541">
                  <c:v>6.9</c:v>
                </c:pt>
                <c:pt idx="2542">
                  <c:v>7.6</c:v>
                </c:pt>
                <c:pt idx="2543">
                  <c:v>7.4</c:v>
                </c:pt>
                <c:pt idx="2544">
                  <c:v>7.414</c:v>
                </c:pt>
                <c:pt idx="2545">
                  <c:v>7.59</c:v>
                </c:pt>
                <c:pt idx="2546">
                  <c:v>7.1</c:v>
                </c:pt>
                <c:pt idx="2547">
                  <c:v>7</c:v>
                </c:pt>
                <c:pt idx="2548">
                  <c:v>7.7</c:v>
                </c:pt>
                <c:pt idx="2549">
                  <c:v>6.7</c:v>
                </c:pt>
                <c:pt idx="2550">
                  <c:v>7.156</c:v>
                </c:pt>
                <c:pt idx="2551">
                  <c:v>6.5</c:v>
                </c:pt>
                <c:pt idx="2552">
                  <c:v>7.307</c:v>
                </c:pt>
                <c:pt idx="2553">
                  <c:v>7.4</c:v>
                </c:pt>
                <c:pt idx="2554">
                  <c:v>8.3</c:v>
                </c:pt>
                <c:pt idx="2555">
                  <c:v>7</c:v>
                </c:pt>
                <c:pt idx="2556">
                  <c:v>8.358</c:v>
                </c:pt>
                <c:pt idx="2557">
                  <c:v>6.8</c:v>
                </c:pt>
                <c:pt idx="2558">
                  <c:v>6.8</c:v>
                </c:pt>
                <c:pt idx="2559">
                  <c:v>7.3</c:v>
                </c:pt>
                <c:pt idx="2560">
                  <c:v>7.9</c:v>
                </c:pt>
                <c:pt idx="2561">
                  <c:v>7.8</c:v>
                </c:pt>
                <c:pt idx="2562">
                  <c:v>8.4</c:v>
                </c:pt>
                <c:pt idx="2563">
                  <c:v>8.3</c:v>
                </c:pt>
                <c:pt idx="2564">
                  <c:v>7.7</c:v>
                </c:pt>
                <c:pt idx="2565">
                  <c:v>5.7</c:v>
                </c:pt>
                <c:pt idx="2566">
                  <c:v>6.8</c:v>
                </c:pt>
                <c:pt idx="2567">
                  <c:v>6.7</c:v>
                </c:pt>
                <c:pt idx="2568">
                  <c:v>8.21</c:v>
                </c:pt>
                <c:pt idx="2569">
                  <c:v>7.7</c:v>
                </c:pt>
                <c:pt idx="2570">
                  <c:v>7.4</c:v>
                </c:pt>
                <c:pt idx="2571">
                  <c:v>6.7</c:v>
                </c:pt>
                <c:pt idx="2572">
                  <c:v>7.333</c:v>
                </c:pt>
                <c:pt idx="2573">
                  <c:v>7.7</c:v>
                </c:pt>
                <c:pt idx="2574">
                  <c:v>7</c:v>
                </c:pt>
                <c:pt idx="2575">
                  <c:v>7.9</c:v>
                </c:pt>
                <c:pt idx="2576">
                  <c:v>7.4</c:v>
                </c:pt>
                <c:pt idx="2577">
                  <c:v>7.7</c:v>
                </c:pt>
                <c:pt idx="2578">
                  <c:v>5.7</c:v>
                </c:pt>
                <c:pt idx="2579">
                  <c:v>7.1</c:v>
                </c:pt>
                <c:pt idx="2580">
                  <c:v>6.9</c:v>
                </c:pt>
                <c:pt idx="2581">
                  <c:v>7.7</c:v>
                </c:pt>
                <c:pt idx="2582">
                  <c:v>7.3</c:v>
                </c:pt>
                <c:pt idx="2583">
                  <c:v>7.9</c:v>
                </c:pt>
                <c:pt idx="2584">
                  <c:v>8.5</c:v>
                </c:pt>
                <c:pt idx="2585">
                  <c:v>7.25</c:v>
                </c:pt>
                <c:pt idx="2586">
                  <c:v>6.515</c:v>
                </c:pt>
                <c:pt idx="2587">
                  <c:v>7.283</c:v>
                </c:pt>
                <c:pt idx="2588">
                  <c:v>7.5</c:v>
                </c:pt>
                <c:pt idx="2589">
                  <c:v>8.1</c:v>
                </c:pt>
                <c:pt idx="2590">
                  <c:v>8.3</c:v>
                </c:pt>
                <c:pt idx="2591">
                  <c:v>8</c:v>
                </c:pt>
                <c:pt idx="2592">
                  <c:v>8.1</c:v>
                </c:pt>
                <c:pt idx="2593">
                  <c:v>6.8</c:v>
                </c:pt>
                <c:pt idx="2594">
                  <c:v>7.19</c:v>
                </c:pt>
                <c:pt idx="2595">
                  <c:v>6.7</c:v>
                </c:pt>
                <c:pt idx="2596">
                  <c:v>7.1</c:v>
                </c:pt>
                <c:pt idx="2597">
                  <c:v>7.238</c:v>
                </c:pt>
                <c:pt idx="2598">
                  <c:v>7.617</c:v>
                </c:pt>
                <c:pt idx="2599">
                  <c:v>7.2</c:v>
                </c:pt>
                <c:pt idx="2600">
                  <c:v>7.3</c:v>
                </c:pt>
                <c:pt idx="2601">
                  <c:v>7.669</c:v>
                </c:pt>
                <c:pt idx="2602">
                  <c:v>7.7</c:v>
                </c:pt>
                <c:pt idx="2603">
                  <c:v>7.572</c:v>
                </c:pt>
                <c:pt idx="2604">
                  <c:v>7.6</c:v>
                </c:pt>
                <c:pt idx="2605">
                  <c:v>7.466</c:v>
                </c:pt>
                <c:pt idx="2606">
                  <c:v>7.9</c:v>
                </c:pt>
                <c:pt idx="2607">
                  <c:v>8.3</c:v>
                </c:pt>
                <c:pt idx="2608">
                  <c:v>7.044</c:v>
                </c:pt>
                <c:pt idx="2609">
                  <c:v>6.5</c:v>
                </c:pt>
                <c:pt idx="2610">
                  <c:v>7.2</c:v>
                </c:pt>
                <c:pt idx="2611">
                  <c:v>6.8</c:v>
                </c:pt>
                <c:pt idx="2612">
                  <c:v>5.8</c:v>
                </c:pt>
                <c:pt idx="2613">
                  <c:v>6.3</c:v>
                </c:pt>
                <c:pt idx="2614">
                  <c:v>8.1</c:v>
                </c:pt>
                <c:pt idx="2615">
                  <c:v>7.7</c:v>
                </c:pt>
                <c:pt idx="2616">
                  <c:v>8.1</c:v>
                </c:pt>
                <c:pt idx="2617">
                  <c:v>7.1</c:v>
                </c:pt>
                <c:pt idx="2618">
                  <c:v>7.6</c:v>
                </c:pt>
                <c:pt idx="2619">
                  <c:v>7.7</c:v>
                </c:pt>
                <c:pt idx="2620">
                  <c:v>7.769</c:v>
                </c:pt>
                <c:pt idx="2621">
                  <c:v>7.6</c:v>
                </c:pt>
                <c:pt idx="2622">
                  <c:v>8.5</c:v>
                </c:pt>
                <c:pt idx="2623">
                  <c:v>8.5</c:v>
                </c:pt>
                <c:pt idx="2624">
                  <c:v>7.4</c:v>
                </c:pt>
                <c:pt idx="2625">
                  <c:v>7.4</c:v>
                </c:pt>
                <c:pt idx="2626">
                  <c:v>6.998</c:v>
                </c:pt>
                <c:pt idx="2627">
                  <c:v>7.359</c:v>
                </c:pt>
                <c:pt idx="2628">
                  <c:v>8.45</c:v>
                </c:pt>
                <c:pt idx="2629">
                  <c:v>7.5</c:v>
                </c:pt>
                <c:pt idx="2630">
                  <c:v>5.7</c:v>
                </c:pt>
                <c:pt idx="2631">
                  <c:v>6.7</c:v>
                </c:pt>
                <c:pt idx="2632">
                  <c:v>6.9</c:v>
                </c:pt>
                <c:pt idx="2633">
                  <c:v>7.9</c:v>
                </c:pt>
                <c:pt idx="2634">
                  <c:v>6.8</c:v>
                </c:pt>
                <c:pt idx="2635">
                  <c:v>6.5</c:v>
                </c:pt>
                <c:pt idx="2636">
                  <c:v>7</c:v>
                </c:pt>
                <c:pt idx="2637">
                  <c:v>6.3</c:v>
                </c:pt>
                <c:pt idx="2638">
                  <c:v>7.6</c:v>
                </c:pt>
                <c:pt idx="2639">
                  <c:v>7.3</c:v>
                </c:pt>
                <c:pt idx="2640">
                  <c:v>7</c:v>
                </c:pt>
                <c:pt idx="2641">
                  <c:v>7.7</c:v>
                </c:pt>
                <c:pt idx="2642">
                  <c:v>6.9</c:v>
                </c:pt>
                <c:pt idx="2643">
                  <c:v>6.3</c:v>
                </c:pt>
                <c:pt idx="2644">
                  <c:v>7</c:v>
                </c:pt>
                <c:pt idx="2645">
                  <c:v>7.674</c:v>
                </c:pt>
                <c:pt idx="2646">
                  <c:v>7.3</c:v>
                </c:pt>
                <c:pt idx="2647">
                  <c:v>6.4</c:v>
                </c:pt>
                <c:pt idx="2648">
                  <c:v>7.3</c:v>
                </c:pt>
                <c:pt idx="2649">
                  <c:v>7.9</c:v>
                </c:pt>
                <c:pt idx="2650">
                  <c:v>7.75</c:v>
                </c:pt>
                <c:pt idx="2651">
                  <c:v>7.9</c:v>
                </c:pt>
                <c:pt idx="2652">
                  <c:v>7.6</c:v>
                </c:pt>
                <c:pt idx="2653">
                  <c:v>6.5</c:v>
                </c:pt>
                <c:pt idx="2654">
                  <c:v>8</c:v>
                </c:pt>
                <c:pt idx="2655">
                  <c:v>8.2</c:v>
                </c:pt>
                <c:pt idx="2656">
                  <c:v>8.733</c:v>
                </c:pt>
                <c:pt idx="2657">
                  <c:v>8.5</c:v>
                </c:pt>
                <c:pt idx="2658">
                  <c:v>7.5</c:v>
                </c:pt>
                <c:pt idx="2659">
                  <c:v>6.7</c:v>
                </c:pt>
                <c:pt idx="2660">
                  <c:v>7.7</c:v>
                </c:pt>
                <c:pt idx="2661">
                  <c:v>7.2</c:v>
                </c:pt>
                <c:pt idx="2662">
                  <c:v>6.695</c:v>
                </c:pt>
                <c:pt idx="2663">
                  <c:v>7.7</c:v>
                </c:pt>
                <c:pt idx="2664">
                  <c:v>6.7</c:v>
                </c:pt>
                <c:pt idx="2665">
                  <c:v>6.9</c:v>
                </c:pt>
                <c:pt idx="2666">
                  <c:v>7.5</c:v>
                </c:pt>
                <c:pt idx="2667">
                  <c:v>7.495</c:v>
                </c:pt>
                <c:pt idx="2668">
                  <c:v>7.8</c:v>
                </c:pt>
                <c:pt idx="2669">
                  <c:v>6.3</c:v>
                </c:pt>
                <c:pt idx="2670">
                  <c:v>6.614</c:v>
                </c:pt>
                <c:pt idx="2671">
                  <c:v>7</c:v>
                </c:pt>
                <c:pt idx="2672">
                  <c:v>8.205</c:v>
                </c:pt>
                <c:pt idx="2673">
                  <c:v>7.2</c:v>
                </c:pt>
                <c:pt idx="2674">
                  <c:v>6.7</c:v>
                </c:pt>
                <c:pt idx="2675">
                  <c:v>8.2</c:v>
                </c:pt>
                <c:pt idx="2676">
                  <c:v>7.1</c:v>
                </c:pt>
                <c:pt idx="2677">
                  <c:v>7.6</c:v>
                </c:pt>
                <c:pt idx="2678">
                  <c:v>8.5</c:v>
                </c:pt>
                <c:pt idx="2679">
                  <c:v>7.832</c:v>
                </c:pt>
                <c:pt idx="2680">
                  <c:v>7</c:v>
                </c:pt>
                <c:pt idx="2681">
                  <c:v>7.5</c:v>
                </c:pt>
                <c:pt idx="2682">
                  <c:v>7.3</c:v>
                </c:pt>
                <c:pt idx="2683">
                  <c:v>8.2</c:v>
                </c:pt>
                <c:pt idx="2684">
                  <c:v>5.8</c:v>
                </c:pt>
                <c:pt idx="2685">
                  <c:v>7.9</c:v>
                </c:pt>
                <c:pt idx="2686">
                  <c:v>7.3</c:v>
                </c:pt>
                <c:pt idx="2687">
                  <c:v>8.1</c:v>
                </c:pt>
                <c:pt idx="2688">
                  <c:v>7</c:v>
                </c:pt>
                <c:pt idx="2689">
                  <c:v>7.4</c:v>
                </c:pt>
                <c:pt idx="2690">
                  <c:v>7.5</c:v>
                </c:pt>
                <c:pt idx="2691">
                  <c:v>6.7</c:v>
                </c:pt>
                <c:pt idx="2692">
                  <c:v>6.719</c:v>
                </c:pt>
                <c:pt idx="2693">
                  <c:v>6.3</c:v>
                </c:pt>
                <c:pt idx="2694">
                  <c:v>7</c:v>
                </c:pt>
                <c:pt idx="2695">
                  <c:v>7.7</c:v>
                </c:pt>
                <c:pt idx="2696">
                  <c:v>7.39</c:v>
                </c:pt>
                <c:pt idx="2697">
                  <c:v>7.1</c:v>
                </c:pt>
                <c:pt idx="2698">
                  <c:v>8.241</c:v>
                </c:pt>
                <c:pt idx="2699">
                  <c:v>8</c:v>
                </c:pt>
                <c:pt idx="2700">
                  <c:v>6.9</c:v>
                </c:pt>
                <c:pt idx="2701">
                  <c:v>7.5</c:v>
                </c:pt>
                <c:pt idx="2702">
                  <c:v>7.5</c:v>
                </c:pt>
                <c:pt idx="2703">
                  <c:v>8</c:v>
                </c:pt>
                <c:pt idx="2704">
                  <c:v>7.7</c:v>
                </c:pt>
                <c:pt idx="2705">
                  <c:v>7.6</c:v>
                </c:pt>
                <c:pt idx="2706">
                  <c:v>7.7</c:v>
                </c:pt>
                <c:pt idx="2707">
                  <c:v>6.288</c:v>
                </c:pt>
                <c:pt idx="2708">
                  <c:v>7.9</c:v>
                </c:pt>
                <c:pt idx="2709">
                  <c:v>8.4</c:v>
                </c:pt>
                <c:pt idx="2710">
                  <c:v>8</c:v>
                </c:pt>
                <c:pt idx="2711">
                  <c:v>7.532</c:v>
                </c:pt>
                <c:pt idx="2712">
                  <c:v>7.75</c:v>
                </c:pt>
                <c:pt idx="2713">
                  <c:v>8.8</c:v>
                </c:pt>
                <c:pt idx="2714">
                  <c:v>7.408</c:v>
                </c:pt>
                <c:pt idx="2715">
                  <c:v>7.1</c:v>
                </c:pt>
                <c:pt idx="2716">
                  <c:v>7.396</c:v>
                </c:pt>
                <c:pt idx="2717">
                  <c:v>7.8</c:v>
                </c:pt>
                <c:pt idx="2718">
                  <c:v>7.4</c:v>
                </c:pt>
                <c:pt idx="2719">
                  <c:v>7.3</c:v>
                </c:pt>
                <c:pt idx="2720">
                  <c:v>7</c:v>
                </c:pt>
                <c:pt idx="2721">
                  <c:v>6.943</c:v>
                </c:pt>
                <c:pt idx="2722">
                  <c:v>6.8</c:v>
                </c:pt>
                <c:pt idx="2723">
                  <c:v>6.7</c:v>
                </c:pt>
                <c:pt idx="2724">
                  <c:v>7.4</c:v>
                </c:pt>
                <c:pt idx="2725">
                  <c:v>8.1</c:v>
                </c:pt>
                <c:pt idx="2726">
                  <c:v>8.1</c:v>
                </c:pt>
                <c:pt idx="2727">
                  <c:v>6.9</c:v>
                </c:pt>
                <c:pt idx="2728">
                  <c:v>6.9</c:v>
                </c:pt>
                <c:pt idx="2729">
                  <c:v>6.844</c:v>
                </c:pt>
                <c:pt idx="2730">
                  <c:v>7</c:v>
                </c:pt>
                <c:pt idx="2731">
                  <c:v>8</c:v>
                </c:pt>
                <c:pt idx="2732">
                  <c:v>7.9</c:v>
                </c:pt>
                <c:pt idx="2733">
                  <c:v>7.1</c:v>
                </c:pt>
                <c:pt idx="2734">
                  <c:v>7.2</c:v>
                </c:pt>
                <c:pt idx="2735">
                  <c:v>6.862</c:v>
                </c:pt>
                <c:pt idx="2736">
                  <c:v>6.4</c:v>
                </c:pt>
                <c:pt idx="2737">
                  <c:v>7.4</c:v>
                </c:pt>
                <c:pt idx="2738">
                  <c:v>6.3</c:v>
                </c:pt>
                <c:pt idx="2739">
                  <c:v>6.806</c:v>
                </c:pt>
                <c:pt idx="2740">
                  <c:v>6.7</c:v>
                </c:pt>
                <c:pt idx="2741">
                  <c:v>6.4</c:v>
                </c:pt>
                <c:pt idx="2742">
                  <c:v>7.3</c:v>
                </c:pt>
                <c:pt idx="2743">
                  <c:v>6.5</c:v>
                </c:pt>
                <c:pt idx="2744">
                  <c:v>7.2</c:v>
                </c:pt>
                <c:pt idx="2745">
                  <c:v>6.7</c:v>
                </c:pt>
                <c:pt idx="2746">
                  <c:v>7.11</c:v>
                </c:pt>
                <c:pt idx="2747">
                  <c:v>7.6</c:v>
                </c:pt>
                <c:pt idx="2748">
                  <c:v>7.5</c:v>
                </c:pt>
                <c:pt idx="2749">
                  <c:v>7.8</c:v>
                </c:pt>
                <c:pt idx="2750">
                  <c:v>6.5</c:v>
                </c:pt>
                <c:pt idx="2751">
                  <c:v>9.2</c:v>
                </c:pt>
                <c:pt idx="2752">
                  <c:v>7.2</c:v>
                </c:pt>
                <c:pt idx="2753">
                  <c:v>8.2</c:v>
                </c:pt>
                <c:pt idx="2754">
                  <c:v>7.5</c:v>
                </c:pt>
                <c:pt idx="2755">
                  <c:v>7.3</c:v>
                </c:pt>
                <c:pt idx="2756">
                  <c:v>7.3</c:v>
                </c:pt>
                <c:pt idx="2757">
                  <c:v>6.6</c:v>
                </c:pt>
                <c:pt idx="2758">
                  <c:v>7.862</c:v>
                </c:pt>
                <c:pt idx="2759">
                  <c:v>8.63</c:v>
                </c:pt>
                <c:pt idx="2760">
                  <c:v>7.607</c:v>
                </c:pt>
                <c:pt idx="2761">
                  <c:v>8.115</c:v>
                </c:pt>
                <c:pt idx="2762">
                  <c:v>7.5</c:v>
                </c:pt>
                <c:pt idx="2763">
                  <c:v>7.9</c:v>
                </c:pt>
                <c:pt idx="2764">
                  <c:v>8.5</c:v>
                </c:pt>
                <c:pt idx="2765">
                  <c:v>8.8</c:v>
                </c:pt>
                <c:pt idx="2766">
                  <c:v>8.06</c:v>
                </c:pt>
                <c:pt idx="2767">
                  <c:v>7.7</c:v>
                </c:pt>
                <c:pt idx="2768">
                  <c:v>7.46</c:v>
                </c:pt>
                <c:pt idx="2769">
                  <c:v>7.069</c:v>
                </c:pt>
                <c:pt idx="2770">
                  <c:v>7.242</c:v>
                </c:pt>
                <c:pt idx="2771">
                  <c:v>8.5</c:v>
                </c:pt>
                <c:pt idx="2772">
                  <c:v>7.874</c:v>
                </c:pt>
                <c:pt idx="2773">
                  <c:v>7.3</c:v>
                </c:pt>
                <c:pt idx="2774">
                  <c:v>7.8</c:v>
                </c:pt>
                <c:pt idx="2775">
                  <c:v>7.5</c:v>
                </c:pt>
                <c:pt idx="2776">
                  <c:v>7.5</c:v>
                </c:pt>
                <c:pt idx="2777">
                  <c:v>8.252</c:v>
                </c:pt>
                <c:pt idx="2778">
                  <c:v>8.1</c:v>
                </c:pt>
                <c:pt idx="2779">
                  <c:v>8.174</c:v>
                </c:pt>
                <c:pt idx="2780">
                  <c:v>7.818</c:v>
                </c:pt>
                <c:pt idx="2781">
                  <c:v>8</c:v>
                </c:pt>
                <c:pt idx="2782">
                  <c:v>6.8</c:v>
                </c:pt>
                <c:pt idx="2783">
                  <c:v>8.497</c:v>
                </c:pt>
                <c:pt idx="2784">
                  <c:v>7.678</c:v>
                </c:pt>
                <c:pt idx="2785">
                  <c:v>8.4</c:v>
                </c:pt>
                <c:pt idx="2786">
                  <c:v>8.2</c:v>
                </c:pt>
                <c:pt idx="2787">
                  <c:v>7.2</c:v>
                </c:pt>
                <c:pt idx="2788">
                  <c:v>7.167</c:v>
                </c:pt>
                <c:pt idx="2789">
                  <c:v>7.786</c:v>
                </c:pt>
                <c:pt idx="2790">
                  <c:v>7.5</c:v>
                </c:pt>
                <c:pt idx="2791">
                  <c:v>7.3</c:v>
                </c:pt>
                <c:pt idx="2792">
                  <c:v>7.7</c:v>
                </c:pt>
                <c:pt idx="2793">
                  <c:v>9.3</c:v>
                </c:pt>
                <c:pt idx="2794">
                  <c:v>7.9</c:v>
                </c:pt>
                <c:pt idx="2795">
                  <c:v>8.1</c:v>
                </c:pt>
                <c:pt idx="2796">
                  <c:v>7.231</c:v>
                </c:pt>
                <c:pt idx="2797">
                  <c:v>7.016</c:v>
                </c:pt>
                <c:pt idx="2798">
                  <c:v>8.198</c:v>
                </c:pt>
                <c:pt idx="2799">
                  <c:v>8.1</c:v>
                </c:pt>
                <c:pt idx="2800">
                  <c:v>7.635</c:v>
                </c:pt>
                <c:pt idx="2801">
                  <c:v>6.1</c:v>
                </c:pt>
                <c:pt idx="2802">
                  <c:v>8.528</c:v>
                </c:pt>
                <c:pt idx="2803">
                  <c:v>7.5</c:v>
                </c:pt>
                <c:pt idx="2804">
                  <c:v>7.9</c:v>
                </c:pt>
                <c:pt idx="2805">
                  <c:v>7.5</c:v>
                </c:pt>
                <c:pt idx="2806">
                  <c:v>8.3</c:v>
                </c:pt>
                <c:pt idx="2807">
                  <c:v>7.1</c:v>
                </c:pt>
                <c:pt idx="2808">
                  <c:v>8.2</c:v>
                </c:pt>
                <c:pt idx="2809">
                  <c:v>8.218</c:v>
                </c:pt>
                <c:pt idx="2810">
                  <c:v>8.4</c:v>
                </c:pt>
                <c:pt idx="2811">
                  <c:v>7.7</c:v>
                </c:pt>
                <c:pt idx="2812">
                  <c:v>8.2</c:v>
                </c:pt>
                <c:pt idx="2813">
                  <c:v>6.8</c:v>
                </c:pt>
                <c:pt idx="2814">
                  <c:v>8.1</c:v>
                </c:pt>
                <c:pt idx="2815">
                  <c:v>8.5</c:v>
                </c:pt>
                <c:pt idx="2816">
                  <c:v>5.9</c:v>
                </c:pt>
                <c:pt idx="2817">
                  <c:v>8.1</c:v>
                </c:pt>
                <c:pt idx="2818">
                  <c:v>7</c:v>
                </c:pt>
                <c:pt idx="2819">
                  <c:v>5.767</c:v>
                </c:pt>
                <c:pt idx="2820">
                  <c:v>7.823</c:v>
                </c:pt>
                <c:pt idx="2821">
                  <c:v>7.4</c:v>
                </c:pt>
                <c:pt idx="2822">
                  <c:v>8.222</c:v>
                </c:pt>
                <c:pt idx="2823">
                  <c:v>8.4</c:v>
                </c:pt>
                <c:pt idx="2824">
                  <c:v>8.033</c:v>
                </c:pt>
                <c:pt idx="2825">
                  <c:v>7.8</c:v>
                </c:pt>
                <c:pt idx="2826">
                  <c:v>6.4</c:v>
                </c:pt>
                <c:pt idx="2827">
                  <c:v>7.931</c:v>
                </c:pt>
                <c:pt idx="2828">
                  <c:v>8.022</c:v>
                </c:pt>
                <c:pt idx="2829">
                  <c:v>7.1</c:v>
                </c:pt>
                <c:pt idx="2830">
                  <c:v>7.3</c:v>
                </c:pt>
                <c:pt idx="2831">
                  <c:v>7.6</c:v>
                </c:pt>
                <c:pt idx="2832">
                  <c:v>7.082</c:v>
                </c:pt>
                <c:pt idx="2833">
                  <c:v>7.898</c:v>
                </c:pt>
                <c:pt idx="2834">
                  <c:v>8.1</c:v>
                </c:pt>
                <c:pt idx="2835">
                  <c:v>8.397</c:v>
                </c:pt>
                <c:pt idx="2836">
                  <c:v>8.283</c:v>
                </c:pt>
                <c:pt idx="2837">
                  <c:v>7.9</c:v>
                </c:pt>
                <c:pt idx="2838">
                  <c:v>7.577</c:v>
                </c:pt>
                <c:pt idx="2839">
                  <c:v>7.9</c:v>
                </c:pt>
                <c:pt idx="2840">
                  <c:v>7.851</c:v>
                </c:pt>
                <c:pt idx="2841">
                  <c:v>7.8</c:v>
                </c:pt>
                <c:pt idx="2842">
                  <c:v>8.1</c:v>
                </c:pt>
                <c:pt idx="2843">
                  <c:v>7.2</c:v>
                </c:pt>
                <c:pt idx="2844">
                  <c:v>8.2</c:v>
                </c:pt>
                <c:pt idx="2845">
                  <c:v>8.4</c:v>
                </c:pt>
                <c:pt idx="2846">
                  <c:v>6.8</c:v>
                </c:pt>
                <c:pt idx="2847">
                  <c:v>7.521</c:v>
                </c:pt>
                <c:pt idx="2848">
                  <c:v>8.386</c:v>
                </c:pt>
                <c:pt idx="2849">
                  <c:v>8.5</c:v>
                </c:pt>
                <c:pt idx="2850">
                  <c:v>7.1</c:v>
                </c:pt>
                <c:pt idx="2851">
                  <c:v>7.7</c:v>
                </c:pt>
                <c:pt idx="2852">
                  <c:v>7.796</c:v>
                </c:pt>
                <c:pt idx="2853">
                  <c:v>6.4</c:v>
                </c:pt>
                <c:pt idx="2854">
                  <c:v>7.5</c:v>
                </c:pt>
                <c:pt idx="2855">
                  <c:v>7.4</c:v>
                </c:pt>
                <c:pt idx="2856">
                  <c:v>7.507</c:v>
                </c:pt>
                <c:pt idx="2857">
                  <c:v>7.8</c:v>
                </c:pt>
                <c:pt idx="2858">
                  <c:v>8.085</c:v>
                </c:pt>
                <c:pt idx="2859">
                  <c:v>7.4</c:v>
                </c:pt>
                <c:pt idx="2860">
                  <c:v>7.1</c:v>
                </c:pt>
                <c:pt idx="2861">
                  <c:v>7.629</c:v>
                </c:pt>
                <c:pt idx="2862">
                  <c:v>7.3</c:v>
                </c:pt>
                <c:pt idx="2863">
                  <c:v>7.7</c:v>
                </c:pt>
                <c:pt idx="2864">
                  <c:v>8.274</c:v>
                </c:pt>
                <c:pt idx="2865">
                  <c:v>7.5</c:v>
                </c:pt>
                <c:pt idx="2866">
                  <c:v>7.7</c:v>
                </c:pt>
                <c:pt idx="2867">
                  <c:v>7.6</c:v>
                </c:pt>
                <c:pt idx="2868">
                  <c:v>8</c:v>
                </c:pt>
                <c:pt idx="2869">
                  <c:v>7.7</c:v>
                </c:pt>
                <c:pt idx="2870">
                  <c:v>8.1</c:v>
                </c:pt>
                <c:pt idx="2871">
                  <c:v>7.7</c:v>
                </c:pt>
                <c:pt idx="2872">
                  <c:v>7.3</c:v>
                </c:pt>
                <c:pt idx="2873">
                  <c:v>7.433</c:v>
                </c:pt>
                <c:pt idx="2874">
                  <c:v>6.8</c:v>
                </c:pt>
                <c:pt idx="2875">
                  <c:v>8.5</c:v>
                </c:pt>
                <c:pt idx="2876">
                  <c:v>8.237</c:v>
                </c:pt>
                <c:pt idx="2877">
                  <c:v>7.8</c:v>
                </c:pt>
                <c:pt idx="2878">
                  <c:v>8.2</c:v>
                </c:pt>
                <c:pt idx="2879">
                  <c:v>8.533</c:v>
                </c:pt>
                <c:pt idx="2880">
                  <c:v>8.18</c:v>
                </c:pt>
                <c:pt idx="2881">
                  <c:v>7.041</c:v>
                </c:pt>
                <c:pt idx="2882">
                  <c:v>7.2</c:v>
                </c:pt>
                <c:pt idx="2883">
                  <c:v>7.9</c:v>
                </c:pt>
                <c:pt idx="2884">
                  <c:v>7.8</c:v>
                </c:pt>
                <c:pt idx="2885">
                  <c:v>7.4</c:v>
                </c:pt>
                <c:pt idx="2886">
                  <c:v>7.362</c:v>
                </c:pt>
                <c:pt idx="2887">
                  <c:v>7.4</c:v>
                </c:pt>
                <c:pt idx="2888">
                  <c:v>7.9</c:v>
                </c:pt>
                <c:pt idx="2889">
                  <c:v>7.9</c:v>
                </c:pt>
                <c:pt idx="2890">
                  <c:v>8.214</c:v>
                </c:pt>
                <c:pt idx="2891">
                  <c:v>7.2</c:v>
                </c:pt>
                <c:pt idx="2892">
                  <c:v>7.9</c:v>
                </c:pt>
                <c:pt idx="2893">
                  <c:v>7.2</c:v>
                </c:pt>
                <c:pt idx="2894">
                  <c:v>7.3</c:v>
                </c:pt>
                <c:pt idx="2895">
                  <c:v>8.2</c:v>
                </c:pt>
                <c:pt idx="2896">
                  <c:v>7.7</c:v>
                </c:pt>
                <c:pt idx="2897">
                  <c:v>7.6</c:v>
                </c:pt>
                <c:pt idx="2898">
                  <c:v>8</c:v>
                </c:pt>
                <c:pt idx="2899">
                  <c:v>8.493</c:v>
                </c:pt>
                <c:pt idx="2900">
                  <c:v>8.3</c:v>
                </c:pt>
                <c:pt idx="2901">
                  <c:v>6.7</c:v>
                </c:pt>
                <c:pt idx="2902">
                  <c:v>7.4</c:v>
                </c:pt>
                <c:pt idx="2903">
                  <c:v>7</c:v>
                </c:pt>
                <c:pt idx="2904">
                  <c:v>8</c:v>
                </c:pt>
                <c:pt idx="2905">
                  <c:v>7.385</c:v>
                </c:pt>
                <c:pt idx="2906">
                  <c:v>6.3</c:v>
                </c:pt>
                <c:pt idx="2907">
                  <c:v>8.2</c:v>
                </c:pt>
                <c:pt idx="2908">
                  <c:v>8</c:v>
                </c:pt>
                <c:pt idx="2909">
                  <c:v>7</c:v>
                </c:pt>
                <c:pt idx="2910">
                  <c:v>7.2</c:v>
                </c:pt>
                <c:pt idx="2911">
                  <c:v>6.3</c:v>
                </c:pt>
                <c:pt idx="2912">
                  <c:v>7.2</c:v>
                </c:pt>
                <c:pt idx="2913">
                  <c:v>6.824</c:v>
                </c:pt>
                <c:pt idx="2914">
                  <c:v>8</c:v>
                </c:pt>
                <c:pt idx="2915">
                  <c:v>7.2</c:v>
                </c:pt>
                <c:pt idx="2916">
                  <c:v>8</c:v>
                </c:pt>
                <c:pt idx="2917">
                  <c:v>7.936</c:v>
                </c:pt>
                <c:pt idx="2918">
                  <c:v>7.2</c:v>
                </c:pt>
                <c:pt idx="2919">
                  <c:v>7.8</c:v>
                </c:pt>
                <c:pt idx="2920">
                  <c:v>8.446</c:v>
                </c:pt>
                <c:pt idx="2921">
                  <c:v>7.516</c:v>
                </c:pt>
                <c:pt idx="2922">
                  <c:v>6.6</c:v>
                </c:pt>
                <c:pt idx="2923">
                  <c:v>7.1</c:v>
                </c:pt>
                <c:pt idx="2924">
                  <c:v>7.2</c:v>
                </c:pt>
                <c:pt idx="2925">
                  <c:v>8.057</c:v>
                </c:pt>
                <c:pt idx="2926">
                  <c:v>7.6</c:v>
                </c:pt>
                <c:pt idx="2927">
                  <c:v>7.5</c:v>
                </c:pt>
                <c:pt idx="2928">
                  <c:v>6.521</c:v>
                </c:pt>
                <c:pt idx="2929">
                  <c:v>8.3</c:v>
                </c:pt>
                <c:pt idx="2930">
                  <c:v>7.9</c:v>
                </c:pt>
                <c:pt idx="2931">
                  <c:v>7.5</c:v>
                </c:pt>
                <c:pt idx="2932">
                  <c:v>8.039</c:v>
                </c:pt>
                <c:pt idx="2933">
                  <c:v>6.969</c:v>
                </c:pt>
                <c:pt idx="2934">
                  <c:v>7.835</c:v>
                </c:pt>
                <c:pt idx="2935">
                  <c:v>8.37</c:v>
                </c:pt>
                <c:pt idx="2936">
                  <c:v>7.9</c:v>
                </c:pt>
                <c:pt idx="2937">
                  <c:v>7.6</c:v>
                </c:pt>
                <c:pt idx="2938">
                  <c:v>8.041</c:v>
                </c:pt>
                <c:pt idx="2939">
                  <c:v>7.534</c:v>
                </c:pt>
                <c:pt idx="2940">
                  <c:v>7.9</c:v>
                </c:pt>
                <c:pt idx="2941">
                  <c:v>7.5</c:v>
                </c:pt>
                <c:pt idx="2942">
                  <c:v>8</c:v>
                </c:pt>
                <c:pt idx="2943">
                  <c:v>7.1</c:v>
                </c:pt>
                <c:pt idx="2944">
                  <c:v>7.6</c:v>
                </c:pt>
                <c:pt idx="2945">
                  <c:v>7</c:v>
                </c:pt>
                <c:pt idx="2946">
                  <c:v>6.9</c:v>
                </c:pt>
                <c:pt idx="2947">
                  <c:v>7.3</c:v>
                </c:pt>
                <c:pt idx="2948">
                  <c:v>6.9</c:v>
                </c:pt>
                <c:pt idx="2949">
                  <c:v>7.61</c:v>
                </c:pt>
                <c:pt idx="2950">
                  <c:v>7.107</c:v>
                </c:pt>
                <c:pt idx="2951">
                  <c:v>8.061</c:v>
                </c:pt>
                <c:pt idx="2952">
                  <c:v>7.155</c:v>
                </c:pt>
                <c:pt idx="2953">
                  <c:v>6.5</c:v>
                </c:pt>
                <c:pt idx="2954">
                  <c:v>8.3</c:v>
                </c:pt>
                <c:pt idx="2955">
                  <c:v>7.8</c:v>
                </c:pt>
                <c:pt idx="2956">
                  <c:v>7.3</c:v>
                </c:pt>
                <c:pt idx="2957">
                  <c:v>8.014</c:v>
                </c:pt>
                <c:pt idx="2958">
                  <c:v>6.4</c:v>
                </c:pt>
                <c:pt idx="2959">
                  <c:v>7.7</c:v>
                </c:pt>
                <c:pt idx="2960">
                  <c:v>6.9</c:v>
                </c:pt>
                <c:pt idx="2961">
                  <c:v>7.1</c:v>
                </c:pt>
                <c:pt idx="2962">
                  <c:v>7.4</c:v>
                </c:pt>
                <c:pt idx="2963">
                  <c:v>7.374</c:v>
                </c:pt>
                <c:pt idx="2964">
                  <c:v>6.5</c:v>
                </c:pt>
                <c:pt idx="2965">
                  <c:v>8.404</c:v>
                </c:pt>
                <c:pt idx="2966">
                  <c:v>7.6</c:v>
                </c:pt>
                <c:pt idx="2967">
                  <c:v>7.8</c:v>
                </c:pt>
                <c:pt idx="2968">
                  <c:v>5.9</c:v>
                </c:pt>
                <c:pt idx="2969">
                  <c:v>7.6</c:v>
                </c:pt>
                <c:pt idx="2970">
                  <c:v>7.239</c:v>
                </c:pt>
                <c:pt idx="2971">
                  <c:v>6.9</c:v>
                </c:pt>
                <c:pt idx="2972">
                  <c:v>7.8</c:v>
                </c:pt>
                <c:pt idx="2973">
                  <c:v>8.1</c:v>
                </c:pt>
                <c:pt idx="2974">
                  <c:v>6.5</c:v>
                </c:pt>
                <c:pt idx="2975">
                  <c:v>7.6</c:v>
                </c:pt>
                <c:pt idx="2976">
                  <c:v>8.234</c:v>
                </c:pt>
                <c:pt idx="2977">
                  <c:v>8.192</c:v>
                </c:pt>
                <c:pt idx="2978">
                  <c:v>7.2</c:v>
                </c:pt>
                <c:pt idx="2979">
                  <c:v>6.9</c:v>
                </c:pt>
                <c:pt idx="2980">
                  <c:v>7.1</c:v>
                </c:pt>
                <c:pt idx="2981">
                  <c:v>7.7</c:v>
                </c:pt>
                <c:pt idx="2982">
                  <c:v>8.2</c:v>
                </c:pt>
                <c:pt idx="2983">
                  <c:v>8.278</c:v>
                </c:pt>
                <c:pt idx="2984">
                  <c:v>6.1</c:v>
                </c:pt>
                <c:pt idx="2985">
                  <c:v>6.494</c:v>
                </c:pt>
                <c:pt idx="2986">
                  <c:v>7.2</c:v>
                </c:pt>
                <c:pt idx="2987">
                  <c:v>7.667</c:v>
                </c:pt>
                <c:pt idx="2988">
                  <c:v>7.4</c:v>
                </c:pt>
                <c:pt idx="2989">
                  <c:v>6.7</c:v>
                </c:pt>
                <c:pt idx="2990">
                  <c:v>8.5</c:v>
                </c:pt>
                <c:pt idx="2991">
                  <c:v>7.2</c:v>
                </c:pt>
                <c:pt idx="2992">
                  <c:v>7.1</c:v>
                </c:pt>
                <c:pt idx="2993">
                  <c:v>7.1</c:v>
                </c:pt>
                <c:pt idx="2994">
                  <c:v>8</c:v>
                </c:pt>
                <c:pt idx="2995">
                  <c:v>8.5</c:v>
                </c:pt>
                <c:pt idx="2996">
                  <c:v>7.9</c:v>
                </c:pt>
                <c:pt idx="2997">
                  <c:v>8.238</c:v>
                </c:pt>
                <c:pt idx="2998">
                  <c:v>8.528</c:v>
                </c:pt>
                <c:pt idx="2999">
                  <c:v>6.661</c:v>
                </c:pt>
                <c:pt idx="3000">
                  <c:v>7.1</c:v>
                </c:pt>
                <c:pt idx="3001">
                  <c:v>8.2</c:v>
                </c:pt>
                <c:pt idx="3002">
                  <c:v>6.3</c:v>
                </c:pt>
                <c:pt idx="3003">
                  <c:v>7.3</c:v>
                </c:pt>
                <c:pt idx="3004">
                  <c:v>7.4</c:v>
                </c:pt>
                <c:pt idx="3005">
                  <c:v>7.708</c:v>
                </c:pt>
                <c:pt idx="3006">
                  <c:v>7.6</c:v>
                </c:pt>
                <c:pt idx="3007">
                  <c:v>7.506</c:v>
                </c:pt>
                <c:pt idx="3008">
                  <c:v>7.7</c:v>
                </c:pt>
                <c:pt idx="3009">
                  <c:v>7.3</c:v>
                </c:pt>
                <c:pt idx="3010">
                  <c:v>7.3</c:v>
                </c:pt>
                <c:pt idx="3011">
                  <c:v>8.015</c:v>
                </c:pt>
                <c:pt idx="3012">
                  <c:v>6.8</c:v>
                </c:pt>
                <c:pt idx="3013">
                  <c:v>7.6</c:v>
                </c:pt>
                <c:pt idx="3014">
                  <c:v>8.6</c:v>
                </c:pt>
                <c:pt idx="3015">
                  <c:v>7.4</c:v>
                </c:pt>
                <c:pt idx="3016">
                  <c:v>7.4</c:v>
                </c:pt>
                <c:pt idx="3017">
                  <c:v>6.91</c:v>
                </c:pt>
                <c:pt idx="3018">
                  <c:v>6.7</c:v>
                </c:pt>
                <c:pt idx="3019">
                  <c:v>7.269</c:v>
                </c:pt>
                <c:pt idx="3020">
                  <c:v>7.5</c:v>
                </c:pt>
                <c:pt idx="3021">
                  <c:v>6.9</c:v>
                </c:pt>
                <c:pt idx="3022">
                  <c:v>7</c:v>
                </c:pt>
                <c:pt idx="3023">
                  <c:v>7.3</c:v>
                </c:pt>
                <c:pt idx="3024">
                  <c:v>7.1</c:v>
                </c:pt>
                <c:pt idx="3025">
                  <c:v>7.1</c:v>
                </c:pt>
                <c:pt idx="3026">
                  <c:v>8.111</c:v>
                </c:pt>
                <c:pt idx="3027">
                  <c:v>7.1</c:v>
                </c:pt>
                <c:pt idx="3028">
                  <c:v>8.036</c:v>
                </c:pt>
                <c:pt idx="3029">
                  <c:v>7.3</c:v>
                </c:pt>
                <c:pt idx="3030">
                  <c:v>6.9</c:v>
                </c:pt>
                <c:pt idx="3031">
                  <c:v>6.717</c:v>
                </c:pt>
                <c:pt idx="3032">
                  <c:v>7.2</c:v>
                </c:pt>
                <c:pt idx="3033">
                  <c:v>7.4</c:v>
                </c:pt>
                <c:pt idx="3034">
                  <c:v>7.6</c:v>
                </c:pt>
                <c:pt idx="3035">
                  <c:v>6.4</c:v>
                </c:pt>
                <c:pt idx="3036">
                  <c:v>7</c:v>
                </c:pt>
                <c:pt idx="3037">
                  <c:v>7.7</c:v>
                </c:pt>
                <c:pt idx="3038">
                  <c:v>6.59</c:v>
                </c:pt>
                <c:pt idx="3039">
                  <c:v>7.4</c:v>
                </c:pt>
                <c:pt idx="3040">
                  <c:v>7.6</c:v>
                </c:pt>
                <c:pt idx="3041">
                  <c:v>6.489</c:v>
                </c:pt>
                <c:pt idx="3042">
                  <c:v>7.917</c:v>
                </c:pt>
                <c:pt idx="3043">
                  <c:v>7.7</c:v>
                </c:pt>
                <c:pt idx="3044">
                  <c:v>6.928</c:v>
                </c:pt>
                <c:pt idx="3045">
                  <c:v>7.4</c:v>
                </c:pt>
                <c:pt idx="3046">
                  <c:v>5</c:v>
                </c:pt>
                <c:pt idx="3047">
                  <c:v>7.911</c:v>
                </c:pt>
                <c:pt idx="3048">
                  <c:v>7</c:v>
                </c:pt>
                <c:pt idx="3049">
                  <c:v>7.4</c:v>
                </c:pt>
                <c:pt idx="3050">
                  <c:v>7</c:v>
                </c:pt>
                <c:pt idx="3051">
                  <c:v>8.026</c:v>
                </c:pt>
                <c:pt idx="3052">
                  <c:v>6.544</c:v>
                </c:pt>
                <c:pt idx="3053">
                  <c:v>7.6</c:v>
                </c:pt>
                <c:pt idx="3054">
                  <c:v>7.891</c:v>
                </c:pt>
                <c:pt idx="3055">
                  <c:v>7.8</c:v>
                </c:pt>
                <c:pt idx="3056">
                  <c:v>7</c:v>
                </c:pt>
                <c:pt idx="3057">
                  <c:v>7.6</c:v>
                </c:pt>
                <c:pt idx="3058">
                  <c:v>7.48</c:v>
                </c:pt>
                <c:pt idx="3059">
                  <c:v>6.777</c:v>
                </c:pt>
                <c:pt idx="3060">
                  <c:v>6.4</c:v>
                </c:pt>
                <c:pt idx="3061">
                  <c:v>7.1</c:v>
                </c:pt>
                <c:pt idx="3062">
                  <c:v>7.61</c:v>
                </c:pt>
                <c:pt idx="3063">
                  <c:v>7.7</c:v>
                </c:pt>
                <c:pt idx="3064">
                  <c:v>7.037</c:v>
                </c:pt>
                <c:pt idx="3065">
                  <c:v>7.1</c:v>
                </c:pt>
                <c:pt idx="3066">
                  <c:v>7.2</c:v>
                </c:pt>
                <c:pt idx="3067">
                  <c:v>7</c:v>
                </c:pt>
                <c:pt idx="3068">
                  <c:v>8.4</c:v>
                </c:pt>
                <c:pt idx="3069">
                  <c:v>7.9</c:v>
                </c:pt>
                <c:pt idx="3070">
                  <c:v>6.069</c:v>
                </c:pt>
                <c:pt idx="3071">
                  <c:v>8.574</c:v>
                </c:pt>
                <c:pt idx="3072">
                  <c:v>7.75</c:v>
                </c:pt>
                <c:pt idx="3073">
                  <c:v>7.344</c:v>
                </c:pt>
                <c:pt idx="3074">
                  <c:v>7.412</c:v>
                </c:pt>
                <c:pt idx="3075">
                  <c:v>6.9</c:v>
                </c:pt>
                <c:pt idx="3076">
                  <c:v>8.4</c:v>
                </c:pt>
                <c:pt idx="3077">
                  <c:v>6.306</c:v>
                </c:pt>
                <c:pt idx="3078">
                  <c:v>7.304</c:v>
                </c:pt>
                <c:pt idx="3079">
                  <c:v>6.6</c:v>
                </c:pt>
                <c:pt idx="3080">
                  <c:v>7.5</c:v>
                </c:pt>
                <c:pt idx="3081">
                  <c:v>6.7</c:v>
                </c:pt>
                <c:pt idx="3082">
                  <c:v>7.235</c:v>
                </c:pt>
                <c:pt idx="3083">
                  <c:v>6.9</c:v>
                </c:pt>
                <c:pt idx="3084">
                  <c:v>7.148</c:v>
                </c:pt>
                <c:pt idx="3085">
                  <c:v>7</c:v>
                </c:pt>
                <c:pt idx="3086">
                  <c:v>7.2</c:v>
                </c:pt>
                <c:pt idx="3087">
                  <c:v>7.656</c:v>
                </c:pt>
                <c:pt idx="3088">
                  <c:v>8.4</c:v>
                </c:pt>
                <c:pt idx="3089">
                  <c:v>7.132</c:v>
                </c:pt>
                <c:pt idx="3090">
                  <c:v>7.4</c:v>
                </c:pt>
                <c:pt idx="3091">
                  <c:v>7.6</c:v>
                </c:pt>
                <c:pt idx="3092">
                  <c:v>5.904</c:v>
                </c:pt>
                <c:pt idx="3093">
                  <c:v>7.486</c:v>
                </c:pt>
                <c:pt idx="3094">
                  <c:v>7</c:v>
                </c:pt>
                <c:pt idx="3095">
                  <c:v>7.1</c:v>
                </c:pt>
                <c:pt idx="3096">
                  <c:v>8.1</c:v>
                </c:pt>
                <c:pt idx="3097">
                  <c:v>8.2</c:v>
                </c:pt>
                <c:pt idx="3098">
                  <c:v>8.403</c:v>
                </c:pt>
                <c:pt idx="3099">
                  <c:v>8.3</c:v>
                </c:pt>
                <c:pt idx="3100">
                  <c:v>8.1</c:v>
                </c:pt>
                <c:pt idx="3101">
                  <c:v>8.276</c:v>
                </c:pt>
                <c:pt idx="3102">
                  <c:v>7.303</c:v>
                </c:pt>
                <c:pt idx="3103">
                  <c:v>8.4</c:v>
                </c:pt>
                <c:pt idx="3104">
                  <c:v>7</c:v>
                </c:pt>
                <c:pt idx="3105">
                  <c:v>8.262</c:v>
                </c:pt>
                <c:pt idx="3106">
                  <c:v>6.6</c:v>
                </c:pt>
                <c:pt idx="3107">
                  <c:v>8.355</c:v>
                </c:pt>
                <c:pt idx="3108">
                  <c:v>8.6</c:v>
                </c:pt>
                <c:pt idx="3109">
                  <c:v>8.287</c:v>
                </c:pt>
                <c:pt idx="3110">
                  <c:v>8.1</c:v>
                </c:pt>
                <c:pt idx="3111">
                  <c:v>6.8</c:v>
                </c:pt>
                <c:pt idx="3112">
                  <c:v>4.7</c:v>
                </c:pt>
                <c:pt idx="3113">
                  <c:v>7.9</c:v>
                </c:pt>
                <c:pt idx="3114">
                  <c:v>7.7</c:v>
                </c:pt>
                <c:pt idx="3115">
                  <c:v>8.433</c:v>
                </c:pt>
                <c:pt idx="3116">
                  <c:v>7.4</c:v>
                </c:pt>
                <c:pt idx="3117">
                  <c:v>8.485</c:v>
                </c:pt>
                <c:pt idx="3118">
                  <c:v>8.509</c:v>
                </c:pt>
                <c:pt idx="3119">
                  <c:v>8.476</c:v>
                </c:pt>
                <c:pt idx="3120">
                  <c:v>6.2</c:v>
                </c:pt>
                <c:pt idx="3121">
                  <c:v>7.7</c:v>
                </c:pt>
                <c:pt idx="3122">
                  <c:v>5.6</c:v>
                </c:pt>
                <c:pt idx="3123">
                  <c:v>8.35</c:v>
                </c:pt>
                <c:pt idx="3124">
                  <c:v>8.6</c:v>
                </c:pt>
                <c:pt idx="3125">
                  <c:v>8.2</c:v>
                </c:pt>
                <c:pt idx="3126">
                  <c:v>8.2</c:v>
                </c:pt>
                <c:pt idx="3127">
                  <c:v>8.531</c:v>
                </c:pt>
                <c:pt idx="3128">
                  <c:v>6.8</c:v>
                </c:pt>
                <c:pt idx="3129">
                  <c:v>8.2</c:v>
                </c:pt>
                <c:pt idx="3130">
                  <c:v>8.541</c:v>
                </c:pt>
                <c:pt idx="3131">
                  <c:v>8.56</c:v>
                </c:pt>
                <c:pt idx="3132">
                  <c:v>8.222</c:v>
                </c:pt>
                <c:pt idx="3133">
                  <c:v>7.443</c:v>
                </c:pt>
                <c:pt idx="3134">
                  <c:v>8.5</c:v>
                </c:pt>
                <c:pt idx="3135">
                  <c:v>7.7</c:v>
                </c:pt>
                <c:pt idx="3136">
                  <c:v>7.2</c:v>
                </c:pt>
                <c:pt idx="3137">
                  <c:v>8.239</c:v>
                </c:pt>
                <c:pt idx="3138">
                  <c:v>6.3</c:v>
                </c:pt>
                <c:pt idx="3139">
                  <c:v>7.6</c:v>
                </c:pt>
                <c:pt idx="3140">
                  <c:v>8</c:v>
                </c:pt>
                <c:pt idx="3141">
                  <c:v>8.126</c:v>
                </c:pt>
                <c:pt idx="3142">
                  <c:v>7.993</c:v>
                </c:pt>
                <c:pt idx="3143">
                  <c:v>7.5</c:v>
                </c:pt>
                <c:pt idx="3144">
                  <c:v>7.7</c:v>
                </c:pt>
                <c:pt idx="3145">
                  <c:v>8.273</c:v>
                </c:pt>
                <c:pt idx="3146">
                  <c:v>7.4</c:v>
                </c:pt>
                <c:pt idx="3147">
                  <c:v>7.2</c:v>
                </c:pt>
                <c:pt idx="3148">
                  <c:v>6.2</c:v>
                </c:pt>
                <c:pt idx="3149">
                  <c:v>6.2</c:v>
                </c:pt>
                <c:pt idx="3150">
                  <c:v>7.945</c:v>
                </c:pt>
                <c:pt idx="3151">
                  <c:v>8.49</c:v>
                </c:pt>
                <c:pt idx="3152">
                  <c:v>7.619</c:v>
                </c:pt>
                <c:pt idx="3153">
                  <c:v>8.321</c:v>
                </c:pt>
                <c:pt idx="3154">
                  <c:v>8</c:v>
                </c:pt>
                <c:pt idx="3155">
                  <c:v>8.5</c:v>
                </c:pt>
                <c:pt idx="3156">
                  <c:v>7.7</c:v>
                </c:pt>
                <c:pt idx="3157">
                  <c:v>7.5</c:v>
                </c:pt>
                <c:pt idx="3158">
                  <c:v>7.6</c:v>
                </c:pt>
                <c:pt idx="3159">
                  <c:v>8.267</c:v>
                </c:pt>
                <c:pt idx="3160">
                  <c:v>7.9</c:v>
                </c:pt>
                <c:pt idx="3161">
                  <c:v>7.5</c:v>
                </c:pt>
                <c:pt idx="3162">
                  <c:v>8.025</c:v>
                </c:pt>
                <c:pt idx="3163">
                  <c:v>7.5</c:v>
                </c:pt>
                <c:pt idx="3164">
                  <c:v>7.9</c:v>
                </c:pt>
                <c:pt idx="3165">
                  <c:v>8.4</c:v>
                </c:pt>
                <c:pt idx="3166">
                  <c:v>8.475</c:v>
                </c:pt>
                <c:pt idx="3167">
                  <c:v>7.059</c:v>
                </c:pt>
                <c:pt idx="3168">
                  <c:v>8.2</c:v>
                </c:pt>
                <c:pt idx="3169">
                  <c:v>6.9</c:v>
                </c:pt>
                <c:pt idx="3170">
                  <c:v>7.87</c:v>
                </c:pt>
                <c:pt idx="3171">
                  <c:v>8.2</c:v>
                </c:pt>
                <c:pt idx="3172">
                  <c:v>7.5</c:v>
                </c:pt>
                <c:pt idx="3173">
                  <c:v>7.7</c:v>
                </c:pt>
                <c:pt idx="3174">
                  <c:v>7.2</c:v>
                </c:pt>
                <c:pt idx="3175">
                  <c:v>8.441</c:v>
                </c:pt>
                <c:pt idx="3176">
                  <c:v>7.7</c:v>
                </c:pt>
                <c:pt idx="3177">
                  <c:v>7.537</c:v>
                </c:pt>
                <c:pt idx="3178">
                  <c:v>7.824</c:v>
                </c:pt>
                <c:pt idx="3179">
                  <c:v>8.3</c:v>
                </c:pt>
                <c:pt idx="3180">
                  <c:v>8.37</c:v>
                </c:pt>
                <c:pt idx="3181">
                  <c:v>7.6</c:v>
                </c:pt>
                <c:pt idx="3182">
                  <c:v>7.7</c:v>
                </c:pt>
                <c:pt idx="3183">
                  <c:v>7.6</c:v>
                </c:pt>
                <c:pt idx="3184">
                  <c:v>8.253</c:v>
                </c:pt>
                <c:pt idx="3185">
                  <c:v>8.171</c:v>
                </c:pt>
                <c:pt idx="3186">
                  <c:v>8.447</c:v>
                </c:pt>
                <c:pt idx="3187">
                  <c:v>7.773</c:v>
                </c:pt>
                <c:pt idx="3188">
                  <c:v>6.611</c:v>
                </c:pt>
                <c:pt idx="3189">
                  <c:v>7.3</c:v>
                </c:pt>
                <c:pt idx="3190">
                  <c:v>7.172</c:v>
                </c:pt>
                <c:pt idx="3191">
                  <c:v>7.778</c:v>
                </c:pt>
                <c:pt idx="3192">
                  <c:v>7.246</c:v>
                </c:pt>
                <c:pt idx="3193">
                  <c:v>8.058</c:v>
                </c:pt>
                <c:pt idx="3194">
                  <c:v>7.5</c:v>
                </c:pt>
                <c:pt idx="3195">
                  <c:v>7.929</c:v>
                </c:pt>
                <c:pt idx="3196">
                  <c:v>6.5</c:v>
                </c:pt>
                <c:pt idx="3197">
                  <c:v>7.5</c:v>
                </c:pt>
                <c:pt idx="3198">
                  <c:v>8</c:v>
                </c:pt>
                <c:pt idx="3199">
                  <c:v>6.9</c:v>
                </c:pt>
                <c:pt idx="3200">
                  <c:v>7.2</c:v>
                </c:pt>
                <c:pt idx="3201">
                  <c:v>8.053</c:v>
                </c:pt>
                <c:pt idx="3202">
                  <c:v>7.7</c:v>
                </c:pt>
                <c:pt idx="3203">
                  <c:v>7.8</c:v>
                </c:pt>
                <c:pt idx="3204">
                  <c:v>7.051</c:v>
                </c:pt>
                <c:pt idx="3205">
                  <c:v>7.6</c:v>
                </c:pt>
                <c:pt idx="3206">
                  <c:v>6.311</c:v>
                </c:pt>
                <c:pt idx="3207">
                  <c:v>8</c:v>
                </c:pt>
                <c:pt idx="3208">
                  <c:v>7.6</c:v>
                </c:pt>
                <c:pt idx="3209">
                  <c:v>7.6</c:v>
                </c:pt>
                <c:pt idx="3210">
                  <c:v>7.155</c:v>
                </c:pt>
                <c:pt idx="3211">
                  <c:v>7.4</c:v>
                </c:pt>
                <c:pt idx="3212">
                  <c:v>7.7</c:v>
                </c:pt>
                <c:pt idx="3213">
                  <c:v>8.3</c:v>
                </c:pt>
                <c:pt idx="3214">
                  <c:v>7.529</c:v>
                </c:pt>
                <c:pt idx="3215">
                  <c:v>7.6</c:v>
                </c:pt>
                <c:pt idx="3216">
                  <c:v>6.8</c:v>
                </c:pt>
                <c:pt idx="3217">
                  <c:v>7.644</c:v>
                </c:pt>
                <c:pt idx="3218">
                  <c:v>7.419</c:v>
                </c:pt>
                <c:pt idx="3219">
                  <c:v>8.1</c:v>
                </c:pt>
                <c:pt idx="3220">
                  <c:v>7.5</c:v>
                </c:pt>
                <c:pt idx="3221">
                  <c:v>7.7</c:v>
                </c:pt>
                <c:pt idx="3222">
                  <c:v>7.1</c:v>
                </c:pt>
                <c:pt idx="3223">
                  <c:v>7.256</c:v>
                </c:pt>
                <c:pt idx="3224">
                  <c:v>5.943</c:v>
                </c:pt>
                <c:pt idx="3225">
                  <c:v>7</c:v>
                </c:pt>
                <c:pt idx="3226">
                  <c:v>7.19</c:v>
                </c:pt>
                <c:pt idx="3227">
                  <c:v>7.013</c:v>
                </c:pt>
                <c:pt idx="3228">
                  <c:v>6.8</c:v>
                </c:pt>
                <c:pt idx="3229">
                  <c:v>8.8</c:v>
                </c:pt>
                <c:pt idx="3230">
                  <c:v>7</c:v>
                </c:pt>
                <c:pt idx="3231">
                  <c:v>7.4</c:v>
                </c:pt>
                <c:pt idx="3232">
                  <c:v>7.8</c:v>
                </c:pt>
                <c:pt idx="3233">
                  <c:v>7.825</c:v>
                </c:pt>
                <c:pt idx="3234">
                  <c:v>8.02</c:v>
                </c:pt>
                <c:pt idx="3235">
                  <c:v>6.4</c:v>
                </c:pt>
                <c:pt idx="3236">
                  <c:v>7.156</c:v>
                </c:pt>
                <c:pt idx="3237">
                  <c:v>8.417</c:v>
                </c:pt>
                <c:pt idx="3238">
                  <c:v>7.2</c:v>
                </c:pt>
                <c:pt idx="3239">
                  <c:v>5.7</c:v>
                </c:pt>
                <c:pt idx="3240">
                  <c:v>7</c:v>
                </c:pt>
                <c:pt idx="3241">
                  <c:v>7.7</c:v>
                </c:pt>
                <c:pt idx="3242">
                  <c:v>7.684</c:v>
                </c:pt>
                <c:pt idx="3243">
                  <c:v>7.49</c:v>
                </c:pt>
                <c:pt idx="3244">
                  <c:v>7.5</c:v>
                </c:pt>
                <c:pt idx="3245">
                  <c:v>7.671</c:v>
                </c:pt>
                <c:pt idx="3246">
                  <c:v>7.181</c:v>
                </c:pt>
                <c:pt idx="3247">
                  <c:v>7.1</c:v>
                </c:pt>
                <c:pt idx="3248">
                  <c:v>8.01</c:v>
                </c:pt>
                <c:pt idx="3249">
                  <c:v>7.6</c:v>
                </c:pt>
                <c:pt idx="3250">
                  <c:v>7.594</c:v>
                </c:pt>
                <c:pt idx="3251">
                  <c:v>8</c:v>
                </c:pt>
                <c:pt idx="3252">
                  <c:v>6.383</c:v>
                </c:pt>
                <c:pt idx="3253">
                  <c:v>7.6</c:v>
                </c:pt>
                <c:pt idx="3254">
                  <c:v>7.641</c:v>
                </c:pt>
                <c:pt idx="3255">
                  <c:v>7.8</c:v>
                </c:pt>
                <c:pt idx="3256">
                  <c:v>7.1</c:v>
                </c:pt>
                <c:pt idx="3257">
                  <c:v>7.5</c:v>
                </c:pt>
                <c:pt idx="3258">
                  <c:v>8.2</c:v>
                </c:pt>
                <c:pt idx="3259">
                  <c:v>6.901</c:v>
                </c:pt>
                <c:pt idx="3260">
                  <c:v>7.8</c:v>
                </c:pt>
                <c:pt idx="3261">
                  <c:v>7.5</c:v>
                </c:pt>
                <c:pt idx="3262">
                  <c:v>5.7</c:v>
                </c:pt>
                <c:pt idx="3263">
                  <c:v>7.4</c:v>
                </c:pt>
                <c:pt idx="3264">
                  <c:v>8.1</c:v>
                </c:pt>
                <c:pt idx="3265">
                  <c:v>7.4</c:v>
                </c:pt>
                <c:pt idx="3266">
                  <c:v>7.2</c:v>
                </c:pt>
                <c:pt idx="3267">
                  <c:v>7.3</c:v>
                </c:pt>
                <c:pt idx="3268">
                  <c:v>7.3</c:v>
                </c:pt>
                <c:pt idx="3269">
                  <c:v>6.3</c:v>
                </c:pt>
                <c:pt idx="3270">
                  <c:v>7.941</c:v>
                </c:pt>
                <c:pt idx="3271">
                  <c:v>8.658</c:v>
                </c:pt>
                <c:pt idx="3272">
                  <c:v>7.3</c:v>
                </c:pt>
                <c:pt idx="3273">
                  <c:v>7.518</c:v>
                </c:pt>
                <c:pt idx="3274">
                  <c:v>7.912</c:v>
                </c:pt>
                <c:pt idx="3275">
                  <c:v>7.557</c:v>
                </c:pt>
                <c:pt idx="3276">
                  <c:v>7.5</c:v>
                </c:pt>
                <c:pt idx="3277">
                  <c:v>7.9</c:v>
                </c:pt>
                <c:pt idx="3278">
                  <c:v>7.151</c:v>
                </c:pt>
                <c:pt idx="3279">
                  <c:v>7.5</c:v>
                </c:pt>
                <c:pt idx="3280">
                  <c:v>7.861</c:v>
                </c:pt>
                <c:pt idx="3281">
                  <c:v>7.128</c:v>
                </c:pt>
                <c:pt idx="3282">
                  <c:v>7.89</c:v>
                </c:pt>
                <c:pt idx="3283">
                  <c:v>7.7</c:v>
                </c:pt>
                <c:pt idx="3284">
                  <c:v>8.4</c:v>
                </c:pt>
                <c:pt idx="3285">
                  <c:v>6.7</c:v>
                </c:pt>
                <c:pt idx="3286">
                  <c:v>7.6</c:v>
                </c:pt>
                <c:pt idx="3287">
                  <c:v>8.7</c:v>
                </c:pt>
                <c:pt idx="3288">
                  <c:v>6.6</c:v>
                </c:pt>
                <c:pt idx="3289">
                  <c:v>7.7</c:v>
                </c:pt>
                <c:pt idx="3290">
                  <c:v>7.195</c:v>
                </c:pt>
                <c:pt idx="3291">
                  <c:v>8.054</c:v>
                </c:pt>
                <c:pt idx="3292">
                  <c:v>7.545</c:v>
                </c:pt>
                <c:pt idx="3293">
                  <c:v>7.844</c:v>
                </c:pt>
                <c:pt idx="3294">
                  <c:v>7.9</c:v>
                </c:pt>
                <c:pt idx="3295">
                  <c:v>6.1</c:v>
                </c:pt>
                <c:pt idx="3296">
                  <c:v>7.7</c:v>
                </c:pt>
                <c:pt idx="3297">
                  <c:v>6.9</c:v>
                </c:pt>
                <c:pt idx="3298">
                  <c:v>6.8</c:v>
                </c:pt>
                <c:pt idx="3299">
                  <c:v>6.717</c:v>
                </c:pt>
                <c:pt idx="3300">
                  <c:v>8.461</c:v>
                </c:pt>
                <c:pt idx="3301">
                  <c:v>7.723</c:v>
                </c:pt>
                <c:pt idx="3302">
                  <c:v>7.4</c:v>
                </c:pt>
                <c:pt idx="3303">
                  <c:v>7.056</c:v>
                </c:pt>
                <c:pt idx="3304">
                  <c:v>6.824</c:v>
                </c:pt>
                <c:pt idx="3305">
                  <c:v>7.5</c:v>
                </c:pt>
                <c:pt idx="3306">
                  <c:v>7.2</c:v>
                </c:pt>
                <c:pt idx="3307">
                  <c:v>7.6</c:v>
                </c:pt>
                <c:pt idx="3308">
                  <c:v>8.4</c:v>
                </c:pt>
                <c:pt idx="3309">
                  <c:v>6.3</c:v>
                </c:pt>
                <c:pt idx="3310">
                  <c:v>7.616</c:v>
                </c:pt>
                <c:pt idx="3311">
                  <c:v>7.427</c:v>
                </c:pt>
                <c:pt idx="3312">
                  <c:v>7.2</c:v>
                </c:pt>
                <c:pt idx="3313">
                  <c:v>6.819</c:v>
                </c:pt>
                <c:pt idx="3314">
                  <c:v>7.984</c:v>
                </c:pt>
                <c:pt idx="3315">
                  <c:v>6.77</c:v>
                </c:pt>
                <c:pt idx="3316">
                  <c:v>7.2</c:v>
                </c:pt>
                <c:pt idx="3317">
                  <c:v>6.1</c:v>
                </c:pt>
                <c:pt idx="3318">
                  <c:v>7.538</c:v>
                </c:pt>
                <c:pt idx="3319">
                  <c:v>7.4</c:v>
                </c:pt>
                <c:pt idx="3320">
                  <c:v>6.441</c:v>
                </c:pt>
                <c:pt idx="3321">
                  <c:v>6.8</c:v>
                </c:pt>
                <c:pt idx="3322">
                  <c:v>7.778</c:v>
                </c:pt>
                <c:pt idx="3323">
                  <c:v>6.333</c:v>
                </c:pt>
                <c:pt idx="3324">
                  <c:v>7.7</c:v>
                </c:pt>
                <c:pt idx="3325">
                  <c:v>7.5</c:v>
                </c:pt>
                <c:pt idx="3326">
                  <c:v>7.1</c:v>
                </c:pt>
                <c:pt idx="3327">
                  <c:v>7.159</c:v>
                </c:pt>
                <c:pt idx="3328">
                  <c:v>7.207</c:v>
                </c:pt>
                <c:pt idx="3329">
                  <c:v>7.3</c:v>
                </c:pt>
                <c:pt idx="3330">
                  <c:v>7.5</c:v>
                </c:pt>
                <c:pt idx="3331">
                  <c:v>6.222</c:v>
                </c:pt>
                <c:pt idx="3332">
                  <c:v>6.6</c:v>
                </c:pt>
                <c:pt idx="3333">
                  <c:v>7.9</c:v>
                </c:pt>
                <c:pt idx="3334">
                  <c:v>7</c:v>
                </c:pt>
                <c:pt idx="3335">
                  <c:v>7</c:v>
                </c:pt>
                <c:pt idx="3336">
                  <c:v>7.8</c:v>
                </c:pt>
                <c:pt idx="3337">
                  <c:v>6.7</c:v>
                </c:pt>
                <c:pt idx="3338">
                  <c:v>8.11</c:v>
                </c:pt>
                <c:pt idx="3339">
                  <c:v>7.313</c:v>
                </c:pt>
                <c:pt idx="3340">
                  <c:v>6.6</c:v>
                </c:pt>
                <c:pt idx="3341">
                  <c:v>6.5</c:v>
                </c:pt>
                <c:pt idx="3342">
                  <c:v>7.3</c:v>
                </c:pt>
                <c:pt idx="3343">
                  <c:v>7.078</c:v>
                </c:pt>
                <c:pt idx="3344">
                  <c:v>6.815</c:v>
                </c:pt>
                <c:pt idx="3345">
                  <c:v>6.4</c:v>
                </c:pt>
                <c:pt idx="3346">
                  <c:v>7.5</c:v>
                </c:pt>
                <c:pt idx="3347">
                  <c:v>8.145</c:v>
                </c:pt>
                <c:pt idx="3348">
                  <c:v>6.9</c:v>
                </c:pt>
                <c:pt idx="3349">
                  <c:v>7.2</c:v>
                </c:pt>
                <c:pt idx="3350">
                  <c:v>7.2</c:v>
                </c:pt>
                <c:pt idx="3351">
                  <c:v>6.842</c:v>
                </c:pt>
                <c:pt idx="3352">
                  <c:v>6.4</c:v>
                </c:pt>
                <c:pt idx="3353">
                  <c:v>7.3</c:v>
                </c:pt>
                <c:pt idx="3354">
                  <c:v>7.3</c:v>
                </c:pt>
                <c:pt idx="3355">
                  <c:v>5.5</c:v>
                </c:pt>
                <c:pt idx="3356">
                  <c:v>6.8</c:v>
                </c:pt>
                <c:pt idx="3357">
                  <c:v>6.6</c:v>
                </c:pt>
                <c:pt idx="3358">
                  <c:v>7.311</c:v>
                </c:pt>
                <c:pt idx="3359">
                  <c:v>7.5</c:v>
                </c:pt>
                <c:pt idx="3360">
                  <c:v>6.6</c:v>
                </c:pt>
                <c:pt idx="3361">
                  <c:v>7.3</c:v>
                </c:pt>
                <c:pt idx="3362">
                  <c:v>7.018</c:v>
                </c:pt>
                <c:pt idx="3363">
                  <c:v>8.8</c:v>
                </c:pt>
                <c:pt idx="3364">
                  <c:v>7.415</c:v>
                </c:pt>
                <c:pt idx="3365">
                  <c:v>7.2</c:v>
                </c:pt>
                <c:pt idx="3366">
                  <c:v>6.5</c:v>
                </c:pt>
                <c:pt idx="3367">
                  <c:v>6.6</c:v>
                </c:pt>
                <c:pt idx="3368">
                  <c:v>6.3</c:v>
                </c:pt>
                <c:pt idx="3369">
                  <c:v>7.9</c:v>
                </c:pt>
                <c:pt idx="3370">
                  <c:v>7.689</c:v>
                </c:pt>
                <c:pt idx="3371">
                  <c:v>8.104</c:v>
                </c:pt>
                <c:pt idx="3372">
                  <c:v>7.14</c:v>
                </c:pt>
                <c:pt idx="3373">
                  <c:v>7.726</c:v>
                </c:pt>
                <c:pt idx="3374">
                  <c:v>7.2</c:v>
                </c:pt>
                <c:pt idx="3375">
                  <c:v>6.7</c:v>
                </c:pt>
                <c:pt idx="3376">
                  <c:v>7.8</c:v>
                </c:pt>
                <c:pt idx="3377">
                  <c:v>8</c:v>
                </c:pt>
                <c:pt idx="3378">
                  <c:v>7.3</c:v>
                </c:pt>
                <c:pt idx="3379">
                  <c:v>7.343</c:v>
                </c:pt>
                <c:pt idx="3380">
                  <c:v>7.6</c:v>
                </c:pt>
                <c:pt idx="3381">
                  <c:v>7.652</c:v>
                </c:pt>
                <c:pt idx="3382">
                  <c:v>6.9</c:v>
                </c:pt>
                <c:pt idx="3383">
                  <c:v>7.2</c:v>
                </c:pt>
                <c:pt idx="3384">
                  <c:v>5.3</c:v>
                </c:pt>
                <c:pt idx="3385">
                  <c:v>6.9</c:v>
                </c:pt>
                <c:pt idx="3386">
                  <c:v>6.642</c:v>
                </c:pt>
                <c:pt idx="3387">
                  <c:v>7</c:v>
                </c:pt>
                <c:pt idx="3388">
                  <c:v>7.3</c:v>
                </c:pt>
                <c:pt idx="3389">
                  <c:v>7.4</c:v>
                </c:pt>
                <c:pt idx="3390">
                  <c:v>6.475</c:v>
                </c:pt>
                <c:pt idx="3391">
                  <c:v>6.267</c:v>
                </c:pt>
                <c:pt idx="3392">
                  <c:v>7.256</c:v>
                </c:pt>
                <c:pt idx="3393">
                  <c:v>7.7</c:v>
                </c:pt>
                <c:pt idx="3394">
                  <c:v>7.3</c:v>
                </c:pt>
                <c:pt idx="3395">
                  <c:v>7.197</c:v>
                </c:pt>
                <c:pt idx="3396">
                  <c:v>7.689</c:v>
                </c:pt>
                <c:pt idx="3397">
                  <c:v>7.667</c:v>
                </c:pt>
                <c:pt idx="3398">
                  <c:v>8.153</c:v>
                </c:pt>
                <c:pt idx="3399">
                  <c:v>6.817</c:v>
                </c:pt>
                <c:pt idx="3400">
                  <c:v>7.8</c:v>
                </c:pt>
                <c:pt idx="3401">
                  <c:v>7.223</c:v>
                </c:pt>
                <c:pt idx="3402">
                  <c:v>7.7</c:v>
                </c:pt>
                <c:pt idx="3403">
                  <c:v>7.8</c:v>
                </c:pt>
                <c:pt idx="3404">
                  <c:v>7.6</c:v>
                </c:pt>
                <c:pt idx="3405">
                  <c:v>8.165</c:v>
                </c:pt>
                <c:pt idx="3406">
                  <c:v>8.7</c:v>
                </c:pt>
                <c:pt idx="3407">
                  <c:v>8.1</c:v>
                </c:pt>
                <c:pt idx="3408">
                  <c:v>7</c:v>
                </c:pt>
                <c:pt idx="3409">
                  <c:v>8.057</c:v>
                </c:pt>
                <c:pt idx="3410">
                  <c:v>5.5</c:v>
                </c:pt>
                <c:pt idx="3411">
                  <c:v>6.7</c:v>
                </c:pt>
                <c:pt idx="3412">
                  <c:v>6.1</c:v>
                </c:pt>
                <c:pt idx="3413">
                  <c:v>8.069</c:v>
                </c:pt>
                <c:pt idx="3414">
                  <c:v>8.305</c:v>
                </c:pt>
                <c:pt idx="3415">
                  <c:v>6.9</c:v>
                </c:pt>
                <c:pt idx="3416">
                  <c:v>8.1</c:v>
                </c:pt>
                <c:pt idx="3417">
                  <c:v>7.8</c:v>
                </c:pt>
                <c:pt idx="3418">
                  <c:v>7.365</c:v>
                </c:pt>
                <c:pt idx="3419">
                  <c:v>8.164</c:v>
                </c:pt>
                <c:pt idx="3420">
                  <c:v>8.6</c:v>
                </c:pt>
                <c:pt idx="3421">
                  <c:v>6.4</c:v>
                </c:pt>
                <c:pt idx="3422">
                  <c:v>8.4</c:v>
                </c:pt>
                <c:pt idx="3423">
                  <c:v>9.1</c:v>
                </c:pt>
                <c:pt idx="3424">
                  <c:v>6.9</c:v>
                </c:pt>
                <c:pt idx="3425">
                  <c:v>6.28</c:v>
                </c:pt>
                <c:pt idx="3426">
                  <c:v>7.2</c:v>
                </c:pt>
                <c:pt idx="3427">
                  <c:v>8.2</c:v>
                </c:pt>
                <c:pt idx="3428">
                  <c:v>8.456</c:v>
                </c:pt>
                <c:pt idx="3429">
                  <c:v>8.3</c:v>
                </c:pt>
                <c:pt idx="3430">
                  <c:v>8.353</c:v>
                </c:pt>
                <c:pt idx="3431">
                  <c:v>7.3</c:v>
                </c:pt>
                <c:pt idx="3432">
                  <c:v>8.776</c:v>
                </c:pt>
                <c:pt idx="3433">
                  <c:v>7.8</c:v>
                </c:pt>
                <c:pt idx="3434">
                  <c:v>8.15</c:v>
                </c:pt>
                <c:pt idx="3435">
                  <c:v>5.5</c:v>
                </c:pt>
                <c:pt idx="3436">
                  <c:v>8.4</c:v>
                </c:pt>
                <c:pt idx="3437">
                  <c:v>8.113</c:v>
                </c:pt>
                <c:pt idx="3438">
                  <c:v>7.7</c:v>
                </c:pt>
                <c:pt idx="3439">
                  <c:v>8.6</c:v>
                </c:pt>
                <c:pt idx="3440">
                  <c:v>7.4</c:v>
                </c:pt>
                <c:pt idx="3441">
                  <c:v>7.693</c:v>
                </c:pt>
                <c:pt idx="3442">
                  <c:v>7.426</c:v>
                </c:pt>
                <c:pt idx="3443">
                  <c:v>7.971</c:v>
                </c:pt>
                <c:pt idx="3444">
                  <c:v>8.201</c:v>
                </c:pt>
                <c:pt idx="3445">
                  <c:v>8.312</c:v>
                </c:pt>
                <c:pt idx="3446">
                  <c:v>5.6</c:v>
                </c:pt>
                <c:pt idx="3447">
                  <c:v>7.8</c:v>
                </c:pt>
                <c:pt idx="3448">
                  <c:v>7.3</c:v>
                </c:pt>
                <c:pt idx="3449">
                  <c:v>7.9</c:v>
                </c:pt>
                <c:pt idx="3450">
                  <c:v>7.8</c:v>
                </c:pt>
                <c:pt idx="3451">
                  <c:v>8.2</c:v>
                </c:pt>
                <c:pt idx="3452">
                  <c:v>7.1</c:v>
                </c:pt>
                <c:pt idx="3453">
                  <c:v>8.403</c:v>
                </c:pt>
                <c:pt idx="3454">
                  <c:v>7.3</c:v>
                </c:pt>
                <c:pt idx="3455">
                  <c:v>7.1</c:v>
                </c:pt>
                <c:pt idx="3456">
                  <c:v>8.4</c:v>
                </c:pt>
                <c:pt idx="3457">
                  <c:v>8.067</c:v>
                </c:pt>
                <c:pt idx="3458">
                  <c:v>7.778</c:v>
                </c:pt>
                <c:pt idx="3459">
                  <c:v>7.388</c:v>
                </c:pt>
                <c:pt idx="3460">
                  <c:v>8.067</c:v>
                </c:pt>
                <c:pt idx="3461">
                  <c:v>7.801</c:v>
                </c:pt>
                <c:pt idx="3462">
                  <c:v>7.6</c:v>
                </c:pt>
                <c:pt idx="3463">
                  <c:v>6.9</c:v>
                </c:pt>
                <c:pt idx="3464">
                  <c:v>7.51</c:v>
                </c:pt>
                <c:pt idx="3465">
                  <c:v>8.2</c:v>
                </c:pt>
                <c:pt idx="3466">
                  <c:v>7.6</c:v>
                </c:pt>
                <c:pt idx="3467">
                  <c:v>7.7</c:v>
                </c:pt>
                <c:pt idx="3468">
                  <c:v>8.238</c:v>
                </c:pt>
                <c:pt idx="3469">
                  <c:v>7.8</c:v>
                </c:pt>
                <c:pt idx="3470">
                  <c:v>8.214</c:v>
                </c:pt>
                <c:pt idx="3471">
                  <c:v>7.6</c:v>
                </c:pt>
                <c:pt idx="3472">
                  <c:v>7.855</c:v>
                </c:pt>
                <c:pt idx="3473">
                  <c:v>8.5</c:v>
                </c:pt>
                <c:pt idx="3474">
                  <c:v>7.693</c:v>
                </c:pt>
                <c:pt idx="3475">
                  <c:v>7.9</c:v>
                </c:pt>
                <c:pt idx="3476">
                  <c:v>7</c:v>
                </c:pt>
                <c:pt idx="3477">
                  <c:v>7.852</c:v>
                </c:pt>
                <c:pt idx="3478">
                  <c:v>7.259</c:v>
                </c:pt>
                <c:pt idx="3479">
                  <c:v>7.4</c:v>
                </c:pt>
                <c:pt idx="3480">
                  <c:v>8.1</c:v>
                </c:pt>
                <c:pt idx="3481">
                  <c:v>6.4</c:v>
                </c:pt>
                <c:pt idx="3482">
                  <c:v>8.897</c:v>
                </c:pt>
                <c:pt idx="3483">
                  <c:v>7.7</c:v>
                </c:pt>
                <c:pt idx="3484">
                  <c:v>7.98</c:v>
                </c:pt>
                <c:pt idx="3485">
                  <c:v>7.6</c:v>
                </c:pt>
                <c:pt idx="3486">
                  <c:v>7.793</c:v>
                </c:pt>
                <c:pt idx="3487">
                  <c:v>7.844</c:v>
                </c:pt>
                <c:pt idx="3488">
                  <c:v>7.9</c:v>
                </c:pt>
                <c:pt idx="3489">
                  <c:v>8.5</c:v>
                </c:pt>
                <c:pt idx="3490">
                  <c:v>7</c:v>
                </c:pt>
                <c:pt idx="3491">
                  <c:v>6.6</c:v>
                </c:pt>
                <c:pt idx="3492">
                  <c:v>8</c:v>
                </c:pt>
                <c:pt idx="3493">
                  <c:v>8.3</c:v>
                </c:pt>
                <c:pt idx="3494">
                  <c:v>7.735</c:v>
                </c:pt>
                <c:pt idx="3495">
                  <c:v>8.9</c:v>
                </c:pt>
                <c:pt idx="3496">
                  <c:v>6.6</c:v>
                </c:pt>
                <c:pt idx="3497">
                  <c:v>7.5</c:v>
                </c:pt>
                <c:pt idx="3498">
                  <c:v>7.729</c:v>
                </c:pt>
                <c:pt idx="3499">
                  <c:v>7.9</c:v>
                </c:pt>
                <c:pt idx="3500">
                  <c:v>7</c:v>
                </c:pt>
                <c:pt idx="3501">
                  <c:v>8.099</c:v>
                </c:pt>
                <c:pt idx="3502">
                  <c:v>6.749</c:v>
                </c:pt>
                <c:pt idx="3503">
                  <c:v>6.7</c:v>
                </c:pt>
                <c:pt idx="3504">
                  <c:v>7.1</c:v>
                </c:pt>
                <c:pt idx="3505">
                  <c:v>7.355</c:v>
                </c:pt>
                <c:pt idx="3506">
                  <c:v>8.448</c:v>
                </c:pt>
                <c:pt idx="3507">
                  <c:v>7.6</c:v>
                </c:pt>
                <c:pt idx="3508">
                  <c:v>7.5</c:v>
                </c:pt>
                <c:pt idx="3509">
                  <c:v>7.645</c:v>
                </c:pt>
                <c:pt idx="3510">
                  <c:v>7.189</c:v>
                </c:pt>
                <c:pt idx="3511">
                  <c:v>8.2</c:v>
                </c:pt>
                <c:pt idx="3512">
                  <c:v>7.8</c:v>
                </c:pt>
                <c:pt idx="3513">
                  <c:v>7.2</c:v>
                </c:pt>
                <c:pt idx="3514">
                  <c:v>8.9</c:v>
                </c:pt>
                <c:pt idx="3515">
                  <c:v>7.516</c:v>
                </c:pt>
                <c:pt idx="3516">
                  <c:v>6.9</c:v>
                </c:pt>
                <c:pt idx="3517">
                  <c:v>7.8</c:v>
                </c:pt>
                <c:pt idx="3518">
                  <c:v>8</c:v>
                </c:pt>
                <c:pt idx="3519">
                  <c:v>8.04</c:v>
                </c:pt>
                <c:pt idx="3520">
                  <c:v>7.4</c:v>
                </c:pt>
                <c:pt idx="3521">
                  <c:v>5.9</c:v>
                </c:pt>
                <c:pt idx="3522">
                  <c:v>7.5</c:v>
                </c:pt>
                <c:pt idx="3523">
                  <c:v>8.366</c:v>
                </c:pt>
                <c:pt idx="3524">
                  <c:v>8.3</c:v>
                </c:pt>
                <c:pt idx="3525">
                  <c:v>6.9</c:v>
                </c:pt>
                <c:pt idx="3526">
                  <c:v>7.028</c:v>
                </c:pt>
                <c:pt idx="3527">
                  <c:v>6.2</c:v>
                </c:pt>
                <c:pt idx="3528">
                  <c:v>7.1</c:v>
                </c:pt>
                <c:pt idx="3529">
                  <c:v>8.084</c:v>
                </c:pt>
                <c:pt idx="3530">
                  <c:v>7.537</c:v>
                </c:pt>
                <c:pt idx="3531">
                  <c:v>7.805</c:v>
                </c:pt>
                <c:pt idx="3532">
                  <c:v>7</c:v>
                </c:pt>
                <c:pt idx="3533">
                  <c:v>7.433</c:v>
                </c:pt>
                <c:pt idx="3534">
                  <c:v>7.782</c:v>
                </c:pt>
                <c:pt idx="3535">
                  <c:v>8.301</c:v>
                </c:pt>
                <c:pt idx="3536">
                  <c:v>7.3</c:v>
                </c:pt>
                <c:pt idx="3537">
                  <c:v>6.7</c:v>
                </c:pt>
                <c:pt idx="3538">
                  <c:v>7.7</c:v>
                </c:pt>
                <c:pt idx="3539">
                  <c:v>8.1</c:v>
                </c:pt>
                <c:pt idx="3540">
                  <c:v>7.156</c:v>
                </c:pt>
                <c:pt idx="3541">
                  <c:v>7.2</c:v>
                </c:pt>
                <c:pt idx="3542">
                  <c:v>8.2</c:v>
                </c:pt>
                <c:pt idx="3543">
                  <c:v>8.3</c:v>
                </c:pt>
                <c:pt idx="3544">
                  <c:v>7.3</c:v>
                </c:pt>
                <c:pt idx="3545">
                  <c:v>8.2</c:v>
                </c:pt>
                <c:pt idx="3546">
                  <c:v>8</c:v>
                </c:pt>
                <c:pt idx="3547">
                  <c:v>9.23</c:v>
                </c:pt>
                <c:pt idx="3548">
                  <c:v>8.1</c:v>
                </c:pt>
                <c:pt idx="3549">
                  <c:v>8.4</c:v>
                </c:pt>
                <c:pt idx="3550">
                  <c:v>5.6</c:v>
                </c:pt>
                <c:pt idx="3551">
                  <c:v>7.3</c:v>
                </c:pt>
                <c:pt idx="3552">
                  <c:v>7.8</c:v>
                </c:pt>
                <c:pt idx="3553">
                  <c:v>7.1</c:v>
                </c:pt>
                <c:pt idx="3554">
                  <c:v>3.5</c:v>
                </c:pt>
                <c:pt idx="3555">
                  <c:v>8.098</c:v>
                </c:pt>
                <c:pt idx="3556">
                  <c:v>6.182</c:v>
                </c:pt>
                <c:pt idx="3557">
                  <c:v>7.6</c:v>
                </c:pt>
                <c:pt idx="3558">
                  <c:v>7.561</c:v>
                </c:pt>
                <c:pt idx="3559">
                  <c:v>7.722</c:v>
                </c:pt>
                <c:pt idx="3560">
                  <c:v>6.865</c:v>
                </c:pt>
                <c:pt idx="3561">
                  <c:v>8.269</c:v>
                </c:pt>
                <c:pt idx="3562">
                  <c:v>7.3</c:v>
                </c:pt>
                <c:pt idx="3563">
                  <c:v>5.37</c:v>
                </c:pt>
                <c:pt idx="3564">
                  <c:v>7.2</c:v>
                </c:pt>
                <c:pt idx="3565">
                  <c:v>7.8</c:v>
                </c:pt>
                <c:pt idx="3566">
                  <c:v>7.8</c:v>
                </c:pt>
                <c:pt idx="3567">
                  <c:v>8</c:v>
                </c:pt>
                <c:pt idx="3568">
                  <c:v>6.7</c:v>
                </c:pt>
                <c:pt idx="3569">
                  <c:v>7.55</c:v>
                </c:pt>
                <c:pt idx="3570">
                  <c:v>7.1</c:v>
                </c:pt>
                <c:pt idx="3571">
                  <c:v>8.3</c:v>
                </c:pt>
                <c:pt idx="3572">
                  <c:v>8.088</c:v>
                </c:pt>
                <c:pt idx="3573">
                  <c:v>6.5</c:v>
                </c:pt>
                <c:pt idx="3574">
                  <c:v>8.138</c:v>
                </c:pt>
                <c:pt idx="3575">
                  <c:v>6.8</c:v>
                </c:pt>
                <c:pt idx="3576">
                  <c:v>6.8</c:v>
                </c:pt>
                <c:pt idx="3577">
                  <c:v>6.8</c:v>
                </c:pt>
                <c:pt idx="3578">
                  <c:v>8.2</c:v>
                </c:pt>
                <c:pt idx="3579">
                  <c:v>7.2</c:v>
                </c:pt>
                <c:pt idx="3580">
                  <c:v>7.4</c:v>
                </c:pt>
                <c:pt idx="3581">
                  <c:v>7.1</c:v>
                </c:pt>
                <c:pt idx="3582">
                  <c:v>8.552</c:v>
                </c:pt>
                <c:pt idx="3583">
                  <c:v>8.2</c:v>
                </c:pt>
                <c:pt idx="3584">
                  <c:v>6.6</c:v>
                </c:pt>
                <c:pt idx="3585">
                  <c:v>7.814</c:v>
                </c:pt>
                <c:pt idx="3586">
                  <c:v>7.329</c:v>
                </c:pt>
                <c:pt idx="3587">
                  <c:v>8.086</c:v>
                </c:pt>
                <c:pt idx="3588">
                  <c:v>8.1</c:v>
                </c:pt>
                <c:pt idx="3589">
                  <c:v>7.1</c:v>
                </c:pt>
                <c:pt idx="3590">
                  <c:v>7.5</c:v>
                </c:pt>
                <c:pt idx="3591">
                  <c:v>6.939</c:v>
                </c:pt>
                <c:pt idx="3592">
                  <c:v>7.3</c:v>
                </c:pt>
                <c:pt idx="3593">
                  <c:v>7.7</c:v>
                </c:pt>
                <c:pt idx="3594">
                  <c:v>7.472</c:v>
                </c:pt>
                <c:pt idx="3595">
                  <c:v>8.1</c:v>
                </c:pt>
                <c:pt idx="3596">
                  <c:v>7</c:v>
                </c:pt>
                <c:pt idx="3597">
                  <c:v>7.2</c:v>
                </c:pt>
                <c:pt idx="3598">
                  <c:v>7.9</c:v>
                </c:pt>
                <c:pt idx="3599">
                  <c:v>7.9</c:v>
                </c:pt>
                <c:pt idx="3600">
                  <c:v>7</c:v>
                </c:pt>
                <c:pt idx="3601">
                  <c:v>7.6</c:v>
                </c:pt>
                <c:pt idx="3602">
                  <c:v>7.691</c:v>
                </c:pt>
                <c:pt idx="3603">
                  <c:v>6.2</c:v>
                </c:pt>
                <c:pt idx="3604">
                  <c:v>6.96</c:v>
                </c:pt>
                <c:pt idx="3605">
                  <c:v>7.2</c:v>
                </c:pt>
                <c:pt idx="3606">
                  <c:v>7.898</c:v>
                </c:pt>
                <c:pt idx="3607">
                  <c:v>8.176</c:v>
                </c:pt>
                <c:pt idx="3608">
                  <c:v>7.9</c:v>
                </c:pt>
                <c:pt idx="3609">
                  <c:v>7.598</c:v>
                </c:pt>
                <c:pt idx="3610">
                  <c:v>7.3</c:v>
                </c:pt>
                <c:pt idx="3611">
                  <c:v>7.311</c:v>
                </c:pt>
                <c:pt idx="3612">
                  <c:v>8.178</c:v>
                </c:pt>
                <c:pt idx="3613">
                  <c:v>7.65</c:v>
                </c:pt>
                <c:pt idx="3614">
                  <c:v>7.6</c:v>
                </c:pt>
                <c:pt idx="3615">
                  <c:v>7.102</c:v>
                </c:pt>
                <c:pt idx="3616">
                  <c:v>7.108</c:v>
                </c:pt>
                <c:pt idx="3617">
                  <c:v>7.5</c:v>
                </c:pt>
                <c:pt idx="3618">
                  <c:v>6.8</c:v>
                </c:pt>
                <c:pt idx="3619">
                  <c:v>7.1</c:v>
                </c:pt>
                <c:pt idx="3620">
                  <c:v>7.799</c:v>
                </c:pt>
                <c:pt idx="3621">
                  <c:v>6.6</c:v>
                </c:pt>
                <c:pt idx="3622">
                  <c:v>7.676</c:v>
                </c:pt>
                <c:pt idx="3623">
                  <c:v>7.25</c:v>
                </c:pt>
                <c:pt idx="3624">
                  <c:v>7.6</c:v>
                </c:pt>
                <c:pt idx="3625">
                  <c:v>7.943</c:v>
                </c:pt>
                <c:pt idx="3626">
                  <c:v>7.8</c:v>
                </c:pt>
                <c:pt idx="3627">
                  <c:v>6.8</c:v>
                </c:pt>
                <c:pt idx="3628">
                  <c:v>7.3</c:v>
                </c:pt>
                <c:pt idx="3629">
                  <c:v>7.444</c:v>
                </c:pt>
                <c:pt idx="3630">
                  <c:v>7.5</c:v>
                </c:pt>
                <c:pt idx="3631">
                  <c:v>6.447</c:v>
                </c:pt>
                <c:pt idx="3632">
                  <c:v>6.4</c:v>
                </c:pt>
                <c:pt idx="3633">
                  <c:v>6.2</c:v>
                </c:pt>
                <c:pt idx="3634">
                  <c:v>8.1</c:v>
                </c:pt>
                <c:pt idx="3635">
                  <c:v>7.2</c:v>
                </c:pt>
                <c:pt idx="3636">
                  <c:v>8.6</c:v>
                </c:pt>
                <c:pt idx="3637">
                  <c:v>7</c:v>
                </c:pt>
                <c:pt idx="3638">
                  <c:v>7.8</c:v>
                </c:pt>
                <c:pt idx="3639">
                  <c:v>5.9</c:v>
                </c:pt>
                <c:pt idx="3640">
                  <c:v>6.5</c:v>
                </c:pt>
                <c:pt idx="3641">
                  <c:v>7.604</c:v>
                </c:pt>
                <c:pt idx="3642">
                  <c:v>6</c:v>
                </c:pt>
                <c:pt idx="3643">
                  <c:v>7.7</c:v>
                </c:pt>
                <c:pt idx="3644">
                  <c:v>6.5</c:v>
                </c:pt>
                <c:pt idx="3645">
                  <c:v>6.8</c:v>
                </c:pt>
                <c:pt idx="3646">
                  <c:v>6.2</c:v>
                </c:pt>
                <c:pt idx="3647">
                  <c:v>8.258</c:v>
                </c:pt>
                <c:pt idx="3648">
                  <c:v>6.8</c:v>
                </c:pt>
                <c:pt idx="3649">
                  <c:v>6.9</c:v>
                </c:pt>
                <c:pt idx="3650">
                  <c:v>7.925</c:v>
                </c:pt>
                <c:pt idx="3651">
                  <c:v>7.701</c:v>
                </c:pt>
                <c:pt idx="3652">
                  <c:v>8.8</c:v>
                </c:pt>
                <c:pt idx="3653">
                  <c:v>7.8</c:v>
                </c:pt>
                <c:pt idx="3654">
                  <c:v>7.7</c:v>
                </c:pt>
                <c:pt idx="3655">
                  <c:v>8.2</c:v>
                </c:pt>
                <c:pt idx="3656">
                  <c:v>8.4</c:v>
                </c:pt>
                <c:pt idx="3657">
                  <c:v>8.2</c:v>
                </c:pt>
                <c:pt idx="3658">
                  <c:v>6.563</c:v>
                </c:pt>
                <c:pt idx="3659">
                  <c:v>7.7</c:v>
                </c:pt>
                <c:pt idx="3660">
                  <c:v>7.6</c:v>
                </c:pt>
                <c:pt idx="3661">
                  <c:v>7.3</c:v>
                </c:pt>
                <c:pt idx="3662">
                  <c:v>6.851</c:v>
                </c:pt>
                <c:pt idx="3663">
                  <c:v>7.6</c:v>
                </c:pt>
                <c:pt idx="3664">
                  <c:v>7.556</c:v>
                </c:pt>
                <c:pt idx="3665">
                  <c:v>5.9</c:v>
                </c:pt>
                <c:pt idx="3666">
                  <c:v>6.4</c:v>
                </c:pt>
                <c:pt idx="3667">
                  <c:v>8.2</c:v>
                </c:pt>
                <c:pt idx="3668">
                  <c:v>6.9</c:v>
                </c:pt>
                <c:pt idx="3669">
                  <c:v>7.5</c:v>
                </c:pt>
                <c:pt idx="3670">
                  <c:v>6.5</c:v>
                </c:pt>
                <c:pt idx="3671">
                  <c:v>8.887</c:v>
                </c:pt>
                <c:pt idx="3672">
                  <c:v>6.3</c:v>
                </c:pt>
                <c:pt idx="3673">
                  <c:v>7.936</c:v>
                </c:pt>
                <c:pt idx="3674">
                  <c:v>7.9</c:v>
                </c:pt>
                <c:pt idx="3675">
                  <c:v>8</c:v>
                </c:pt>
                <c:pt idx="3676">
                  <c:v>6.276</c:v>
                </c:pt>
                <c:pt idx="3677">
                  <c:v>6.977</c:v>
                </c:pt>
                <c:pt idx="3678">
                  <c:v>6.809</c:v>
                </c:pt>
                <c:pt idx="3679">
                  <c:v>7.2</c:v>
                </c:pt>
                <c:pt idx="3680">
                  <c:v>7.4</c:v>
                </c:pt>
                <c:pt idx="3681">
                  <c:v>8.39</c:v>
                </c:pt>
                <c:pt idx="3682">
                  <c:v>6.5</c:v>
                </c:pt>
                <c:pt idx="3683">
                  <c:v>6.385</c:v>
                </c:pt>
                <c:pt idx="3684">
                  <c:v>6.7</c:v>
                </c:pt>
                <c:pt idx="3685">
                  <c:v>6.032</c:v>
                </c:pt>
                <c:pt idx="3686">
                  <c:v>7.5</c:v>
                </c:pt>
                <c:pt idx="3687">
                  <c:v>6.152</c:v>
                </c:pt>
                <c:pt idx="3688">
                  <c:v>7.822</c:v>
                </c:pt>
                <c:pt idx="3689">
                  <c:v>7.3</c:v>
                </c:pt>
                <c:pt idx="3690">
                  <c:v>8.345</c:v>
                </c:pt>
                <c:pt idx="3691">
                  <c:v>6.9</c:v>
                </c:pt>
                <c:pt idx="3692">
                  <c:v>7.2</c:v>
                </c:pt>
                <c:pt idx="3693">
                  <c:v>6.9</c:v>
                </c:pt>
                <c:pt idx="3694">
                  <c:v>7.718</c:v>
                </c:pt>
                <c:pt idx="3695">
                  <c:v>8.5</c:v>
                </c:pt>
                <c:pt idx="3696">
                  <c:v>7.6</c:v>
                </c:pt>
                <c:pt idx="3697">
                  <c:v>7.6</c:v>
                </c:pt>
                <c:pt idx="3698">
                  <c:v>7.7</c:v>
                </c:pt>
                <c:pt idx="3699">
                  <c:v>6.576</c:v>
                </c:pt>
                <c:pt idx="3700">
                  <c:v>6.863</c:v>
                </c:pt>
                <c:pt idx="3701">
                  <c:v>8.526</c:v>
                </c:pt>
                <c:pt idx="3702">
                  <c:v>8.144</c:v>
                </c:pt>
                <c:pt idx="3703">
                  <c:v>7.3</c:v>
                </c:pt>
                <c:pt idx="3704">
                  <c:v>8.3</c:v>
                </c:pt>
                <c:pt idx="3705">
                  <c:v>8.07</c:v>
                </c:pt>
                <c:pt idx="3706">
                  <c:v>7.469</c:v>
                </c:pt>
                <c:pt idx="3707">
                  <c:v>7.572</c:v>
                </c:pt>
                <c:pt idx="3708">
                  <c:v>8.388</c:v>
                </c:pt>
                <c:pt idx="3709">
                  <c:v>8.7</c:v>
                </c:pt>
                <c:pt idx="3710">
                  <c:v>8.035</c:v>
                </c:pt>
                <c:pt idx="3711">
                  <c:v>8.5</c:v>
                </c:pt>
                <c:pt idx="3712">
                  <c:v>7.6</c:v>
                </c:pt>
                <c:pt idx="3713">
                  <c:v>8.482</c:v>
                </c:pt>
                <c:pt idx="3714">
                  <c:v>8.105</c:v>
                </c:pt>
                <c:pt idx="3715">
                  <c:v>7.7</c:v>
                </c:pt>
                <c:pt idx="3716">
                  <c:v>7.08</c:v>
                </c:pt>
                <c:pt idx="3717">
                  <c:v>8.273</c:v>
                </c:pt>
                <c:pt idx="3718">
                  <c:v>6.6</c:v>
                </c:pt>
                <c:pt idx="3719">
                  <c:v>8.337</c:v>
                </c:pt>
                <c:pt idx="3720">
                  <c:v>7.664</c:v>
                </c:pt>
                <c:pt idx="3721">
                  <c:v>7.7</c:v>
                </c:pt>
                <c:pt idx="3722">
                  <c:v>8.4</c:v>
                </c:pt>
                <c:pt idx="3723">
                  <c:v>7.2</c:v>
                </c:pt>
                <c:pt idx="3724">
                  <c:v>7.408</c:v>
                </c:pt>
                <c:pt idx="3725">
                  <c:v>8.263</c:v>
                </c:pt>
                <c:pt idx="3726">
                  <c:v>8.6</c:v>
                </c:pt>
                <c:pt idx="3727">
                  <c:v>7.979</c:v>
                </c:pt>
                <c:pt idx="3728">
                  <c:v>7.145</c:v>
                </c:pt>
                <c:pt idx="3729">
                  <c:v>8.461</c:v>
                </c:pt>
                <c:pt idx="3730">
                  <c:v>8.3</c:v>
                </c:pt>
                <c:pt idx="3731">
                  <c:v>8.8</c:v>
                </c:pt>
                <c:pt idx="3732">
                  <c:v>7.486</c:v>
                </c:pt>
                <c:pt idx="3733">
                  <c:v>7.882</c:v>
                </c:pt>
                <c:pt idx="3734">
                  <c:v>7.5</c:v>
                </c:pt>
                <c:pt idx="3735">
                  <c:v>7.6</c:v>
                </c:pt>
                <c:pt idx="3736">
                  <c:v>7.149</c:v>
                </c:pt>
                <c:pt idx="3737">
                  <c:v>7.997</c:v>
                </c:pt>
                <c:pt idx="3738">
                  <c:v>7.8</c:v>
                </c:pt>
                <c:pt idx="3739">
                  <c:v>7.805</c:v>
                </c:pt>
                <c:pt idx="3740">
                  <c:v>8</c:v>
                </c:pt>
                <c:pt idx="3741">
                  <c:v>7.683</c:v>
                </c:pt>
                <c:pt idx="3742">
                  <c:v>7.9</c:v>
                </c:pt>
                <c:pt idx="3743">
                  <c:v>6.5</c:v>
                </c:pt>
                <c:pt idx="3744">
                  <c:v>8.606</c:v>
                </c:pt>
                <c:pt idx="3745">
                  <c:v>8.091</c:v>
                </c:pt>
                <c:pt idx="3746">
                  <c:v>7.455</c:v>
                </c:pt>
                <c:pt idx="3747">
                  <c:v>7.492</c:v>
                </c:pt>
                <c:pt idx="3748">
                  <c:v>8.216</c:v>
                </c:pt>
                <c:pt idx="3749">
                  <c:v>8.3</c:v>
                </c:pt>
                <c:pt idx="3750">
                  <c:v>6.7</c:v>
                </c:pt>
                <c:pt idx="3751">
                  <c:v>7.5</c:v>
                </c:pt>
                <c:pt idx="3752">
                  <c:v>8.406</c:v>
                </c:pt>
                <c:pt idx="3753">
                  <c:v>7.281</c:v>
                </c:pt>
                <c:pt idx="3754">
                  <c:v>7.275</c:v>
                </c:pt>
                <c:pt idx="3755">
                  <c:v>7.2</c:v>
                </c:pt>
                <c:pt idx="3756">
                  <c:v>6.8</c:v>
                </c:pt>
                <c:pt idx="3757">
                  <c:v>8</c:v>
                </c:pt>
                <c:pt idx="3758">
                  <c:v>8.3</c:v>
                </c:pt>
                <c:pt idx="3759">
                  <c:v>8.574</c:v>
                </c:pt>
                <c:pt idx="3760">
                  <c:v>7.157</c:v>
                </c:pt>
                <c:pt idx="3761">
                  <c:v>7.314</c:v>
                </c:pt>
                <c:pt idx="3762">
                  <c:v>7.8</c:v>
                </c:pt>
                <c:pt idx="3763">
                  <c:v>7.29</c:v>
                </c:pt>
                <c:pt idx="3764">
                  <c:v>7.6</c:v>
                </c:pt>
                <c:pt idx="3765">
                  <c:v>8.4</c:v>
                </c:pt>
                <c:pt idx="3766">
                  <c:v>6.466</c:v>
                </c:pt>
                <c:pt idx="3767">
                  <c:v>8.383</c:v>
                </c:pt>
                <c:pt idx="3768">
                  <c:v>7.329</c:v>
                </c:pt>
                <c:pt idx="3769">
                  <c:v>7.882</c:v>
                </c:pt>
                <c:pt idx="3770">
                  <c:v>7.44</c:v>
                </c:pt>
                <c:pt idx="3771">
                  <c:v>7.534</c:v>
                </c:pt>
                <c:pt idx="3772">
                  <c:v>7.57</c:v>
                </c:pt>
                <c:pt idx="3773">
                  <c:v>7.8</c:v>
                </c:pt>
                <c:pt idx="3774">
                  <c:v>8.5</c:v>
                </c:pt>
                <c:pt idx="3775">
                  <c:v>7.2</c:v>
                </c:pt>
                <c:pt idx="3776">
                  <c:v>7.2</c:v>
                </c:pt>
                <c:pt idx="3777">
                  <c:v>9.3</c:v>
                </c:pt>
                <c:pt idx="3778">
                  <c:v>8.087</c:v>
                </c:pt>
                <c:pt idx="3779">
                  <c:v>7.973</c:v>
                </c:pt>
                <c:pt idx="3780">
                  <c:v>7</c:v>
                </c:pt>
                <c:pt idx="3781">
                  <c:v>7</c:v>
                </c:pt>
                <c:pt idx="3782">
                  <c:v>7.7</c:v>
                </c:pt>
                <c:pt idx="3783">
                  <c:v>7.476</c:v>
                </c:pt>
                <c:pt idx="3784">
                  <c:v>7.6</c:v>
                </c:pt>
                <c:pt idx="3785">
                  <c:v>8.756</c:v>
                </c:pt>
                <c:pt idx="3786">
                  <c:v>8.1</c:v>
                </c:pt>
                <c:pt idx="3787">
                  <c:v>7.391</c:v>
                </c:pt>
                <c:pt idx="3788">
                  <c:v>7.958</c:v>
                </c:pt>
                <c:pt idx="3789">
                  <c:v>7.4</c:v>
                </c:pt>
                <c:pt idx="3790">
                  <c:v>8.4</c:v>
                </c:pt>
                <c:pt idx="3791">
                  <c:v>5.578</c:v>
                </c:pt>
                <c:pt idx="3792">
                  <c:v>8.2</c:v>
                </c:pt>
                <c:pt idx="3793">
                  <c:v>8.56</c:v>
                </c:pt>
                <c:pt idx="3794">
                  <c:v>7.6</c:v>
                </c:pt>
                <c:pt idx="3795">
                  <c:v>7.7</c:v>
                </c:pt>
                <c:pt idx="3796">
                  <c:v>7.4</c:v>
                </c:pt>
                <c:pt idx="3797">
                  <c:v>7.7</c:v>
                </c:pt>
                <c:pt idx="3798">
                  <c:v>7.662</c:v>
                </c:pt>
                <c:pt idx="3799">
                  <c:v>7.6</c:v>
                </c:pt>
                <c:pt idx="3800">
                  <c:v>7.664</c:v>
                </c:pt>
                <c:pt idx="3801">
                  <c:v>8.4</c:v>
                </c:pt>
                <c:pt idx="3802">
                  <c:v>6.6</c:v>
                </c:pt>
                <c:pt idx="3803">
                  <c:v>8.439</c:v>
                </c:pt>
                <c:pt idx="3804">
                  <c:v>7.206</c:v>
                </c:pt>
                <c:pt idx="3805">
                  <c:v>8.2</c:v>
                </c:pt>
                <c:pt idx="3806">
                  <c:v>6.223</c:v>
                </c:pt>
                <c:pt idx="3807">
                  <c:v>8.024</c:v>
                </c:pt>
                <c:pt idx="3808">
                  <c:v>8.6</c:v>
                </c:pt>
                <c:pt idx="3809">
                  <c:v>6.8</c:v>
                </c:pt>
                <c:pt idx="3810">
                  <c:v>7.5</c:v>
                </c:pt>
                <c:pt idx="3811">
                  <c:v>8.7</c:v>
                </c:pt>
                <c:pt idx="3812">
                  <c:v>7.473</c:v>
                </c:pt>
                <c:pt idx="3813">
                  <c:v>8.685</c:v>
                </c:pt>
                <c:pt idx="3814">
                  <c:v>7.4</c:v>
                </c:pt>
                <c:pt idx="3815">
                  <c:v>7.2</c:v>
                </c:pt>
                <c:pt idx="3816">
                  <c:v>8.531</c:v>
                </c:pt>
                <c:pt idx="3817">
                  <c:v>8.2</c:v>
                </c:pt>
                <c:pt idx="3818">
                  <c:v>8.7</c:v>
                </c:pt>
                <c:pt idx="3819">
                  <c:v>7.1</c:v>
                </c:pt>
                <c:pt idx="3820">
                  <c:v>7.832</c:v>
                </c:pt>
                <c:pt idx="3821">
                  <c:v>7.2</c:v>
                </c:pt>
                <c:pt idx="3822">
                  <c:v>7</c:v>
                </c:pt>
                <c:pt idx="3823">
                  <c:v>8.006</c:v>
                </c:pt>
                <c:pt idx="3824">
                  <c:v>7.71</c:v>
                </c:pt>
                <c:pt idx="3825">
                  <c:v>7.2</c:v>
                </c:pt>
                <c:pt idx="3826">
                  <c:v>5.6</c:v>
                </c:pt>
                <c:pt idx="3827">
                  <c:v>8.2</c:v>
                </c:pt>
                <c:pt idx="3828">
                  <c:v>8</c:v>
                </c:pt>
                <c:pt idx="3829">
                  <c:v>6.8</c:v>
                </c:pt>
                <c:pt idx="3830">
                  <c:v>7.733</c:v>
                </c:pt>
                <c:pt idx="3831">
                  <c:v>8.265</c:v>
                </c:pt>
                <c:pt idx="3832">
                  <c:v>6.8</c:v>
                </c:pt>
                <c:pt idx="3833">
                  <c:v>7.3</c:v>
                </c:pt>
                <c:pt idx="3834">
                  <c:v>8</c:v>
                </c:pt>
                <c:pt idx="3835">
                  <c:v>6.5</c:v>
                </c:pt>
                <c:pt idx="3836">
                  <c:v>8.231</c:v>
                </c:pt>
                <c:pt idx="3837">
                  <c:v>7.57</c:v>
                </c:pt>
                <c:pt idx="3838">
                  <c:v>7.8</c:v>
                </c:pt>
                <c:pt idx="3839">
                  <c:v>6.9</c:v>
                </c:pt>
                <c:pt idx="3840">
                  <c:v>7.2</c:v>
                </c:pt>
                <c:pt idx="3841">
                  <c:v>7.3</c:v>
                </c:pt>
                <c:pt idx="3842">
                  <c:v>7</c:v>
                </c:pt>
                <c:pt idx="3843">
                  <c:v>7.8</c:v>
                </c:pt>
                <c:pt idx="3844">
                  <c:v>8.1</c:v>
                </c:pt>
                <c:pt idx="3845">
                  <c:v>7.4</c:v>
                </c:pt>
                <c:pt idx="3846">
                  <c:v>7.18</c:v>
                </c:pt>
                <c:pt idx="3847">
                  <c:v>7.736</c:v>
                </c:pt>
                <c:pt idx="3848">
                  <c:v>6.932</c:v>
                </c:pt>
                <c:pt idx="3849">
                  <c:v>7.488</c:v>
                </c:pt>
                <c:pt idx="3850">
                  <c:v>8.176</c:v>
                </c:pt>
                <c:pt idx="3851">
                  <c:v>6.512</c:v>
                </c:pt>
                <c:pt idx="3852">
                  <c:v>7.26</c:v>
                </c:pt>
                <c:pt idx="3853">
                  <c:v>7.5</c:v>
                </c:pt>
                <c:pt idx="3854">
                  <c:v>6.8</c:v>
                </c:pt>
                <c:pt idx="3855">
                  <c:v>8.6</c:v>
                </c:pt>
                <c:pt idx="3856">
                  <c:v>7.2</c:v>
                </c:pt>
                <c:pt idx="3857">
                  <c:v>8.645</c:v>
                </c:pt>
                <c:pt idx="3858">
                  <c:v>7.7</c:v>
                </c:pt>
                <c:pt idx="3859">
                  <c:v>8.031</c:v>
                </c:pt>
                <c:pt idx="3860">
                  <c:v>8.162</c:v>
                </c:pt>
                <c:pt idx="3861">
                  <c:v>6.206</c:v>
                </c:pt>
                <c:pt idx="3862">
                  <c:v>6.7</c:v>
                </c:pt>
                <c:pt idx="3863">
                  <c:v>8.512</c:v>
                </c:pt>
                <c:pt idx="3864">
                  <c:v>7.6</c:v>
                </c:pt>
                <c:pt idx="3865">
                  <c:v>8.2</c:v>
                </c:pt>
                <c:pt idx="3866">
                  <c:v>7</c:v>
                </c:pt>
                <c:pt idx="3867">
                  <c:v>6.6</c:v>
                </c:pt>
                <c:pt idx="3868">
                  <c:v>7.6</c:v>
                </c:pt>
                <c:pt idx="3869">
                  <c:v>7.7</c:v>
                </c:pt>
                <c:pt idx="3870">
                  <c:v>7.4</c:v>
                </c:pt>
                <c:pt idx="3871">
                  <c:v>7.322</c:v>
                </c:pt>
                <c:pt idx="3872">
                  <c:v>7.2</c:v>
                </c:pt>
                <c:pt idx="3873">
                  <c:v>7.2</c:v>
                </c:pt>
                <c:pt idx="3874">
                  <c:v>6.441</c:v>
                </c:pt>
                <c:pt idx="3875">
                  <c:v>8.703</c:v>
                </c:pt>
                <c:pt idx="3876">
                  <c:v>8.3</c:v>
                </c:pt>
                <c:pt idx="3877">
                  <c:v>7.9</c:v>
                </c:pt>
                <c:pt idx="3878">
                  <c:v>8.1</c:v>
                </c:pt>
                <c:pt idx="3879">
                  <c:v>7.1</c:v>
                </c:pt>
                <c:pt idx="3880">
                  <c:v>6.1</c:v>
                </c:pt>
                <c:pt idx="3881">
                  <c:v>7.6</c:v>
                </c:pt>
                <c:pt idx="3882">
                  <c:v>7.3</c:v>
                </c:pt>
                <c:pt idx="3883">
                  <c:v>6.269</c:v>
                </c:pt>
                <c:pt idx="3884">
                  <c:v>6.4</c:v>
                </c:pt>
                <c:pt idx="3885">
                  <c:v>6.5</c:v>
                </c:pt>
                <c:pt idx="3886">
                  <c:v>8.1</c:v>
                </c:pt>
                <c:pt idx="3887">
                  <c:v>7.4</c:v>
                </c:pt>
                <c:pt idx="3888">
                  <c:v>6.8</c:v>
                </c:pt>
                <c:pt idx="3889">
                  <c:v>6.9</c:v>
                </c:pt>
                <c:pt idx="3890">
                  <c:v>6.338</c:v>
                </c:pt>
                <c:pt idx="3891">
                  <c:v>7.061</c:v>
                </c:pt>
                <c:pt idx="3892">
                  <c:v>6</c:v>
                </c:pt>
                <c:pt idx="3893">
                  <c:v>7.5</c:v>
                </c:pt>
                <c:pt idx="3894">
                  <c:v>7.2</c:v>
                </c:pt>
                <c:pt idx="3895">
                  <c:v>7.817</c:v>
                </c:pt>
                <c:pt idx="3896">
                  <c:v>7.2</c:v>
                </c:pt>
                <c:pt idx="3897">
                  <c:v>7.028</c:v>
                </c:pt>
                <c:pt idx="3898">
                  <c:v>6.4</c:v>
                </c:pt>
                <c:pt idx="3899">
                  <c:v>7.475</c:v>
                </c:pt>
                <c:pt idx="3900">
                  <c:v>7.7</c:v>
                </c:pt>
                <c:pt idx="3901">
                  <c:v>6.967</c:v>
                </c:pt>
                <c:pt idx="3902">
                  <c:v>7.7</c:v>
                </c:pt>
                <c:pt idx="3903">
                  <c:v>7.2</c:v>
                </c:pt>
                <c:pt idx="3904">
                  <c:v>6.681</c:v>
                </c:pt>
                <c:pt idx="3905">
                  <c:v>7.4</c:v>
                </c:pt>
                <c:pt idx="3906">
                  <c:v>7.159</c:v>
                </c:pt>
                <c:pt idx="3907">
                  <c:v>7.6</c:v>
                </c:pt>
                <c:pt idx="3908">
                  <c:v>6.86</c:v>
                </c:pt>
                <c:pt idx="3909">
                  <c:v>7.1</c:v>
                </c:pt>
                <c:pt idx="3910">
                  <c:v>5.943</c:v>
                </c:pt>
                <c:pt idx="3911">
                  <c:v>6.9</c:v>
                </c:pt>
                <c:pt idx="3912">
                  <c:v>7.482</c:v>
                </c:pt>
                <c:pt idx="3913">
                  <c:v>6.339</c:v>
                </c:pt>
                <c:pt idx="3914">
                  <c:v>6.6</c:v>
                </c:pt>
                <c:pt idx="3915">
                  <c:v>7.6</c:v>
                </c:pt>
                <c:pt idx="3916">
                  <c:v>7.1</c:v>
                </c:pt>
                <c:pt idx="3917">
                  <c:v>7.189</c:v>
                </c:pt>
                <c:pt idx="3918">
                  <c:v>6.318</c:v>
                </c:pt>
                <c:pt idx="3919">
                  <c:v>8.6</c:v>
                </c:pt>
                <c:pt idx="3920">
                  <c:v>8.065</c:v>
                </c:pt>
                <c:pt idx="3921">
                  <c:v>7</c:v>
                </c:pt>
                <c:pt idx="3922">
                  <c:v>7.1</c:v>
                </c:pt>
                <c:pt idx="3923">
                  <c:v>6.5</c:v>
                </c:pt>
                <c:pt idx="3924">
                  <c:v>8</c:v>
                </c:pt>
                <c:pt idx="3925">
                  <c:v>7.192</c:v>
                </c:pt>
                <c:pt idx="3926">
                  <c:v>7.4</c:v>
                </c:pt>
                <c:pt idx="3927">
                  <c:v>7.795</c:v>
                </c:pt>
                <c:pt idx="3928">
                  <c:v>8</c:v>
                </c:pt>
                <c:pt idx="3929">
                  <c:v>7.6</c:v>
                </c:pt>
                <c:pt idx="3930">
                  <c:v>7.3</c:v>
                </c:pt>
                <c:pt idx="3931">
                  <c:v>7.8</c:v>
                </c:pt>
                <c:pt idx="3932">
                  <c:v>8.335</c:v>
                </c:pt>
                <c:pt idx="3933">
                  <c:v>7.5</c:v>
                </c:pt>
                <c:pt idx="3934">
                  <c:v>7.7</c:v>
                </c:pt>
                <c:pt idx="3935">
                  <c:v>6.5</c:v>
                </c:pt>
                <c:pt idx="3936">
                  <c:v>5.333</c:v>
                </c:pt>
                <c:pt idx="3937">
                  <c:v>7.2</c:v>
                </c:pt>
                <c:pt idx="3938">
                  <c:v>7</c:v>
                </c:pt>
                <c:pt idx="3939">
                  <c:v>6.6</c:v>
                </c:pt>
                <c:pt idx="3940">
                  <c:v>7.641</c:v>
                </c:pt>
                <c:pt idx="3941">
                  <c:v>7.7</c:v>
                </c:pt>
                <c:pt idx="3942">
                  <c:v>8.414</c:v>
                </c:pt>
                <c:pt idx="3943">
                  <c:v>7.6</c:v>
                </c:pt>
                <c:pt idx="3944">
                  <c:v>7.2</c:v>
                </c:pt>
                <c:pt idx="3945">
                  <c:v>7.3</c:v>
                </c:pt>
                <c:pt idx="3946">
                  <c:v>7</c:v>
                </c:pt>
                <c:pt idx="3947">
                  <c:v>8.1</c:v>
                </c:pt>
                <c:pt idx="3948">
                  <c:v>6.8</c:v>
                </c:pt>
                <c:pt idx="3949">
                  <c:v>8.7</c:v>
                </c:pt>
                <c:pt idx="3950">
                  <c:v>7.1</c:v>
                </c:pt>
                <c:pt idx="3951">
                  <c:v>7.493</c:v>
                </c:pt>
                <c:pt idx="3952">
                  <c:v>8.3</c:v>
                </c:pt>
                <c:pt idx="3953">
                  <c:v>6.9</c:v>
                </c:pt>
                <c:pt idx="3954">
                  <c:v>7.937</c:v>
                </c:pt>
                <c:pt idx="3955">
                  <c:v>6.308</c:v>
                </c:pt>
                <c:pt idx="3956">
                  <c:v>7.219</c:v>
                </c:pt>
                <c:pt idx="3957">
                  <c:v>8.2</c:v>
                </c:pt>
                <c:pt idx="3958">
                  <c:v>7.9</c:v>
                </c:pt>
                <c:pt idx="3959">
                  <c:v>6.8</c:v>
                </c:pt>
                <c:pt idx="3960">
                  <c:v>7.2</c:v>
                </c:pt>
                <c:pt idx="3961">
                  <c:v>6.7</c:v>
                </c:pt>
                <c:pt idx="3962">
                  <c:v>7.067</c:v>
                </c:pt>
                <c:pt idx="3963">
                  <c:v>6.3</c:v>
                </c:pt>
                <c:pt idx="3964">
                  <c:v>6.7</c:v>
                </c:pt>
                <c:pt idx="3965">
                  <c:v>6.345</c:v>
                </c:pt>
                <c:pt idx="3966">
                  <c:v>8.1</c:v>
                </c:pt>
                <c:pt idx="3967">
                  <c:v>6.158</c:v>
                </c:pt>
                <c:pt idx="3968">
                  <c:v>6.4</c:v>
                </c:pt>
                <c:pt idx="3969">
                  <c:v>7.4</c:v>
                </c:pt>
                <c:pt idx="3970">
                  <c:v>7.9</c:v>
                </c:pt>
                <c:pt idx="3971">
                  <c:v>6.3</c:v>
                </c:pt>
                <c:pt idx="3972">
                  <c:v>6.5</c:v>
                </c:pt>
                <c:pt idx="3973">
                  <c:v>6.3</c:v>
                </c:pt>
                <c:pt idx="3974">
                  <c:v>6.1</c:v>
                </c:pt>
                <c:pt idx="3975">
                  <c:v>8</c:v>
                </c:pt>
                <c:pt idx="3976">
                  <c:v>6.3</c:v>
                </c:pt>
                <c:pt idx="3977">
                  <c:v>6.7</c:v>
                </c:pt>
                <c:pt idx="3978">
                  <c:v>8</c:v>
                </c:pt>
                <c:pt idx="3979">
                  <c:v>7.6</c:v>
                </c:pt>
                <c:pt idx="3980">
                  <c:v>7.011</c:v>
                </c:pt>
                <c:pt idx="3981">
                  <c:v>8.2</c:v>
                </c:pt>
                <c:pt idx="3982">
                  <c:v>7.8</c:v>
                </c:pt>
                <c:pt idx="3983">
                  <c:v>8.045</c:v>
                </c:pt>
                <c:pt idx="3984">
                  <c:v>6.8</c:v>
                </c:pt>
                <c:pt idx="3985">
                  <c:v>7.086</c:v>
                </c:pt>
                <c:pt idx="3986">
                  <c:v>7.804</c:v>
                </c:pt>
                <c:pt idx="3987">
                  <c:v>8.3</c:v>
                </c:pt>
                <c:pt idx="3988">
                  <c:v>7.1</c:v>
                </c:pt>
                <c:pt idx="3989">
                  <c:v>7.67</c:v>
                </c:pt>
                <c:pt idx="3990">
                  <c:v>8.475</c:v>
                </c:pt>
                <c:pt idx="3991">
                  <c:v>8.649</c:v>
                </c:pt>
                <c:pt idx="3992">
                  <c:v>8.955</c:v>
                </c:pt>
                <c:pt idx="3993">
                  <c:v>8.018</c:v>
                </c:pt>
                <c:pt idx="3994">
                  <c:v>6.533</c:v>
                </c:pt>
                <c:pt idx="3995">
                  <c:v>6.594</c:v>
                </c:pt>
                <c:pt idx="3996">
                  <c:v>7</c:v>
                </c:pt>
                <c:pt idx="3997">
                  <c:v>5.983</c:v>
                </c:pt>
                <c:pt idx="3998">
                  <c:v>7.494</c:v>
                </c:pt>
                <c:pt idx="3999">
                  <c:v>8.4</c:v>
                </c:pt>
                <c:pt idx="4000">
                  <c:v>8.016</c:v>
                </c:pt>
                <c:pt idx="4001">
                  <c:v>8.3</c:v>
                </c:pt>
                <c:pt idx="4002">
                  <c:v>6.7</c:v>
                </c:pt>
                <c:pt idx="4003">
                  <c:v>7.3</c:v>
                </c:pt>
                <c:pt idx="4004">
                  <c:v>6.9</c:v>
                </c:pt>
              </c:numCache>
            </c:numRef>
          </c:yVal>
        </c:ser>
        <c:dLbls>
          <c:numFmt formatCode="#,##0" sourceLinked="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0"/>
          <c:min val="0"/>
        </c:scaling>
        <c:delete val="0"/>
        <c:axPos val="l"/>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Calificación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valAx>
      <c:valAx>
        <c:axId val="48650112"/>
        <c:scaling>
          <c:orientation val="minMax"/>
          <c:min val="0"/>
        </c:scaling>
        <c:delete val="0"/>
        <c:axPos val="b"/>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Popularidad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Calificación</c:v>
          </c:tx>
          <c:spPr>
            <a:solidFill xmlns:a="http://schemas.openxmlformats.org/drawingml/2006/main">
              <a:srgbClr val="1F4E79"/>
            </a:solidFill>
          </c:spPr>
          <c:invertIfNegative val="0"/>
          <c:cat>
            <c:strRef>
              <c:f>'Chart Data'!$A$2:$A$11</c:f>
              <c:strCache>
                <c:ptCount val="10"/>
                <c:pt idx="0">
                  <c:v>INVINCIBLE</c:v>
                </c:pt>
                <c:pt idx="1">
                  <c:v>Chernobyl</c:v>
                </c:pt>
                <c:pt idx="2">
                  <c:v>The Owl House</c:v>
                </c:pt>
                <c:pt idx="3">
                  <c:v>Rick and Morty</c:v>
                </c:pt>
                <c:pt idx="4">
                  <c:v>Demon Slayer: Kimetsu no Yaiba</c:v>
                </c:pt>
                <c:pt idx="5">
                  <c:v>Better Call Saul</c:v>
                </c:pt>
                <c:pt idx="6">
                  <c:v>Attack on Titan</c:v>
                </c:pt>
                <c:pt idx="7">
                  <c:v>Anne with an E</c:v>
                </c:pt>
                <c:pt idx="8">
                  <c:v>Hazbin Hotel</c:v>
                </c:pt>
                <c:pt idx="9">
                  <c:v>Arcane</c:v>
                </c:pt>
              </c:strCache>
            </c:strRef>
          </c:cat>
          <c:val>
            <c:numRef>
              <c:f>'Chart Data'!$B$2:$B$11</c:f>
              <c:numCache>
                <c:formatCode>0</c:formatCode>
                <c:ptCount val="10"/>
                <c:pt idx="0">
                  <c:v>8.63</c:v>
                </c:pt>
                <c:pt idx="1">
                  <c:v>8.685</c:v>
                </c:pt>
                <c:pt idx="2">
                  <c:v>8.7</c:v>
                </c:pt>
                <c:pt idx="3">
                  <c:v>8.7</c:v>
                </c:pt>
                <c:pt idx="4">
                  <c:v>8.7</c:v>
                </c:pt>
                <c:pt idx="5">
                  <c:v>8.7</c:v>
                </c:pt>
                <c:pt idx="6">
                  <c:v>8.7</c:v>
                </c:pt>
                <c:pt idx="7">
                  <c:v>8.7</c:v>
                </c:pt>
                <c:pt idx="8">
                  <c:v>8.8</c:v>
                </c:pt>
                <c:pt idx="9">
                  <c:v>8.8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E5EBF0"/>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10"/>
          <c:min val="0"/>
        </c:scaling>
        <c:delete val="0"/>
        <c:axPos val="b"/>
        <c:majorGridlines>
          <c:spPr>
            <a:ln xmlns:a="http://schemas.openxmlformats.org/drawingml/2006/main" w="9525">
              <a:solidFill>
                <a:srgbClr val="E5EBF0"/>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Películas</c:v>
          </c:tx>
          <c:spPr>
            <a:solidFill xmlns:a="http://schemas.openxmlformats.org/drawingml/2006/main">
              <a:srgbClr val="1F4E79"/>
            </a:solidFill>
          </c:spPr>
          <c:marker>
            <c:symbol val="circle"/>
            <c:size val="4"/>
            <c:spPr>
              <a:solidFill xmlns:a="http://schemas.openxmlformats.org/drawingml/2006/main">
                <a:srgbClr val="1F4E79"/>
              </a:solidFill>
            </c:spPr>
          </c:marker>
          <c:xVal>
            <c:numRef>
              <c:f>'Chart Data'!$A$2:$A$3524</c:f>
              <c:numCache>
                <c:formatCode>General</c:formatCode>
                <c:ptCount val="3523"/>
                <c:pt idx="0">
                  <c:v>165</c:v>
                </c:pt>
                <c:pt idx="1">
                  <c:v>160</c:v>
                </c:pt>
                <c:pt idx="2">
                  <c:v>250</c:v>
                </c:pt>
                <c:pt idx="3">
                  <c:v>260</c:v>
                </c:pt>
                <c:pt idx="4">
                  <c:v>165</c:v>
                </c:pt>
                <c:pt idx="5">
                  <c:v>80</c:v>
                </c:pt>
                <c:pt idx="6">
                  <c:v>40</c:v>
                </c:pt>
                <c:pt idx="7">
                  <c:v>200</c:v>
                </c:pt>
                <c:pt idx="8">
                  <c:v>80</c:v>
                </c:pt>
                <c:pt idx="9">
                  <c:v>69</c:v>
                </c:pt>
                <c:pt idx="10">
                  <c:v>200</c:v>
                </c:pt>
                <c:pt idx="11">
                  <c:v>68</c:v>
                </c:pt>
                <c:pt idx="12">
                  <c:v>200</c:v>
                </c:pt>
                <c:pt idx="13">
                  <c:v>3</c:v>
                </c:pt>
                <c:pt idx="14">
                  <c:v>40</c:v>
                </c:pt>
                <c:pt idx="15">
                  <c:v>95</c:v>
                </c:pt>
                <c:pt idx="16">
                  <c:v>37</c:v>
                </c:pt>
                <c:pt idx="17">
                  <c:v>40</c:v>
                </c:pt>
                <c:pt idx="18">
                  <c:v>130</c:v>
                </c:pt>
                <c:pt idx="19">
                  <c:v>155</c:v>
                </c:pt>
                <c:pt idx="20">
                  <c:v>80</c:v>
                </c:pt>
                <c:pt idx="21">
                  <c:v>125</c:v>
                </c:pt>
                <c:pt idx="22">
                  <c:v>13</c:v>
                </c:pt>
                <c:pt idx="23">
                  <c:v>28</c:v>
                </c:pt>
                <c:pt idx="24">
                  <c:v>170</c:v>
                </c:pt>
                <c:pt idx="25">
                  <c:v>52</c:v>
                </c:pt>
                <c:pt idx="26">
                  <c:v>150</c:v>
                </c:pt>
                <c:pt idx="27">
                  <c:v>100</c:v>
                </c:pt>
                <c:pt idx="28">
                  <c:v>200</c:v>
                </c:pt>
                <c:pt idx="29">
                  <c:v>85</c:v>
                </c:pt>
                <c:pt idx="30">
                  <c:v>26</c:v>
                </c:pt>
                <c:pt idx="31">
                  <c:v>1.255</c:v>
                </c:pt>
                <c:pt idx="32">
                  <c:v>2</c:v>
                </c:pt>
                <c:pt idx="33">
                  <c:v>18</c:v>
                </c:pt>
                <c:pt idx="34">
                  <c:v>58</c:v>
                </c:pt>
                <c:pt idx="35">
                  <c:v>25</c:v>
                </c:pt>
                <c:pt idx="36">
                  <c:v>110</c:v>
                </c:pt>
                <c:pt idx="37">
                  <c:v>6.8</c:v>
                </c:pt>
                <c:pt idx="38">
                  <c:v>14</c:v>
                </c:pt>
                <c:pt idx="39">
                  <c:v>30</c:v>
                </c:pt>
                <c:pt idx="40">
                  <c:v>35</c:v>
                </c:pt>
                <c:pt idx="41">
                  <c:v>24</c:v>
                </c:pt>
                <c:pt idx="42">
                  <c:v>80</c:v>
                </c:pt>
                <c:pt idx="43">
                  <c:v>150</c:v>
                </c:pt>
                <c:pt idx="44">
                  <c:v>110</c:v>
                </c:pt>
                <c:pt idx="45">
                  <c:v>60</c:v>
                </c:pt>
                <c:pt idx="46">
                  <c:v>12</c:v>
                </c:pt>
                <c:pt idx="47">
                  <c:v>6</c:v>
                </c:pt>
                <c:pt idx="48">
                  <c:v>1</c:v>
                </c:pt>
                <c:pt idx="49">
                  <c:v>15</c:v>
                </c:pt>
                <c:pt idx="50">
                  <c:v>200</c:v>
                </c:pt>
                <c:pt idx="51">
                  <c:v>23</c:v>
                </c:pt>
                <c:pt idx="52">
                  <c:v>19</c:v>
                </c:pt>
                <c:pt idx="53">
                  <c:v>150</c:v>
                </c:pt>
                <c:pt idx="54">
                  <c:v>20</c:v>
                </c:pt>
                <c:pt idx="55">
                  <c:v>20</c:v>
                </c:pt>
                <c:pt idx="56">
                  <c:v>117</c:v>
                </c:pt>
                <c:pt idx="57">
                  <c:v>5</c:v>
                </c:pt>
                <c:pt idx="58">
                  <c:v>1.8</c:v>
                </c:pt>
                <c:pt idx="59">
                  <c:v>65</c:v>
                </c:pt>
                <c:pt idx="60">
                  <c:v>35</c:v>
                </c:pt>
                <c:pt idx="61">
                  <c:v>32</c:v>
                </c:pt>
                <c:pt idx="62">
                  <c:v>15</c:v>
                </c:pt>
                <c:pt idx="63">
                  <c:v>16</c:v>
                </c:pt>
                <c:pt idx="64">
                  <c:v>8</c:v>
                </c:pt>
                <c:pt idx="65">
                  <c:v>100</c:v>
                </c:pt>
                <c:pt idx="66">
                  <c:v>100</c:v>
                </c:pt>
                <c:pt idx="67">
                  <c:v>24</c:v>
                </c:pt>
                <c:pt idx="68">
                  <c:v>3</c:v>
                </c:pt>
                <c:pt idx="69">
                  <c:v>100</c:v>
                </c:pt>
                <c:pt idx="70">
                  <c:v>30</c:v>
                </c:pt>
                <c:pt idx="71">
                  <c:v>38</c:v>
                </c:pt>
                <c:pt idx="72">
                  <c:v>30</c:v>
                </c:pt>
                <c:pt idx="73">
                  <c:v>30</c:v>
                </c:pt>
                <c:pt idx="74">
                  <c:v>36</c:v>
                </c:pt>
                <c:pt idx="75">
                  <c:v>20</c:v>
                </c:pt>
                <c:pt idx="76">
                  <c:v>28</c:v>
                </c:pt>
                <c:pt idx="77">
                  <c:v>10</c:v>
                </c:pt>
                <c:pt idx="78">
                  <c:v>48</c:v>
                </c:pt>
                <c:pt idx="79">
                  <c:v>80</c:v>
                </c:pt>
                <c:pt idx="80">
                  <c:v>20</c:v>
                </c:pt>
                <c:pt idx="81">
                  <c:v>30</c:v>
                </c:pt>
                <c:pt idx="82">
                  <c:v>10.5</c:v>
                </c:pt>
                <c:pt idx="83">
                  <c:v>1.98765</c:v>
                </c:pt>
                <c:pt idx="84">
                  <c:v>44</c:v>
                </c:pt>
                <c:pt idx="85">
                  <c:v>10.5</c:v>
                </c:pt>
                <c:pt idx="86">
                  <c:v>14</c:v>
                </c:pt>
                <c:pt idx="87">
                  <c:v>55</c:v>
                </c:pt>
                <c:pt idx="88">
                  <c:v>3.5</c:v>
                </c:pt>
                <c:pt idx="89">
                  <c:v>20</c:v>
                </c:pt>
                <c:pt idx="90">
                  <c:v>15</c:v>
                </c:pt>
                <c:pt idx="91">
                  <c:v>100</c:v>
                </c:pt>
                <c:pt idx="92">
                  <c:v>40</c:v>
                </c:pt>
                <c:pt idx="93">
                  <c:v>45</c:v>
                </c:pt>
                <c:pt idx="94">
                  <c:v>20</c:v>
                </c:pt>
                <c:pt idx="95">
                  <c:v>1.35</c:v>
                </c:pt>
                <c:pt idx="96">
                  <c:v>25</c:v>
                </c:pt>
                <c:pt idx="97">
                  <c:v>25</c:v>
                </c:pt>
                <c:pt idx="98">
                  <c:v>20</c:v>
                </c:pt>
                <c:pt idx="99">
                  <c:v>12</c:v>
                </c:pt>
                <c:pt idx="100">
                  <c:v>55</c:v>
                </c:pt>
                <c:pt idx="101">
                  <c:v>21</c:v>
                </c:pt>
                <c:pt idx="102">
                  <c:v>70</c:v>
                </c:pt>
                <c:pt idx="103">
                  <c:v>47</c:v>
                </c:pt>
                <c:pt idx="104">
                  <c:v>10.4</c:v>
                </c:pt>
                <c:pt idx="105">
                  <c:v>52</c:v>
                </c:pt>
                <c:pt idx="106">
                  <c:v>112</c:v>
                </c:pt>
                <c:pt idx="107">
                  <c:v>80</c:v>
                </c:pt>
                <c:pt idx="108">
                  <c:v>25</c:v>
                </c:pt>
                <c:pt idx="109">
                  <c:v>25</c:v>
                </c:pt>
                <c:pt idx="110">
                  <c:v>38</c:v>
                </c:pt>
                <c:pt idx="111">
                  <c:v>70.2</c:v>
                </c:pt>
                <c:pt idx="112">
                  <c:v>40</c:v>
                </c:pt>
                <c:pt idx="113">
                  <c:v>30</c:v>
                </c:pt>
                <c:pt idx="114">
                  <c:v>120</c:v>
                </c:pt>
                <c:pt idx="115">
                  <c:v>6</c:v>
                </c:pt>
                <c:pt idx="116">
                  <c:v>35</c:v>
                </c:pt>
                <c:pt idx="117">
                  <c:v>50</c:v>
                </c:pt>
                <c:pt idx="118">
                  <c:v>27</c:v>
                </c:pt>
                <c:pt idx="119">
                  <c:v>75</c:v>
                </c:pt>
                <c:pt idx="120">
                  <c:v>20</c:v>
                </c:pt>
                <c:pt idx="121">
                  <c:v>80</c:v>
                </c:pt>
                <c:pt idx="122">
                  <c:v>55</c:v>
                </c:pt>
                <c:pt idx="123">
                  <c:v>10</c:v>
                </c:pt>
                <c:pt idx="124">
                  <c:v>35</c:v>
                </c:pt>
                <c:pt idx="125">
                  <c:v>9.5</c:v>
                </c:pt>
                <c:pt idx="126">
                  <c:v>4</c:v>
                </c:pt>
                <c:pt idx="127">
                  <c:v>10</c:v>
                </c:pt>
                <c:pt idx="128">
                  <c:v>2</c:v>
                </c:pt>
                <c:pt idx="129">
                  <c:v>0.5</c:v>
                </c:pt>
                <c:pt idx="130">
                  <c:v>90</c:v>
                </c:pt>
                <c:pt idx="131">
                  <c:v>2.5</c:v>
                </c:pt>
                <c:pt idx="132">
                  <c:v>2.5</c:v>
                </c:pt>
                <c:pt idx="133">
                  <c:v>50</c:v>
                </c:pt>
                <c:pt idx="134">
                  <c:v>5</c:v>
                </c:pt>
                <c:pt idx="135">
                  <c:v>2</c:v>
                </c:pt>
                <c:pt idx="136">
                  <c:v>17</c:v>
                </c:pt>
                <c:pt idx="137">
                  <c:v>100</c:v>
                </c:pt>
                <c:pt idx="138">
                  <c:v>10</c:v>
                </c:pt>
                <c:pt idx="139">
                  <c:v>85</c:v>
                </c:pt>
                <c:pt idx="140">
                  <c:v>19</c:v>
                </c:pt>
                <c:pt idx="141">
                  <c:v>20</c:v>
                </c:pt>
                <c:pt idx="142">
                  <c:v>40</c:v>
                </c:pt>
                <c:pt idx="143">
                  <c:v>4</c:v>
                </c:pt>
                <c:pt idx="144">
                  <c:v>30</c:v>
                </c:pt>
                <c:pt idx="145">
                  <c:v>22</c:v>
                </c:pt>
                <c:pt idx="146">
                  <c:v>8</c:v>
                </c:pt>
                <c:pt idx="147">
                  <c:v>13</c:v>
                </c:pt>
                <c:pt idx="148">
                  <c:v>25</c:v>
                </c:pt>
                <c:pt idx="149">
                  <c:v>20</c:v>
                </c:pt>
                <c:pt idx="150">
                  <c:v>20</c:v>
                </c:pt>
                <c:pt idx="151">
                  <c:v>13</c:v>
                </c:pt>
                <c:pt idx="152">
                  <c:v>11</c:v>
                </c:pt>
                <c:pt idx="153">
                  <c:v>20</c:v>
                </c:pt>
                <c:pt idx="154">
                  <c:v>32</c:v>
                </c:pt>
                <c:pt idx="155">
                  <c:v>25</c:v>
                </c:pt>
                <c:pt idx="156">
                  <c:v>3.9</c:v>
                </c:pt>
                <c:pt idx="157">
                  <c:v>69</c:v>
                </c:pt>
                <c:pt idx="158">
                  <c:v>7</c:v>
                </c:pt>
                <c:pt idx="159">
                  <c:v>8</c:v>
                </c:pt>
                <c:pt idx="160">
                  <c:v>20</c:v>
                </c:pt>
                <c:pt idx="161">
                  <c:v>22</c:v>
                </c:pt>
                <c:pt idx="162">
                  <c:v>3.6</c:v>
                </c:pt>
                <c:pt idx="163">
                  <c:v>30</c:v>
                </c:pt>
                <c:pt idx="164">
                  <c:v>25</c:v>
                </c:pt>
                <c:pt idx="165">
                  <c:v>0.65</c:v>
                </c:pt>
                <c:pt idx="166">
                  <c:v>15</c:v>
                </c:pt>
                <c:pt idx="167">
                  <c:v>26.4</c:v>
                </c:pt>
                <c:pt idx="168">
                  <c:v>22</c:v>
                </c:pt>
                <c:pt idx="169">
                  <c:v>10</c:v>
                </c:pt>
                <c:pt idx="170">
                  <c:v>15</c:v>
                </c:pt>
                <c:pt idx="171">
                  <c:v>8</c:v>
                </c:pt>
                <c:pt idx="172">
                  <c:v>5.7731</c:v>
                </c:pt>
                <c:pt idx="173">
                  <c:v>3.5</c:v>
                </c:pt>
                <c:pt idx="174">
                  <c:v>30</c:v>
                </c:pt>
                <c:pt idx="175">
                  <c:v>42</c:v>
                </c:pt>
                <c:pt idx="176">
                  <c:v>18</c:v>
                </c:pt>
                <c:pt idx="177">
                  <c:v>8.7</c:v>
                </c:pt>
                <c:pt idx="178">
                  <c:v>15</c:v>
                </c:pt>
                <c:pt idx="179">
                  <c:v>31</c:v>
                </c:pt>
                <c:pt idx="180">
                  <c:v>32</c:v>
                </c:pt>
                <c:pt idx="181">
                  <c:v>14.734</c:v>
                </c:pt>
                <c:pt idx="182">
                  <c:v>2</c:v>
                </c:pt>
                <c:pt idx="183">
                  <c:v>20</c:v>
                </c:pt>
                <c:pt idx="184">
                  <c:v>25</c:v>
                </c:pt>
                <c:pt idx="185">
                  <c:v>10</c:v>
                </c:pt>
                <c:pt idx="186">
                  <c:v>18</c:v>
                </c:pt>
                <c:pt idx="187">
                  <c:v>5</c:v>
                </c:pt>
                <c:pt idx="188">
                  <c:v>13</c:v>
                </c:pt>
                <c:pt idx="189">
                  <c:v>4.5</c:v>
                </c:pt>
                <c:pt idx="190">
                  <c:v>10</c:v>
                </c:pt>
                <c:pt idx="191">
                  <c:v>10</c:v>
                </c:pt>
                <c:pt idx="192">
                  <c:v>35</c:v>
                </c:pt>
                <c:pt idx="193">
                  <c:v>4.5</c:v>
                </c:pt>
                <c:pt idx="194">
                  <c:v>12</c:v>
                </c:pt>
                <c:pt idx="195">
                  <c:v>7.2</c:v>
                </c:pt>
                <c:pt idx="196">
                  <c:v>4</c:v>
                </c:pt>
                <c:pt idx="197">
                  <c:v>0.5</c:v>
                </c:pt>
                <c:pt idx="198">
                  <c:v>2.8</c:v>
                </c:pt>
                <c:pt idx="199">
                  <c:v>7</c:v>
                </c:pt>
                <c:pt idx="200">
                  <c:v>8.5</c:v>
                </c:pt>
                <c:pt idx="201">
                  <c:v>7</c:v>
                </c:pt>
                <c:pt idx="202">
                  <c:v>0.7</c:v>
                </c:pt>
                <c:pt idx="203">
                  <c:v>10</c:v>
                </c:pt>
                <c:pt idx="204">
                  <c:v>2</c:v>
                </c:pt>
                <c:pt idx="205">
                  <c:v>8</c:v>
                </c:pt>
                <c:pt idx="206">
                  <c:v>20</c:v>
                </c:pt>
                <c:pt idx="207">
                  <c:v>10</c:v>
                </c:pt>
                <c:pt idx="208">
                  <c:v>25</c:v>
                </c:pt>
                <c:pt idx="209">
                  <c:v>20</c:v>
                </c:pt>
                <c:pt idx="210">
                  <c:v>4</c:v>
                </c:pt>
                <c:pt idx="211">
                  <c:v>15</c:v>
                </c:pt>
                <c:pt idx="212">
                  <c:v>0.5</c:v>
                </c:pt>
                <c:pt idx="213">
                  <c:v>28</c:v>
                </c:pt>
                <c:pt idx="214">
                  <c:v>12.5</c:v>
                </c:pt>
                <c:pt idx="215">
                  <c:v>0.464229</c:v>
                </c:pt>
                <c:pt idx="216">
                  <c:v>21</c:v>
                </c:pt>
                <c:pt idx="217">
                  <c:v>5</c:v>
                </c:pt>
                <c:pt idx="218">
                  <c:v>30</c:v>
                </c:pt>
                <c:pt idx="219">
                  <c:v>14</c:v>
                </c:pt>
                <c:pt idx="220">
                  <c:v>12.5</c:v>
                </c:pt>
                <c:pt idx="221">
                  <c:v>5</c:v>
                </c:pt>
                <c:pt idx="222">
                  <c:v>3.8</c:v>
                </c:pt>
                <c:pt idx="223">
                  <c:v>7</c:v>
                </c:pt>
                <c:pt idx="224">
                  <c:v>7</c:v>
                </c:pt>
                <c:pt idx="225">
                  <c:v>12</c:v>
                </c:pt>
                <c:pt idx="226">
                  <c:v>12</c:v>
                </c:pt>
                <c:pt idx="227">
                  <c:v>10</c:v>
                </c:pt>
                <c:pt idx="228">
                  <c:v>0.03</c:v>
                </c:pt>
                <c:pt idx="229">
                  <c:v>50</c:v>
                </c:pt>
                <c:pt idx="230">
                  <c:v>4.6</c:v>
                </c:pt>
                <c:pt idx="231">
                  <c:v>14</c:v>
                </c:pt>
                <c:pt idx="232">
                  <c:v>17</c:v>
                </c:pt>
                <c:pt idx="233">
                  <c:v>7</c:v>
                </c:pt>
                <c:pt idx="234">
                  <c:v>0.8</c:v>
                </c:pt>
                <c:pt idx="235">
                  <c:v>5.2</c:v>
                </c:pt>
                <c:pt idx="236">
                  <c:v>18</c:v>
                </c:pt>
                <c:pt idx="237">
                  <c:v>4</c:v>
                </c:pt>
                <c:pt idx="238">
                  <c:v>5.8</c:v>
                </c:pt>
                <c:pt idx="239">
                  <c:v>1.5</c:v>
                </c:pt>
                <c:pt idx="240">
                  <c:v>1.5</c:v>
                </c:pt>
                <c:pt idx="241">
                  <c:v>1.95</c:v>
                </c:pt>
                <c:pt idx="242">
                  <c:v>7</c:v>
                </c:pt>
                <c:pt idx="243">
                  <c:v>50</c:v>
                </c:pt>
                <c:pt idx="244">
                  <c:v>19</c:v>
                </c:pt>
                <c:pt idx="245">
                  <c:v>7</c:v>
                </c:pt>
                <c:pt idx="246">
                  <c:v>7</c:v>
                </c:pt>
                <c:pt idx="247">
                  <c:v>4</c:v>
                </c:pt>
                <c:pt idx="248">
                  <c:v>25</c:v>
                </c:pt>
                <c:pt idx="249">
                  <c:v>11</c:v>
                </c:pt>
                <c:pt idx="250">
                  <c:v>2.2</c:v>
                </c:pt>
                <c:pt idx="251">
                  <c:v>6.4</c:v>
                </c:pt>
                <c:pt idx="252">
                  <c:v>3</c:v>
                </c:pt>
                <c:pt idx="253">
                  <c:v>2.5</c:v>
                </c:pt>
                <c:pt idx="254">
                  <c:v>3</c:v>
                </c:pt>
                <c:pt idx="255">
                  <c:v>7.5</c:v>
                </c:pt>
                <c:pt idx="256">
                  <c:v>6</c:v>
                </c:pt>
                <c:pt idx="257">
                  <c:v>3.9</c:v>
                </c:pt>
                <c:pt idx="258">
                  <c:v>5.5</c:v>
                </c:pt>
                <c:pt idx="259">
                  <c:v>3</c:v>
                </c:pt>
                <c:pt idx="260">
                  <c:v>1.6</c:v>
                </c:pt>
                <c:pt idx="261">
                  <c:v>3</c:v>
                </c:pt>
                <c:pt idx="262">
                  <c:v>3</c:v>
                </c:pt>
                <c:pt idx="263">
                  <c:v>4.3647</c:v>
                </c:pt>
                <c:pt idx="264">
                  <c:v>10</c:v>
                </c:pt>
                <c:pt idx="265">
                  <c:v>0.065</c:v>
                </c:pt>
                <c:pt idx="266">
                  <c:v>17.289533</c:v>
                </c:pt>
                <c:pt idx="267">
                  <c:v>3</c:v>
                </c:pt>
                <c:pt idx="268">
                  <c:v>0.031192</c:v>
                </c:pt>
                <c:pt idx="269">
                  <c:v>1.7</c:v>
                </c:pt>
                <c:pt idx="270">
                  <c:v>0.5</c:v>
                </c:pt>
                <c:pt idx="271">
                  <c:v>5.6</c:v>
                </c:pt>
                <c:pt idx="272">
                  <c:v>7.5</c:v>
                </c:pt>
                <c:pt idx="273">
                  <c:v>0.1</c:v>
                </c:pt>
                <c:pt idx="274">
                  <c:v>2</c:v>
                </c:pt>
                <c:pt idx="275">
                  <c:v>4.8</c:v>
                </c:pt>
                <c:pt idx="276">
                  <c:v>0.8</c:v>
                </c:pt>
                <c:pt idx="277">
                  <c:v>9</c:v>
                </c:pt>
                <c:pt idx="278">
                  <c:v>7</c:v>
                </c:pt>
                <c:pt idx="279">
                  <c:v>4.4</c:v>
                </c:pt>
                <c:pt idx="280">
                  <c:v>5</c:v>
                </c:pt>
                <c:pt idx="281">
                  <c:v>4.5</c:v>
                </c:pt>
                <c:pt idx="282">
                  <c:v>9.5</c:v>
                </c:pt>
                <c:pt idx="283">
                  <c:v>0.25</c:v>
                </c:pt>
                <c:pt idx="284">
                  <c:v>6</c:v>
                </c:pt>
                <c:pt idx="285">
                  <c:v>0.06</c:v>
                </c:pt>
                <c:pt idx="286">
                  <c:v>125</c:v>
                </c:pt>
                <c:pt idx="287">
                  <c:v>379</c:v>
                </c:pt>
                <c:pt idx="288">
                  <c:v>110</c:v>
                </c:pt>
                <c:pt idx="289">
                  <c:v>200</c:v>
                </c:pt>
                <c:pt idx="290">
                  <c:v>140</c:v>
                </c:pt>
                <c:pt idx="291">
                  <c:v>150</c:v>
                </c:pt>
                <c:pt idx="292">
                  <c:v>110</c:v>
                </c:pt>
                <c:pt idx="293">
                  <c:v>13</c:v>
                </c:pt>
                <c:pt idx="294">
                  <c:v>80</c:v>
                </c:pt>
                <c:pt idx="295">
                  <c:v>135</c:v>
                </c:pt>
                <c:pt idx="296">
                  <c:v>130</c:v>
                </c:pt>
                <c:pt idx="297">
                  <c:v>25</c:v>
                </c:pt>
                <c:pt idx="298">
                  <c:v>145</c:v>
                </c:pt>
                <c:pt idx="299">
                  <c:v>150</c:v>
                </c:pt>
                <c:pt idx="300">
                  <c:v>80</c:v>
                </c:pt>
                <c:pt idx="301">
                  <c:v>90</c:v>
                </c:pt>
                <c:pt idx="302">
                  <c:v>40</c:v>
                </c:pt>
                <c:pt idx="303">
                  <c:v>40</c:v>
                </c:pt>
                <c:pt idx="304">
                  <c:v>1.5</c:v>
                </c:pt>
                <c:pt idx="305">
                  <c:v>13</c:v>
                </c:pt>
                <c:pt idx="306">
                  <c:v>40</c:v>
                </c:pt>
                <c:pt idx="307">
                  <c:v>40</c:v>
                </c:pt>
                <c:pt idx="308">
                  <c:v>60</c:v>
                </c:pt>
                <c:pt idx="309">
                  <c:v>50</c:v>
                </c:pt>
                <c:pt idx="310">
                  <c:v>27</c:v>
                </c:pt>
                <c:pt idx="311">
                  <c:v>40</c:v>
                </c:pt>
                <c:pt idx="312">
                  <c:v>93</c:v>
                </c:pt>
                <c:pt idx="313">
                  <c:v>15</c:v>
                </c:pt>
                <c:pt idx="314">
                  <c:v>42</c:v>
                </c:pt>
                <c:pt idx="315">
                  <c:v>40</c:v>
                </c:pt>
                <c:pt idx="316">
                  <c:v>15</c:v>
                </c:pt>
                <c:pt idx="317">
                  <c:v>7</c:v>
                </c:pt>
                <c:pt idx="318">
                  <c:v>110</c:v>
                </c:pt>
                <c:pt idx="319">
                  <c:v>57</c:v>
                </c:pt>
                <c:pt idx="320">
                  <c:v>90</c:v>
                </c:pt>
                <c:pt idx="321">
                  <c:v>50</c:v>
                </c:pt>
                <c:pt idx="322">
                  <c:v>125</c:v>
                </c:pt>
                <c:pt idx="323">
                  <c:v>75</c:v>
                </c:pt>
                <c:pt idx="324">
                  <c:v>130</c:v>
                </c:pt>
                <c:pt idx="325">
                  <c:v>70</c:v>
                </c:pt>
                <c:pt idx="326">
                  <c:v>17</c:v>
                </c:pt>
                <c:pt idx="327">
                  <c:v>25</c:v>
                </c:pt>
                <c:pt idx="328">
                  <c:v>35</c:v>
                </c:pt>
                <c:pt idx="329">
                  <c:v>32.5</c:v>
                </c:pt>
                <c:pt idx="330">
                  <c:v>32</c:v>
                </c:pt>
                <c:pt idx="331">
                  <c:v>200</c:v>
                </c:pt>
                <c:pt idx="332">
                  <c:v>25</c:v>
                </c:pt>
                <c:pt idx="333">
                  <c:v>15.774948</c:v>
                </c:pt>
                <c:pt idx="334">
                  <c:v>3.5</c:v>
                </c:pt>
                <c:pt idx="335">
                  <c:v>75</c:v>
                </c:pt>
                <c:pt idx="336">
                  <c:v>21</c:v>
                </c:pt>
                <c:pt idx="337">
                  <c:v>2.2</c:v>
                </c:pt>
                <c:pt idx="338">
                  <c:v>90</c:v>
                </c:pt>
                <c:pt idx="339">
                  <c:v>40</c:v>
                </c:pt>
                <c:pt idx="340">
                  <c:v>35</c:v>
                </c:pt>
                <c:pt idx="341">
                  <c:v>50</c:v>
                </c:pt>
                <c:pt idx="342">
                  <c:v>24</c:v>
                </c:pt>
                <c:pt idx="343">
                  <c:v>52</c:v>
                </c:pt>
                <c:pt idx="344">
                  <c:v>50</c:v>
                </c:pt>
                <c:pt idx="345">
                  <c:v>40</c:v>
                </c:pt>
                <c:pt idx="346">
                  <c:v>35</c:v>
                </c:pt>
                <c:pt idx="347">
                  <c:v>82</c:v>
                </c:pt>
                <c:pt idx="348">
                  <c:v>6.5</c:v>
                </c:pt>
                <c:pt idx="349">
                  <c:v>66</c:v>
                </c:pt>
                <c:pt idx="350">
                  <c:v>1</c:v>
                </c:pt>
                <c:pt idx="351">
                  <c:v>10</c:v>
                </c:pt>
                <c:pt idx="352">
                  <c:v>45</c:v>
                </c:pt>
                <c:pt idx="353">
                  <c:v>27</c:v>
                </c:pt>
                <c:pt idx="354">
                  <c:v>32</c:v>
                </c:pt>
                <c:pt idx="355">
                  <c:v>163</c:v>
                </c:pt>
                <c:pt idx="356">
                  <c:v>50.2</c:v>
                </c:pt>
                <c:pt idx="357">
                  <c:v>50</c:v>
                </c:pt>
                <c:pt idx="358">
                  <c:v>130</c:v>
                </c:pt>
                <c:pt idx="359">
                  <c:v>0.75</c:v>
                </c:pt>
                <c:pt idx="360">
                  <c:v>66</c:v>
                </c:pt>
                <c:pt idx="361">
                  <c:v>60</c:v>
                </c:pt>
                <c:pt idx="362">
                  <c:v>20</c:v>
                </c:pt>
                <c:pt idx="363">
                  <c:v>150</c:v>
                </c:pt>
                <c:pt idx="364">
                  <c:v>30</c:v>
                </c:pt>
                <c:pt idx="365">
                  <c:v>25</c:v>
                </c:pt>
                <c:pt idx="366">
                  <c:v>30</c:v>
                </c:pt>
                <c:pt idx="367">
                  <c:v>20</c:v>
                </c:pt>
                <c:pt idx="368">
                  <c:v>170</c:v>
                </c:pt>
                <c:pt idx="369">
                  <c:v>36</c:v>
                </c:pt>
                <c:pt idx="370">
                  <c:v>5</c:v>
                </c:pt>
                <c:pt idx="371">
                  <c:v>80</c:v>
                </c:pt>
                <c:pt idx="372">
                  <c:v>30</c:v>
                </c:pt>
                <c:pt idx="373">
                  <c:v>30</c:v>
                </c:pt>
                <c:pt idx="374">
                  <c:v>75</c:v>
                </c:pt>
                <c:pt idx="375">
                  <c:v>12.5</c:v>
                </c:pt>
                <c:pt idx="376">
                  <c:v>79</c:v>
                </c:pt>
                <c:pt idx="377">
                  <c:v>55</c:v>
                </c:pt>
                <c:pt idx="378">
                  <c:v>75</c:v>
                </c:pt>
                <c:pt idx="379">
                  <c:v>30</c:v>
                </c:pt>
                <c:pt idx="380">
                  <c:v>120</c:v>
                </c:pt>
                <c:pt idx="381">
                  <c:v>30</c:v>
                </c:pt>
                <c:pt idx="382">
                  <c:v>10</c:v>
                </c:pt>
                <c:pt idx="383">
                  <c:v>30</c:v>
                </c:pt>
                <c:pt idx="384">
                  <c:v>56</c:v>
                </c:pt>
                <c:pt idx="385">
                  <c:v>7.7</c:v>
                </c:pt>
                <c:pt idx="386">
                  <c:v>37</c:v>
                </c:pt>
                <c:pt idx="387">
                  <c:v>36</c:v>
                </c:pt>
                <c:pt idx="388">
                  <c:v>35</c:v>
                </c:pt>
                <c:pt idx="389">
                  <c:v>35</c:v>
                </c:pt>
                <c:pt idx="390">
                  <c:v>50</c:v>
                </c:pt>
                <c:pt idx="391">
                  <c:v>30</c:v>
                </c:pt>
                <c:pt idx="392">
                  <c:v>63</c:v>
                </c:pt>
                <c:pt idx="393">
                  <c:v>30</c:v>
                </c:pt>
                <c:pt idx="394">
                  <c:v>28</c:v>
                </c:pt>
                <c:pt idx="395">
                  <c:v>6</c:v>
                </c:pt>
                <c:pt idx="396">
                  <c:v>94</c:v>
                </c:pt>
                <c:pt idx="397">
                  <c:v>13</c:v>
                </c:pt>
                <c:pt idx="398">
                  <c:v>25</c:v>
                </c:pt>
                <c:pt idx="399">
                  <c:v>19</c:v>
                </c:pt>
                <c:pt idx="400">
                  <c:v>23</c:v>
                </c:pt>
                <c:pt idx="401">
                  <c:v>22</c:v>
                </c:pt>
                <c:pt idx="402">
                  <c:v>10</c:v>
                </c:pt>
                <c:pt idx="403">
                  <c:v>7.4</c:v>
                </c:pt>
                <c:pt idx="404">
                  <c:v>25</c:v>
                </c:pt>
                <c:pt idx="405">
                  <c:v>28</c:v>
                </c:pt>
                <c:pt idx="406">
                  <c:v>20</c:v>
                </c:pt>
                <c:pt idx="407">
                  <c:v>195</c:v>
                </c:pt>
                <c:pt idx="408">
                  <c:v>1.13071</c:v>
                </c:pt>
                <c:pt idx="409">
                  <c:v>36</c:v>
                </c:pt>
                <c:pt idx="410">
                  <c:v>29</c:v>
                </c:pt>
                <c:pt idx="411">
                  <c:v>32</c:v>
                </c:pt>
                <c:pt idx="412">
                  <c:v>30</c:v>
                </c:pt>
                <c:pt idx="413">
                  <c:v>40</c:v>
                </c:pt>
                <c:pt idx="414">
                  <c:v>50</c:v>
                </c:pt>
                <c:pt idx="415">
                  <c:v>7.7</c:v>
                </c:pt>
                <c:pt idx="416">
                  <c:v>1</c:v>
                </c:pt>
                <c:pt idx="417">
                  <c:v>17</c:v>
                </c:pt>
                <c:pt idx="418">
                  <c:v>6</c:v>
                </c:pt>
                <c:pt idx="419">
                  <c:v>20</c:v>
                </c:pt>
                <c:pt idx="420">
                  <c:v>21.2</c:v>
                </c:pt>
                <c:pt idx="421">
                  <c:v>8</c:v>
                </c:pt>
                <c:pt idx="422">
                  <c:v>4.798235</c:v>
                </c:pt>
                <c:pt idx="423">
                  <c:v>5</c:v>
                </c:pt>
                <c:pt idx="424">
                  <c:v>4</c:v>
                </c:pt>
                <c:pt idx="425">
                  <c:v>25</c:v>
                </c:pt>
                <c:pt idx="426">
                  <c:v>45</c:v>
                </c:pt>
                <c:pt idx="427">
                  <c:v>17</c:v>
                </c:pt>
                <c:pt idx="428">
                  <c:v>25</c:v>
                </c:pt>
                <c:pt idx="429">
                  <c:v>4</c:v>
                </c:pt>
                <c:pt idx="430">
                  <c:v>5.692172</c:v>
                </c:pt>
                <c:pt idx="431">
                  <c:v>14.350531</c:v>
                </c:pt>
                <c:pt idx="432">
                  <c:v>45</c:v>
                </c:pt>
                <c:pt idx="433">
                  <c:v>3.1</c:v>
                </c:pt>
                <c:pt idx="434">
                  <c:v>18</c:v>
                </c:pt>
                <c:pt idx="435">
                  <c:v>5</c:v>
                </c:pt>
                <c:pt idx="436">
                  <c:v>0.2</c:v>
                </c:pt>
                <c:pt idx="437">
                  <c:v>15</c:v>
                </c:pt>
                <c:pt idx="438">
                  <c:v>38</c:v>
                </c:pt>
                <c:pt idx="439">
                  <c:v>16</c:v>
                </c:pt>
                <c:pt idx="440">
                  <c:v>5</c:v>
                </c:pt>
                <c:pt idx="441">
                  <c:v>13</c:v>
                </c:pt>
                <c:pt idx="442">
                  <c:v>0.5</c:v>
                </c:pt>
                <c:pt idx="443">
                  <c:v>4</c:v>
                </c:pt>
                <c:pt idx="444">
                  <c:v>15</c:v>
                </c:pt>
                <c:pt idx="445">
                  <c:v>0.1</c:v>
                </c:pt>
                <c:pt idx="446">
                  <c:v>19.1</c:v>
                </c:pt>
                <c:pt idx="447">
                  <c:v>49.9</c:v>
                </c:pt>
                <c:pt idx="448">
                  <c:v>19</c:v>
                </c:pt>
                <c:pt idx="449">
                  <c:v>10</c:v>
                </c:pt>
                <c:pt idx="450">
                  <c:v>5</c:v>
                </c:pt>
                <c:pt idx="451">
                  <c:v>4</c:v>
                </c:pt>
                <c:pt idx="452">
                  <c:v>7.5</c:v>
                </c:pt>
                <c:pt idx="453">
                  <c:v>12</c:v>
                </c:pt>
                <c:pt idx="454">
                  <c:v>25.5</c:v>
                </c:pt>
                <c:pt idx="455">
                  <c:v>12</c:v>
                </c:pt>
                <c:pt idx="456">
                  <c:v>15</c:v>
                </c:pt>
                <c:pt idx="457">
                  <c:v>5</c:v>
                </c:pt>
                <c:pt idx="458">
                  <c:v>37</c:v>
                </c:pt>
                <c:pt idx="459">
                  <c:v>10.92</c:v>
                </c:pt>
                <c:pt idx="460">
                  <c:v>8</c:v>
                </c:pt>
                <c:pt idx="461">
                  <c:v>40</c:v>
                </c:pt>
                <c:pt idx="462">
                  <c:v>10</c:v>
                </c:pt>
                <c:pt idx="463">
                  <c:v>10</c:v>
                </c:pt>
                <c:pt idx="464">
                  <c:v>30</c:v>
                </c:pt>
                <c:pt idx="465">
                  <c:v>3.2</c:v>
                </c:pt>
                <c:pt idx="466">
                  <c:v>17</c:v>
                </c:pt>
                <c:pt idx="467">
                  <c:v>25</c:v>
                </c:pt>
                <c:pt idx="468">
                  <c:v>24</c:v>
                </c:pt>
                <c:pt idx="469">
                  <c:v>6.6</c:v>
                </c:pt>
                <c:pt idx="470">
                  <c:v>1</c:v>
                </c:pt>
                <c:pt idx="471">
                  <c:v>0.12</c:v>
                </c:pt>
                <c:pt idx="472">
                  <c:v>13</c:v>
                </c:pt>
                <c:pt idx="473">
                  <c:v>0.25</c:v>
                </c:pt>
                <c:pt idx="474">
                  <c:v>7</c:v>
                </c:pt>
                <c:pt idx="475">
                  <c:v>25</c:v>
                </c:pt>
                <c:pt idx="476">
                  <c:v>11</c:v>
                </c:pt>
                <c:pt idx="477">
                  <c:v>35</c:v>
                </c:pt>
                <c:pt idx="478">
                  <c:v>12</c:v>
                </c:pt>
                <c:pt idx="479">
                  <c:v>12</c:v>
                </c:pt>
                <c:pt idx="480">
                  <c:v>1.4</c:v>
                </c:pt>
                <c:pt idx="481">
                  <c:v>21</c:v>
                </c:pt>
                <c:pt idx="482">
                  <c:v>3.55</c:v>
                </c:pt>
                <c:pt idx="483">
                  <c:v>41</c:v>
                </c:pt>
                <c:pt idx="484">
                  <c:v>70</c:v>
                </c:pt>
                <c:pt idx="485">
                  <c:v>30</c:v>
                </c:pt>
                <c:pt idx="486">
                  <c:v>8</c:v>
                </c:pt>
                <c:pt idx="487">
                  <c:v>15</c:v>
                </c:pt>
                <c:pt idx="488">
                  <c:v>13</c:v>
                </c:pt>
                <c:pt idx="489">
                  <c:v>5</c:v>
                </c:pt>
                <c:pt idx="490">
                  <c:v>8</c:v>
                </c:pt>
                <c:pt idx="491">
                  <c:v>20</c:v>
                </c:pt>
                <c:pt idx="492">
                  <c:v>6.4</c:v>
                </c:pt>
                <c:pt idx="493">
                  <c:v>5</c:v>
                </c:pt>
                <c:pt idx="494">
                  <c:v>8</c:v>
                </c:pt>
                <c:pt idx="495">
                  <c:v>25</c:v>
                </c:pt>
                <c:pt idx="496">
                  <c:v>35</c:v>
                </c:pt>
                <c:pt idx="497">
                  <c:v>20</c:v>
                </c:pt>
                <c:pt idx="498">
                  <c:v>125</c:v>
                </c:pt>
                <c:pt idx="499">
                  <c:v>25</c:v>
                </c:pt>
                <c:pt idx="500">
                  <c:v>4</c:v>
                </c:pt>
                <c:pt idx="501">
                  <c:v>25</c:v>
                </c:pt>
                <c:pt idx="502">
                  <c:v>6</c:v>
                </c:pt>
                <c:pt idx="503">
                  <c:v>0.134005</c:v>
                </c:pt>
                <c:pt idx="504">
                  <c:v>10.831173</c:v>
                </c:pt>
                <c:pt idx="505">
                  <c:v>4.5</c:v>
                </c:pt>
                <c:pt idx="506">
                  <c:v>13</c:v>
                </c:pt>
                <c:pt idx="507">
                  <c:v>3</c:v>
                </c:pt>
                <c:pt idx="508">
                  <c:v>4.8</c:v>
                </c:pt>
                <c:pt idx="509">
                  <c:v>20</c:v>
                </c:pt>
                <c:pt idx="510">
                  <c:v>25</c:v>
                </c:pt>
                <c:pt idx="511">
                  <c:v>20</c:v>
                </c:pt>
                <c:pt idx="512">
                  <c:v>3</c:v>
                </c:pt>
                <c:pt idx="513">
                  <c:v>14</c:v>
                </c:pt>
                <c:pt idx="514">
                  <c:v>11</c:v>
                </c:pt>
                <c:pt idx="515">
                  <c:v>5</c:v>
                </c:pt>
                <c:pt idx="516">
                  <c:v>24</c:v>
                </c:pt>
                <c:pt idx="517">
                  <c:v>4</c:v>
                </c:pt>
                <c:pt idx="518">
                  <c:v>3.5</c:v>
                </c:pt>
                <c:pt idx="519">
                  <c:v>7</c:v>
                </c:pt>
                <c:pt idx="520">
                  <c:v>20</c:v>
                </c:pt>
                <c:pt idx="521">
                  <c:v>4.317946</c:v>
                </c:pt>
                <c:pt idx="522">
                  <c:v>2</c:v>
                </c:pt>
                <c:pt idx="523">
                  <c:v>9</c:v>
                </c:pt>
                <c:pt idx="524">
                  <c:v>0.02</c:v>
                </c:pt>
                <c:pt idx="525">
                  <c:v>0.125</c:v>
                </c:pt>
                <c:pt idx="526">
                  <c:v>10</c:v>
                </c:pt>
                <c:pt idx="527">
                  <c:v>8</c:v>
                </c:pt>
                <c:pt idx="528">
                  <c:v>8</c:v>
                </c:pt>
                <c:pt idx="529">
                  <c:v>40</c:v>
                </c:pt>
                <c:pt idx="530">
                  <c:v>10</c:v>
                </c:pt>
                <c:pt idx="531">
                  <c:v>5</c:v>
                </c:pt>
                <c:pt idx="532">
                  <c:v>2</c:v>
                </c:pt>
                <c:pt idx="533">
                  <c:v>5.65</c:v>
                </c:pt>
                <c:pt idx="534">
                  <c:v>4.141459</c:v>
                </c:pt>
                <c:pt idx="535">
                  <c:v>0.097</c:v>
                </c:pt>
                <c:pt idx="536">
                  <c:v>3.85</c:v>
                </c:pt>
                <c:pt idx="537">
                  <c:v>25</c:v>
                </c:pt>
                <c:pt idx="538">
                  <c:v>1</c:v>
                </c:pt>
                <c:pt idx="539">
                  <c:v>8</c:v>
                </c:pt>
                <c:pt idx="540">
                  <c:v>8</c:v>
                </c:pt>
                <c:pt idx="541">
                  <c:v>6.7</c:v>
                </c:pt>
                <c:pt idx="542">
                  <c:v>8.5</c:v>
                </c:pt>
                <c:pt idx="543">
                  <c:v>14.4</c:v>
                </c:pt>
                <c:pt idx="544">
                  <c:v>11</c:v>
                </c:pt>
                <c:pt idx="545">
                  <c:v>3.34785</c:v>
                </c:pt>
                <c:pt idx="546">
                  <c:v>0.93</c:v>
                </c:pt>
                <c:pt idx="547">
                  <c:v>2.6</c:v>
                </c:pt>
                <c:pt idx="548">
                  <c:v>4.09</c:v>
                </c:pt>
                <c:pt idx="549">
                  <c:v>5.5</c:v>
                </c:pt>
                <c:pt idx="550">
                  <c:v>8.97804</c:v>
                </c:pt>
                <c:pt idx="551">
                  <c:v>5.51</c:v>
                </c:pt>
                <c:pt idx="552">
                  <c:v>0.017</c:v>
                </c:pt>
                <c:pt idx="553">
                  <c:v>6.7</c:v>
                </c:pt>
                <c:pt idx="554">
                  <c:v>6.1</c:v>
                </c:pt>
                <c:pt idx="555">
                  <c:v>15</c:v>
                </c:pt>
                <c:pt idx="556">
                  <c:v>15</c:v>
                </c:pt>
                <c:pt idx="557">
                  <c:v>0.045202</c:v>
                </c:pt>
                <c:pt idx="558">
                  <c:v>1.1</c:v>
                </c:pt>
                <c:pt idx="559">
                  <c:v>1.483515</c:v>
                </c:pt>
                <c:pt idx="560">
                  <c:v>1.4</c:v>
                </c:pt>
                <c:pt idx="561">
                  <c:v>0.25</c:v>
                </c:pt>
                <c:pt idx="562">
                  <c:v>11</c:v>
                </c:pt>
                <c:pt idx="563">
                  <c:v>0.57745</c:v>
                </c:pt>
                <c:pt idx="564">
                  <c:v>3.5</c:v>
                </c:pt>
                <c:pt idx="565">
                  <c:v>1.49</c:v>
                </c:pt>
                <c:pt idx="566">
                  <c:v>1</c:v>
                </c:pt>
                <c:pt idx="567">
                  <c:v>6.2</c:v>
                </c:pt>
                <c:pt idx="568">
                  <c:v>5.8</c:v>
                </c:pt>
                <c:pt idx="569">
                  <c:v>0.5</c:v>
                </c:pt>
                <c:pt idx="570">
                  <c:v>6</c:v>
                </c:pt>
                <c:pt idx="571">
                  <c:v>2.3</c:v>
                </c:pt>
                <c:pt idx="572">
                  <c:v>0.4</c:v>
                </c:pt>
                <c:pt idx="573">
                  <c:v>0.95</c:v>
                </c:pt>
                <c:pt idx="574">
                  <c:v>0.6</c:v>
                </c:pt>
                <c:pt idx="575">
                  <c:v>220</c:v>
                </c:pt>
                <c:pt idx="576">
                  <c:v>120</c:v>
                </c:pt>
                <c:pt idx="577">
                  <c:v>250</c:v>
                </c:pt>
                <c:pt idx="578">
                  <c:v>95</c:v>
                </c:pt>
                <c:pt idx="579">
                  <c:v>70</c:v>
                </c:pt>
                <c:pt idx="580">
                  <c:v>215</c:v>
                </c:pt>
                <c:pt idx="581">
                  <c:v>250</c:v>
                </c:pt>
                <c:pt idx="582">
                  <c:v>60</c:v>
                </c:pt>
                <c:pt idx="583">
                  <c:v>185</c:v>
                </c:pt>
                <c:pt idx="584">
                  <c:v>145</c:v>
                </c:pt>
                <c:pt idx="585">
                  <c:v>75</c:v>
                </c:pt>
                <c:pt idx="586">
                  <c:v>100</c:v>
                </c:pt>
                <c:pt idx="587">
                  <c:v>165</c:v>
                </c:pt>
                <c:pt idx="588">
                  <c:v>85</c:v>
                </c:pt>
                <c:pt idx="589">
                  <c:v>30</c:v>
                </c:pt>
                <c:pt idx="590">
                  <c:v>50</c:v>
                </c:pt>
                <c:pt idx="591">
                  <c:v>12</c:v>
                </c:pt>
                <c:pt idx="592">
                  <c:v>209</c:v>
                </c:pt>
                <c:pt idx="593">
                  <c:v>145</c:v>
                </c:pt>
                <c:pt idx="594">
                  <c:v>42</c:v>
                </c:pt>
                <c:pt idx="595">
                  <c:v>50</c:v>
                </c:pt>
                <c:pt idx="596">
                  <c:v>15</c:v>
                </c:pt>
                <c:pt idx="597">
                  <c:v>150</c:v>
                </c:pt>
                <c:pt idx="598">
                  <c:v>130</c:v>
                </c:pt>
                <c:pt idx="599">
                  <c:v>45</c:v>
                </c:pt>
                <c:pt idx="600">
                  <c:v>70</c:v>
                </c:pt>
                <c:pt idx="601">
                  <c:v>79</c:v>
                </c:pt>
                <c:pt idx="602">
                  <c:v>250</c:v>
                </c:pt>
                <c:pt idx="603">
                  <c:v>17</c:v>
                </c:pt>
                <c:pt idx="604">
                  <c:v>200</c:v>
                </c:pt>
                <c:pt idx="605">
                  <c:v>3.8</c:v>
                </c:pt>
                <c:pt idx="606">
                  <c:v>100</c:v>
                </c:pt>
                <c:pt idx="607">
                  <c:v>3</c:v>
                </c:pt>
                <c:pt idx="608">
                  <c:v>1.1</c:v>
                </c:pt>
                <c:pt idx="609">
                  <c:v>120</c:v>
                </c:pt>
                <c:pt idx="610">
                  <c:v>225</c:v>
                </c:pt>
                <c:pt idx="611">
                  <c:v>25</c:v>
                </c:pt>
                <c:pt idx="612">
                  <c:v>170</c:v>
                </c:pt>
                <c:pt idx="613">
                  <c:v>70</c:v>
                </c:pt>
                <c:pt idx="614">
                  <c:v>13</c:v>
                </c:pt>
                <c:pt idx="615">
                  <c:v>65</c:v>
                </c:pt>
                <c:pt idx="616">
                  <c:v>31</c:v>
                </c:pt>
                <c:pt idx="617">
                  <c:v>150</c:v>
                </c:pt>
                <c:pt idx="618">
                  <c:v>30</c:v>
                </c:pt>
                <c:pt idx="619">
                  <c:v>130</c:v>
                </c:pt>
                <c:pt idx="620">
                  <c:v>40</c:v>
                </c:pt>
                <c:pt idx="621">
                  <c:v>30</c:v>
                </c:pt>
                <c:pt idx="622">
                  <c:v>20</c:v>
                </c:pt>
                <c:pt idx="623">
                  <c:v>125</c:v>
                </c:pt>
                <c:pt idx="624">
                  <c:v>10.5</c:v>
                </c:pt>
                <c:pt idx="625">
                  <c:v>69</c:v>
                </c:pt>
                <c:pt idx="626">
                  <c:v>45</c:v>
                </c:pt>
                <c:pt idx="627">
                  <c:v>61</c:v>
                </c:pt>
                <c:pt idx="628">
                  <c:v>39</c:v>
                </c:pt>
                <c:pt idx="629">
                  <c:v>44.5</c:v>
                </c:pt>
                <c:pt idx="630">
                  <c:v>102</c:v>
                </c:pt>
                <c:pt idx="631">
                  <c:v>85</c:v>
                </c:pt>
                <c:pt idx="632">
                  <c:v>65</c:v>
                </c:pt>
                <c:pt idx="633">
                  <c:v>25</c:v>
                </c:pt>
                <c:pt idx="634">
                  <c:v>21</c:v>
                </c:pt>
                <c:pt idx="635">
                  <c:v>60</c:v>
                </c:pt>
                <c:pt idx="636">
                  <c:v>50</c:v>
                </c:pt>
                <c:pt idx="637">
                  <c:v>30</c:v>
                </c:pt>
                <c:pt idx="638">
                  <c:v>60</c:v>
                </c:pt>
                <c:pt idx="639">
                  <c:v>26</c:v>
                </c:pt>
                <c:pt idx="640">
                  <c:v>8</c:v>
                </c:pt>
                <c:pt idx="641">
                  <c:v>35</c:v>
                </c:pt>
                <c:pt idx="642">
                  <c:v>1</c:v>
                </c:pt>
                <c:pt idx="643">
                  <c:v>30</c:v>
                </c:pt>
                <c:pt idx="644">
                  <c:v>35</c:v>
                </c:pt>
                <c:pt idx="645">
                  <c:v>5</c:v>
                </c:pt>
                <c:pt idx="646">
                  <c:v>33</c:v>
                </c:pt>
                <c:pt idx="647">
                  <c:v>22</c:v>
                </c:pt>
                <c:pt idx="648">
                  <c:v>40</c:v>
                </c:pt>
                <c:pt idx="649">
                  <c:v>65</c:v>
                </c:pt>
                <c:pt idx="650">
                  <c:v>12</c:v>
                </c:pt>
                <c:pt idx="651">
                  <c:v>14</c:v>
                </c:pt>
                <c:pt idx="652">
                  <c:v>32</c:v>
                </c:pt>
                <c:pt idx="653">
                  <c:v>65</c:v>
                </c:pt>
                <c:pt idx="654">
                  <c:v>7.5</c:v>
                </c:pt>
                <c:pt idx="655">
                  <c:v>14</c:v>
                </c:pt>
                <c:pt idx="656">
                  <c:v>16</c:v>
                </c:pt>
                <c:pt idx="657">
                  <c:v>3.6</c:v>
                </c:pt>
                <c:pt idx="658">
                  <c:v>1</c:v>
                </c:pt>
                <c:pt idx="659">
                  <c:v>12.516654</c:v>
                </c:pt>
                <c:pt idx="660">
                  <c:v>25</c:v>
                </c:pt>
                <c:pt idx="661">
                  <c:v>13</c:v>
                </c:pt>
                <c:pt idx="662">
                  <c:v>42</c:v>
                </c:pt>
                <c:pt idx="663">
                  <c:v>7</c:v>
                </c:pt>
                <c:pt idx="664">
                  <c:v>40.6</c:v>
                </c:pt>
                <c:pt idx="665">
                  <c:v>30</c:v>
                </c:pt>
                <c:pt idx="666">
                  <c:v>0.27</c:v>
                </c:pt>
                <c:pt idx="667">
                  <c:v>40</c:v>
                </c:pt>
                <c:pt idx="668">
                  <c:v>15</c:v>
                </c:pt>
                <c:pt idx="669">
                  <c:v>35</c:v>
                </c:pt>
                <c:pt idx="670">
                  <c:v>68</c:v>
                </c:pt>
                <c:pt idx="671">
                  <c:v>58</c:v>
                </c:pt>
                <c:pt idx="672">
                  <c:v>85</c:v>
                </c:pt>
                <c:pt idx="673">
                  <c:v>6.4</c:v>
                </c:pt>
                <c:pt idx="674">
                  <c:v>6</c:v>
                </c:pt>
                <c:pt idx="675">
                  <c:v>11</c:v>
                </c:pt>
                <c:pt idx="676">
                  <c:v>7</c:v>
                </c:pt>
                <c:pt idx="677">
                  <c:v>6.9</c:v>
                </c:pt>
                <c:pt idx="678">
                  <c:v>32</c:v>
                </c:pt>
                <c:pt idx="679">
                  <c:v>3</c:v>
                </c:pt>
                <c:pt idx="680">
                  <c:v>25</c:v>
                </c:pt>
                <c:pt idx="681">
                  <c:v>6</c:v>
                </c:pt>
                <c:pt idx="682">
                  <c:v>5</c:v>
                </c:pt>
                <c:pt idx="683">
                  <c:v>20</c:v>
                </c:pt>
                <c:pt idx="684">
                  <c:v>60</c:v>
                </c:pt>
                <c:pt idx="685">
                  <c:v>40</c:v>
                </c:pt>
                <c:pt idx="686">
                  <c:v>26</c:v>
                </c:pt>
                <c:pt idx="687">
                  <c:v>95</c:v>
                </c:pt>
                <c:pt idx="688">
                  <c:v>10</c:v>
                </c:pt>
                <c:pt idx="689">
                  <c:v>15</c:v>
                </c:pt>
                <c:pt idx="690">
                  <c:v>11.5</c:v>
                </c:pt>
                <c:pt idx="691">
                  <c:v>20</c:v>
                </c:pt>
                <c:pt idx="692">
                  <c:v>4</c:v>
                </c:pt>
                <c:pt idx="693">
                  <c:v>15</c:v>
                </c:pt>
                <c:pt idx="694">
                  <c:v>45</c:v>
                </c:pt>
                <c:pt idx="695">
                  <c:v>0.1</c:v>
                </c:pt>
                <c:pt idx="696">
                  <c:v>61</c:v>
                </c:pt>
                <c:pt idx="697">
                  <c:v>55</c:v>
                </c:pt>
                <c:pt idx="698">
                  <c:v>60</c:v>
                </c:pt>
                <c:pt idx="699">
                  <c:v>15</c:v>
                </c:pt>
                <c:pt idx="700">
                  <c:v>25</c:v>
                </c:pt>
                <c:pt idx="701">
                  <c:v>75</c:v>
                </c:pt>
                <c:pt idx="702">
                  <c:v>12.5</c:v>
                </c:pt>
                <c:pt idx="703">
                  <c:v>1</c:v>
                </c:pt>
                <c:pt idx="704">
                  <c:v>40</c:v>
                </c:pt>
                <c:pt idx="705">
                  <c:v>12</c:v>
                </c:pt>
                <c:pt idx="706">
                  <c:v>2.84</c:v>
                </c:pt>
                <c:pt idx="707">
                  <c:v>30</c:v>
                </c:pt>
                <c:pt idx="708">
                  <c:v>40</c:v>
                </c:pt>
                <c:pt idx="709">
                  <c:v>14.4</c:v>
                </c:pt>
                <c:pt idx="710">
                  <c:v>17</c:v>
                </c:pt>
                <c:pt idx="711">
                  <c:v>1.4</c:v>
                </c:pt>
                <c:pt idx="712">
                  <c:v>15</c:v>
                </c:pt>
                <c:pt idx="713">
                  <c:v>1</c:v>
                </c:pt>
                <c:pt idx="714">
                  <c:v>20</c:v>
                </c:pt>
                <c:pt idx="715">
                  <c:v>35</c:v>
                </c:pt>
                <c:pt idx="716">
                  <c:v>45</c:v>
                </c:pt>
                <c:pt idx="717">
                  <c:v>8.9</c:v>
                </c:pt>
                <c:pt idx="718">
                  <c:v>15.7</c:v>
                </c:pt>
                <c:pt idx="719">
                  <c:v>8</c:v>
                </c:pt>
                <c:pt idx="720">
                  <c:v>35</c:v>
                </c:pt>
                <c:pt idx="721">
                  <c:v>26</c:v>
                </c:pt>
                <c:pt idx="722">
                  <c:v>12</c:v>
                </c:pt>
                <c:pt idx="723">
                  <c:v>12</c:v>
                </c:pt>
                <c:pt idx="724">
                  <c:v>40</c:v>
                </c:pt>
                <c:pt idx="725">
                  <c:v>25</c:v>
                </c:pt>
                <c:pt idx="726">
                  <c:v>42</c:v>
                </c:pt>
                <c:pt idx="727">
                  <c:v>2.5</c:v>
                </c:pt>
                <c:pt idx="728">
                  <c:v>20</c:v>
                </c:pt>
                <c:pt idx="729">
                  <c:v>2</c:v>
                </c:pt>
                <c:pt idx="730">
                  <c:v>5</c:v>
                </c:pt>
                <c:pt idx="731">
                  <c:v>13</c:v>
                </c:pt>
                <c:pt idx="732">
                  <c:v>9</c:v>
                </c:pt>
                <c:pt idx="733">
                  <c:v>40</c:v>
                </c:pt>
                <c:pt idx="734">
                  <c:v>3.5</c:v>
                </c:pt>
                <c:pt idx="735">
                  <c:v>3</c:v>
                </c:pt>
                <c:pt idx="736">
                  <c:v>2</c:v>
                </c:pt>
                <c:pt idx="737">
                  <c:v>20.5</c:v>
                </c:pt>
                <c:pt idx="738">
                  <c:v>10</c:v>
                </c:pt>
                <c:pt idx="739">
                  <c:v>50</c:v>
                </c:pt>
                <c:pt idx="740">
                  <c:v>2</c:v>
                </c:pt>
                <c:pt idx="741">
                  <c:v>10</c:v>
                </c:pt>
                <c:pt idx="742">
                  <c:v>7</c:v>
                </c:pt>
                <c:pt idx="743">
                  <c:v>5.5</c:v>
                </c:pt>
                <c:pt idx="744">
                  <c:v>0.75</c:v>
                </c:pt>
                <c:pt idx="745">
                  <c:v>2</c:v>
                </c:pt>
                <c:pt idx="746">
                  <c:v>2</c:v>
                </c:pt>
                <c:pt idx="747">
                  <c:v>0.103</c:v>
                </c:pt>
                <c:pt idx="748">
                  <c:v>12</c:v>
                </c:pt>
                <c:pt idx="749">
                  <c:v>0.85</c:v>
                </c:pt>
                <c:pt idx="750">
                  <c:v>2.5</c:v>
                </c:pt>
                <c:pt idx="751">
                  <c:v>2.17627</c:v>
                </c:pt>
                <c:pt idx="752">
                  <c:v>9</c:v>
                </c:pt>
                <c:pt idx="753">
                  <c:v>17</c:v>
                </c:pt>
                <c:pt idx="754">
                  <c:v>65</c:v>
                </c:pt>
                <c:pt idx="755">
                  <c:v>8.391922</c:v>
                </c:pt>
                <c:pt idx="756">
                  <c:v>11</c:v>
                </c:pt>
                <c:pt idx="757">
                  <c:v>30</c:v>
                </c:pt>
                <c:pt idx="758">
                  <c:v>4.5</c:v>
                </c:pt>
                <c:pt idx="759">
                  <c:v>5</c:v>
                </c:pt>
                <c:pt idx="760">
                  <c:v>0.3</c:v>
                </c:pt>
                <c:pt idx="761">
                  <c:v>35</c:v>
                </c:pt>
                <c:pt idx="762">
                  <c:v>1</c:v>
                </c:pt>
                <c:pt idx="763">
                  <c:v>4.437508</c:v>
                </c:pt>
                <c:pt idx="764">
                  <c:v>2.581561</c:v>
                </c:pt>
                <c:pt idx="765">
                  <c:v>8</c:v>
                </c:pt>
                <c:pt idx="766">
                  <c:v>25</c:v>
                </c:pt>
                <c:pt idx="767">
                  <c:v>11</c:v>
                </c:pt>
                <c:pt idx="768">
                  <c:v>15.4</c:v>
                </c:pt>
                <c:pt idx="769">
                  <c:v>11</c:v>
                </c:pt>
                <c:pt idx="770">
                  <c:v>1.8</c:v>
                </c:pt>
                <c:pt idx="771">
                  <c:v>5.99</c:v>
                </c:pt>
                <c:pt idx="772">
                  <c:v>5</c:v>
                </c:pt>
                <c:pt idx="773">
                  <c:v>6.629445</c:v>
                </c:pt>
                <c:pt idx="774">
                  <c:v>4</c:v>
                </c:pt>
                <c:pt idx="775">
                  <c:v>12</c:v>
                </c:pt>
                <c:pt idx="776">
                  <c:v>20</c:v>
                </c:pt>
                <c:pt idx="777">
                  <c:v>16</c:v>
                </c:pt>
                <c:pt idx="778">
                  <c:v>4</c:v>
                </c:pt>
                <c:pt idx="779">
                  <c:v>0.5</c:v>
                </c:pt>
                <c:pt idx="780">
                  <c:v>14</c:v>
                </c:pt>
                <c:pt idx="781">
                  <c:v>10.75</c:v>
                </c:pt>
                <c:pt idx="782">
                  <c:v>5</c:v>
                </c:pt>
                <c:pt idx="783">
                  <c:v>6.7</c:v>
                </c:pt>
                <c:pt idx="784">
                  <c:v>3.7305</c:v>
                </c:pt>
                <c:pt idx="785">
                  <c:v>6.087315</c:v>
                </c:pt>
                <c:pt idx="786">
                  <c:v>3.8</c:v>
                </c:pt>
                <c:pt idx="787">
                  <c:v>27.563396</c:v>
                </c:pt>
                <c:pt idx="788">
                  <c:v>0.587211</c:v>
                </c:pt>
                <c:pt idx="789">
                  <c:v>2.5</c:v>
                </c:pt>
                <c:pt idx="790">
                  <c:v>6.3</c:v>
                </c:pt>
                <c:pt idx="791">
                  <c:v>12.7</c:v>
                </c:pt>
                <c:pt idx="792">
                  <c:v>14</c:v>
                </c:pt>
                <c:pt idx="793">
                  <c:v>3</c:v>
                </c:pt>
                <c:pt idx="794">
                  <c:v>14</c:v>
                </c:pt>
                <c:pt idx="795">
                  <c:v>2.2</c:v>
                </c:pt>
                <c:pt idx="796">
                  <c:v>15.5</c:v>
                </c:pt>
                <c:pt idx="797">
                  <c:v>5</c:v>
                </c:pt>
                <c:pt idx="798">
                  <c:v>10</c:v>
                </c:pt>
                <c:pt idx="799">
                  <c:v>4.62</c:v>
                </c:pt>
                <c:pt idx="800">
                  <c:v>25</c:v>
                </c:pt>
                <c:pt idx="801">
                  <c:v>1.5</c:v>
                </c:pt>
                <c:pt idx="802">
                  <c:v>5</c:v>
                </c:pt>
                <c:pt idx="803">
                  <c:v>10</c:v>
                </c:pt>
                <c:pt idx="804">
                  <c:v>4.8</c:v>
                </c:pt>
                <c:pt idx="805">
                  <c:v>26.35</c:v>
                </c:pt>
                <c:pt idx="806">
                  <c:v>12</c:v>
                </c:pt>
                <c:pt idx="807">
                  <c:v>7.3</c:v>
                </c:pt>
                <c:pt idx="808">
                  <c:v>9.4</c:v>
                </c:pt>
                <c:pt idx="809">
                  <c:v>6.453637</c:v>
                </c:pt>
                <c:pt idx="810">
                  <c:v>6</c:v>
                </c:pt>
                <c:pt idx="811">
                  <c:v>5</c:v>
                </c:pt>
                <c:pt idx="812">
                  <c:v>6.071922</c:v>
                </c:pt>
                <c:pt idx="813">
                  <c:v>8.7</c:v>
                </c:pt>
                <c:pt idx="814">
                  <c:v>1.2</c:v>
                </c:pt>
                <c:pt idx="815">
                  <c:v>7.64816</c:v>
                </c:pt>
                <c:pt idx="816">
                  <c:v>25.496629</c:v>
                </c:pt>
                <c:pt idx="817">
                  <c:v>10.495</c:v>
                </c:pt>
                <c:pt idx="818">
                  <c:v>0.095</c:v>
                </c:pt>
                <c:pt idx="819">
                  <c:v>6.8435</c:v>
                </c:pt>
                <c:pt idx="820">
                  <c:v>12</c:v>
                </c:pt>
                <c:pt idx="821">
                  <c:v>5.1</c:v>
                </c:pt>
                <c:pt idx="822">
                  <c:v>8</c:v>
                </c:pt>
                <c:pt idx="823">
                  <c:v>1.67</c:v>
                </c:pt>
                <c:pt idx="824">
                  <c:v>6.5</c:v>
                </c:pt>
                <c:pt idx="825">
                  <c:v>15</c:v>
                </c:pt>
                <c:pt idx="826">
                  <c:v>3.5</c:v>
                </c:pt>
                <c:pt idx="827">
                  <c:v>0.5</c:v>
                </c:pt>
                <c:pt idx="828">
                  <c:v>13</c:v>
                </c:pt>
                <c:pt idx="829">
                  <c:v>20</c:v>
                </c:pt>
                <c:pt idx="830">
                  <c:v>2</c:v>
                </c:pt>
                <c:pt idx="831">
                  <c:v>0.5</c:v>
                </c:pt>
                <c:pt idx="832">
                  <c:v>1</c:v>
                </c:pt>
                <c:pt idx="833">
                  <c:v>6.3</c:v>
                </c:pt>
                <c:pt idx="834">
                  <c:v>5.57975</c:v>
                </c:pt>
                <c:pt idx="835">
                  <c:v>2.006871</c:v>
                </c:pt>
                <c:pt idx="836">
                  <c:v>0.022361</c:v>
                </c:pt>
                <c:pt idx="837">
                  <c:v>2.8</c:v>
                </c:pt>
                <c:pt idx="838">
                  <c:v>12</c:v>
                </c:pt>
                <c:pt idx="839">
                  <c:v>13</c:v>
                </c:pt>
                <c:pt idx="840">
                  <c:v>100</c:v>
                </c:pt>
                <c:pt idx="841">
                  <c:v>150</c:v>
                </c:pt>
                <c:pt idx="842">
                  <c:v>46</c:v>
                </c:pt>
                <c:pt idx="843">
                  <c:v>80</c:v>
                </c:pt>
                <c:pt idx="844">
                  <c:v>200</c:v>
                </c:pt>
                <c:pt idx="845">
                  <c:v>39.2</c:v>
                </c:pt>
                <c:pt idx="846">
                  <c:v>180</c:v>
                </c:pt>
                <c:pt idx="847">
                  <c:v>250</c:v>
                </c:pt>
                <c:pt idx="848">
                  <c:v>76</c:v>
                </c:pt>
                <c:pt idx="849">
                  <c:v>130</c:v>
                </c:pt>
                <c:pt idx="850">
                  <c:v>200</c:v>
                </c:pt>
                <c:pt idx="851">
                  <c:v>170</c:v>
                </c:pt>
                <c:pt idx="852">
                  <c:v>200</c:v>
                </c:pt>
                <c:pt idx="853">
                  <c:v>135</c:v>
                </c:pt>
                <c:pt idx="854">
                  <c:v>22</c:v>
                </c:pt>
                <c:pt idx="855">
                  <c:v>103</c:v>
                </c:pt>
                <c:pt idx="856">
                  <c:v>225</c:v>
                </c:pt>
                <c:pt idx="857">
                  <c:v>12</c:v>
                </c:pt>
                <c:pt idx="858">
                  <c:v>23</c:v>
                </c:pt>
                <c:pt idx="859">
                  <c:v>130</c:v>
                </c:pt>
                <c:pt idx="860">
                  <c:v>90</c:v>
                </c:pt>
                <c:pt idx="861">
                  <c:v>3</c:v>
                </c:pt>
                <c:pt idx="862">
                  <c:v>2.35</c:v>
                </c:pt>
                <c:pt idx="863">
                  <c:v>70</c:v>
                </c:pt>
                <c:pt idx="864">
                  <c:v>4.645437</c:v>
                </c:pt>
                <c:pt idx="865">
                  <c:v>20</c:v>
                </c:pt>
                <c:pt idx="866">
                  <c:v>50</c:v>
                </c:pt>
                <c:pt idx="867">
                  <c:v>50</c:v>
                </c:pt>
                <c:pt idx="868">
                  <c:v>17</c:v>
                </c:pt>
                <c:pt idx="869">
                  <c:v>40</c:v>
                </c:pt>
                <c:pt idx="870">
                  <c:v>2.5</c:v>
                </c:pt>
                <c:pt idx="871">
                  <c:v>37</c:v>
                </c:pt>
                <c:pt idx="872">
                  <c:v>20</c:v>
                </c:pt>
                <c:pt idx="873">
                  <c:v>0.05</c:v>
                </c:pt>
                <c:pt idx="874">
                  <c:v>25</c:v>
                </c:pt>
                <c:pt idx="875">
                  <c:v>150</c:v>
                </c:pt>
                <c:pt idx="876">
                  <c:v>78</c:v>
                </c:pt>
                <c:pt idx="877">
                  <c:v>60</c:v>
                </c:pt>
                <c:pt idx="878">
                  <c:v>120</c:v>
                </c:pt>
                <c:pt idx="879">
                  <c:v>190</c:v>
                </c:pt>
                <c:pt idx="880">
                  <c:v>32</c:v>
                </c:pt>
                <c:pt idx="881">
                  <c:v>105</c:v>
                </c:pt>
                <c:pt idx="882">
                  <c:v>195</c:v>
                </c:pt>
                <c:pt idx="883">
                  <c:v>75</c:v>
                </c:pt>
                <c:pt idx="884">
                  <c:v>44</c:v>
                </c:pt>
                <c:pt idx="885">
                  <c:v>1.3</c:v>
                </c:pt>
                <c:pt idx="886">
                  <c:v>5</c:v>
                </c:pt>
                <c:pt idx="887">
                  <c:v>30</c:v>
                </c:pt>
                <c:pt idx="888">
                  <c:v>200</c:v>
                </c:pt>
                <c:pt idx="889">
                  <c:v>5</c:v>
                </c:pt>
                <c:pt idx="890">
                  <c:v>15</c:v>
                </c:pt>
                <c:pt idx="891">
                  <c:v>43</c:v>
                </c:pt>
                <c:pt idx="892">
                  <c:v>20</c:v>
                </c:pt>
                <c:pt idx="893">
                  <c:v>20</c:v>
                </c:pt>
                <c:pt idx="894">
                  <c:v>100</c:v>
                </c:pt>
                <c:pt idx="895">
                  <c:v>30</c:v>
                </c:pt>
                <c:pt idx="896">
                  <c:v>55</c:v>
                </c:pt>
                <c:pt idx="897">
                  <c:v>4.3</c:v>
                </c:pt>
                <c:pt idx="898">
                  <c:v>5</c:v>
                </c:pt>
                <c:pt idx="899">
                  <c:v>92</c:v>
                </c:pt>
                <c:pt idx="900">
                  <c:v>6</c:v>
                </c:pt>
                <c:pt idx="901">
                  <c:v>105</c:v>
                </c:pt>
                <c:pt idx="902">
                  <c:v>61</c:v>
                </c:pt>
                <c:pt idx="903">
                  <c:v>38</c:v>
                </c:pt>
                <c:pt idx="904">
                  <c:v>115</c:v>
                </c:pt>
                <c:pt idx="905">
                  <c:v>35</c:v>
                </c:pt>
                <c:pt idx="906">
                  <c:v>21</c:v>
                </c:pt>
                <c:pt idx="907">
                  <c:v>84</c:v>
                </c:pt>
                <c:pt idx="908">
                  <c:v>49.3</c:v>
                </c:pt>
                <c:pt idx="909">
                  <c:v>5</c:v>
                </c:pt>
                <c:pt idx="910">
                  <c:v>50</c:v>
                </c:pt>
                <c:pt idx="911">
                  <c:v>135</c:v>
                </c:pt>
                <c:pt idx="912">
                  <c:v>13</c:v>
                </c:pt>
                <c:pt idx="913">
                  <c:v>105</c:v>
                </c:pt>
                <c:pt idx="914">
                  <c:v>5</c:v>
                </c:pt>
                <c:pt idx="915">
                  <c:v>130</c:v>
                </c:pt>
                <c:pt idx="916">
                  <c:v>40</c:v>
                </c:pt>
                <c:pt idx="917">
                  <c:v>27</c:v>
                </c:pt>
                <c:pt idx="918">
                  <c:v>38</c:v>
                </c:pt>
                <c:pt idx="919">
                  <c:v>80</c:v>
                </c:pt>
                <c:pt idx="920">
                  <c:v>110</c:v>
                </c:pt>
                <c:pt idx="921">
                  <c:v>130</c:v>
                </c:pt>
                <c:pt idx="922">
                  <c:v>60</c:v>
                </c:pt>
                <c:pt idx="923">
                  <c:v>28</c:v>
                </c:pt>
                <c:pt idx="924">
                  <c:v>35</c:v>
                </c:pt>
                <c:pt idx="925">
                  <c:v>16</c:v>
                </c:pt>
                <c:pt idx="926">
                  <c:v>175</c:v>
                </c:pt>
                <c:pt idx="927">
                  <c:v>50</c:v>
                </c:pt>
                <c:pt idx="928">
                  <c:v>30</c:v>
                </c:pt>
                <c:pt idx="929">
                  <c:v>18</c:v>
                </c:pt>
                <c:pt idx="930">
                  <c:v>30</c:v>
                </c:pt>
                <c:pt idx="931">
                  <c:v>25</c:v>
                </c:pt>
                <c:pt idx="932">
                  <c:v>40</c:v>
                </c:pt>
                <c:pt idx="933">
                  <c:v>30</c:v>
                </c:pt>
                <c:pt idx="934">
                  <c:v>30</c:v>
                </c:pt>
                <c:pt idx="935">
                  <c:v>1</c:v>
                </c:pt>
                <c:pt idx="936">
                  <c:v>215</c:v>
                </c:pt>
                <c:pt idx="937">
                  <c:v>35</c:v>
                </c:pt>
                <c:pt idx="938">
                  <c:v>2.5</c:v>
                </c:pt>
                <c:pt idx="939">
                  <c:v>55</c:v>
                </c:pt>
                <c:pt idx="940">
                  <c:v>33</c:v>
                </c:pt>
                <c:pt idx="941">
                  <c:v>3.5</c:v>
                </c:pt>
                <c:pt idx="942">
                  <c:v>30</c:v>
                </c:pt>
                <c:pt idx="943">
                  <c:v>12</c:v>
                </c:pt>
                <c:pt idx="944">
                  <c:v>19</c:v>
                </c:pt>
                <c:pt idx="945">
                  <c:v>10</c:v>
                </c:pt>
                <c:pt idx="946">
                  <c:v>13.5</c:v>
                </c:pt>
                <c:pt idx="947">
                  <c:v>3</c:v>
                </c:pt>
                <c:pt idx="948">
                  <c:v>28</c:v>
                </c:pt>
                <c:pt idx="949">
                  <c:v>38.6</c:v>
                </c:pt>
                <c:pt idx="950">
                  <c:v>2</c:v>
                </c:pt>
                <c:pt idx="951">
                  <c:v>10</c:v>
                </c:pt>
                <c:pt idx="952">
                  <c:v>15</c:v>
                </c:pt>
                <c:pt idx="953">
                  <c:v>30</c:v>
                </c:pt>
                <c:pt idx="954">
                  <c:v>9.2</c:v>
                </c:pt>
                <c:pt idx="955">
                  <c:v>16</c:v>
                </c:pt>
                <c:pt idx="956">
                  <c:v>5</c:v>
                </c:pt>
                <c:pt idx="957">
                  <c:v>20</c:v>
                </c:pt>
                <c:pt idx="958">
                  <c:v>19.5</c:v>
                </c:pt>
                <c:pt idx="959">
                  <c:v>90</c:v>
                </c:pt>
                <c:pt idx="960">
                  <c:v>10.6</c:v>
                </c:pt>
                <c:pt idx="961">
                  <c:v>5.5</c:v>
                </c:pt>
                <c:pt idx="962">
                  <c:v>22</c:v>
                </c:pt>
                <c:pt idx="963">
                  <c:v>35</c:v>
                </c:pt>
                <c:pt idx="964">
                  <c:v>35</c:v>
                </c:pt>
                <c:pt idx="965">
                  <c:v>12</c:v>
                </c:pt>
                <c:pt idx="966">
                  <c:v>20</c:v>
                </c:pt>
                <c:pt idx="967">
                  <c:v>8</c:v>
                </c:pt>
                <c:pt idx="968">
                  <c:v>36</c:v>
                </c:pt>
                <c:pt idx="969">
                  <c:v>34</c:v>
                </c:pt>
                <c:pt idx="970">
                  <c:v>7</c:v>
                </c:pt>
                <c:pt idx="971">
                  <c:v>5</c:v>
                </c:pt>
                <c:pt idx="972">
                  <c:v>10</c:v>
                </c:pt>
                <c:pt idx="973">
                  <c:v>1.4</c:v>
                </c:pt>
                <c:pt idx="974">
                  <c:v>19.7</c:v>
                </c:pt>
                <c:pt idx="975">
                  <c:v>60</c:v>
                </c:pt>
                <c:pt idx="976">
                  <c:v>28</c:v>
                </c:pt>
                <c:pt idx="977">
                  <c:v>9</c:v>
                </c:pt>
                <c:pt idx="978">
                  <c:v>25</c:v>
                </c:pt>
                <c:pt idx="979">
                  <c:v>5.6</c:v>
                </c:pt>
                <c:pt idx="980">
                  <c:v>35</c:v>
                </c:pt>
                <c:pt idx="981">
                  <c:v>2.9</c:v>
                </c:pt>
                <c:pt idx="982">
                  <c:v>13</c:v>
                </c:pt>
                <c:pt idx="983">
                  <c:v>11</c:v>
                </c:pt>
                <c:pt idx="984">
                  <c:v>12</c:v>
                </c:pt>
                <c:pt idx="985">
                  <c:v>6.5</c:v>
                </c:pt>
                <c:pt idx="986">
                  <c:v>9.25</c:v>
                </c:pt>
                <c:pt idx="987">
                  <c:v>1.5</c:v>
                </c:pt>
                <c:pt idx="988">
                  <c:v>22</c:v>
                </c:pt>
                <c:pt idx="989">
                  <c:v>17</c:v>
                </c:pt>
                <c:pt idx="990">
                  <c:v>5.65</c:v>
                </c:pt>
                <c:pt idx="991">
                  <c:v>0.1</c:v>
                </c:pt>
                <c:pt idx="992">
                  <c:v>7</c:v>
                </c:pt>
                <c:pt idx="993">
                  <c:v>27.22</c:v>
                </c:pt>
                <c:pt idx="994">
                  <c:v>18</c:v>
                </c:pt>
                <c:pt idx="995">
                  <c:v>15</c:v>
                </c:pt>
                <c:pt idx="996">
                  <c:v>4</c:v>
                </c:pt>
                <c:pt idx="997">
                  <c:v>12</c:v>
                </c:pt>
                <c:pt idx="998">
                  <c:v>35</c:v>
                </c:pt>
                <c:pt idx="999">
                  <c:v>1.5</c:v>
                </c:pt>
                <c:pt idx="1000">
                  <c:v>8</c:v>
                </c:pt>
                <c:pt idx="1001">
                  <c:v>1.5</c:v>
                </c:pt>
                <c:pt idx="1002">
                  <c:v>10</c:v>
                </c:pt>
                <c:pt idx="1003">
                  <c:v>11</c:v>
                </c:pt>
                <c:pt idx="1004">
                  <c:v>11</c:v>
                </c:pt>
                <c:pt idx="1005">
                  <c:v>25</c:v>
                </c:pt>
                <c:pt idx="1006">
                  <c:v>25</c:v>
                </c:pt>
                <c:pt idx="1007">
                  <c:v>4.357373</c:v>
                </c:pt>
                <c:pt idx="1008">
                  <c:v>4.6</c:v>
                </c:pt>
                <c:pt idx="1009">
                  <c:v>0.25</c:v>
                </c:pt>
                <c:pt idx="1010">
                  <c:v>23</c:v>
                </c:pt>
                <c:pt idx="1011">
                  <c:v>26</c:v>
                </c:pt>
                <c:pt idx="1012">
                  <c:v>35</c:v>
                </c:pt>
                <c:pt idx="1013">
                  <c:v>30</c:v>
                </c:pt>
                <c:pt idx="1014">
                  <c:v>25</c:v>
                </c:pt>
                <c:pt idx="1015">
                  <c:v>56</c:v>
                </c:pt>
                <c:pt idx="1016">
                  <c:v>18</c:v>
                </c:pt>
                <c:pt idx="1017">
                  <c:v>28</c:v>
                </c:pt>
                <c:pt idx="1018">
                  <c:v>15</c:v>
                </c:pt>
                <c:pt idx="1019">
                  <c:v>15</c:v>
                </c:pt>
                <c:pt idx="1020">
                  <c:v>11.3</c:v>
                </c:pt>
                <c:pt idx="1021">
                  <c:v>10.9</c:v>
                </c:pt>
                <c:pt idx="1022">
                  <c:v>10</c:v>
                </c:pt>
                <c:pt idx="1023">
                  <c:v>0.5</c:v>
                </c:pt>
                <c:pt idx="1024">
                  <c:v>20</c:v>
                </c:pt>
                <c:pt idx="1025">
                  <c:v>1.5</c:v>
                </c:pt>
                <c:pt idx="1026">
                  <c:v>12</c:v>
                </c:pt>
                <c:pt idx="1027">
                  <c:v>8.5</c:v>
                </c:pt>
                <c:pt idx="1028">
                  <c:v>7.7</c:v>
                </c:pt>
                <c:pt idx="1029">
                  <c:v>0.9</c:v>
                </c:pt>
                <c:pt idx="1030">
                  <c:v>4</c:v>
                </c:pt>
                <c:pt idx="1031">
                  <c:v>7</c:v>
                </c:pt>
                <c:pt idx="1032">
                  <c:v>13</c:v>
                </c:pt>
                <c:pt idx="1033">
                  <c:v>25.5</c:v>
                </c:pt>
                <c:pt idx="1034">
                  <c:v>35</c:v>
                </c:pt>
                <c:pt idx="1035">
                  <c:v>4.8</c:v>
                </c:pt>
                <c:pt idx="1036">
                  <c:v>7</c:v>
                </c:pt>
                <c:pt idx="1037">
                  <c:v>40</c:v>
                </c:pt>
                <c:pt idx="1038">
                  <c:v>20</c:v>
                </c:pt>
                <c:pt idx="1039">
                  <c:v>7.7</c:v>
                </c:pt>
                <c:pt idx="1040">
                  <c:v>10</c:v>
                </c:pt>
                <c:pt idx="1041">
                  <c:v>9</c:v>
                </c:pt>
                <c:pt idx="1042">
                  <c:v>37</c:v>
                </c:pt>
                <c:pt idx="1043">
                  <c:v>1</c:v>
                </c:pt>
                <c:pt idx="1044">
                  <c:v>20</c:v>
                </c:pt>
                <c:pt idx="1045">
                  <c:v>12</c:v>
                </c:pt>
                <c:pt idx="1046">
                  <c:v>18</c:v>
                </c:pt>
                <c:pt idx="1047">
                  <c:v>8.2</c:v>
                </c:pt>
                <c:pt idx="1048">
                  <c:v>4</c:v>
                </c:pt>
                <c:pt idx="1049">
                  <c:v>18</c:v>
                </c:pt>
                <c:pt idx="1050">
                  <c:v>3.4</c:v>
                </c:pt>
                <c:pt idx="1051">
                  <c:v>13</c:v>
                </c:pt>
                <c:pt idx="1052">
                  <c:v>5</c:v>
                </c:pt>
                <c:pt idx="1053">
                  <c:v>0.75</c:v>
                </c:pt>
                <c:pt idx="1054">
                  <c:v>5</c:v>
                </c:pt>
                <c:pt idx="1055">
                  <c:v>5</c:v>
                </c:pt>
                <c:pt idx="1056">
                  <c:v>20</c:v>
                </c:pt>
                <c:pt idx="1057">
                  <c:v>1</c:v>
                </c:pt>
                <c:pt idx="1058">
                  <c:v>8.5</c:v>
                </c:pt>
                <c:pt idx="1059">
                  <c:v>7</c:v>
                </c:pt>
                <c:pt idx="1060">
                  <c:v>6</c:v>
                </c:pt>
                <c:pt idx="1061">
                  <c:v>2.35</c:v>
                </c:pt>
                <c:pt idx="1062">
                  <c:v>9.5</c:v>
                </c:pt>
                <c:pt idx="1063">
                  <c:v>15</c:v>
                </c:pt>
                <c:pt idx="1064">
                  <c:v>5</c:v>
                </c:pt>
                <c:pt idx="1065">
                  <c:v>8.5</c:v>
                </c:pt>
                <c:pt idx="1066">
                  <c:v>4</c:v>
                </c:pt>
                <c:pt idx="1067">
                  <c:v>13</c:v>
                </c:pt>
                <c:pt idx="1068">
                  <c:v>0.1</c:v>
                </c:pt>
                <c:pt idx="1069">
                  <c:v>0.3</c:v>
                </c:pt>
                <c:pt idx="1070">
                  <c:v>4.6</c:v>
                </c:pt>
                <c:pt idx="1071">
                  <c:v>18</c:v>
                </c:pt>
                <c:pt idx="1072">
                  <c:v>4.9</c:v>
                </c:pt>
                <c:pt idx="1073">
                  <c:v>15.6</c:v>
                </c:pt>
                <c:pt idx="1074">
                  <c:v>1.7</c:v>
                </c:pt>
                <c:pt idx="1075">
                  <c:v>6</c:v>
                </c:pt>
                <c:pt idx="1076">
                  <c:v>17</c:v>
                </c:pt>
                <c:pt idx="1077">
                  <c:v>4</c:v>
                </c:pt>
                <c:pt idx="1078">
                  <c:v>2.15928</c:v>
                </c:pt>
                <c:pt idx="1079">
                  <c:v>4</c:v>
                </c:pt>
                <c:pt idx="1080">
                  <c:v>16.04077</c:v>
                </c:pt>
                <c:pt idx="1081">
                  <c:v>7.1</c:v>
                </c:pt>
                <c:pt idx="1082">
                  <c:v>11</c:v>
                </c:pt>
                <c:pt idx="1083">
                  <c:v>6.5</c:v>
                </c:pt>
                <c:pt idx="1084">
                  <c:v>10</c:v>
                </c:pt>
                <c:pt idx="1085">
                  <c:v>7.5</c:v>
                </c:pt>
                <c:pt idx="1086">
                  <c:v>1.8</c:v>
                </c:pt>
                <c:pt idx="1087">
                  <c:v>2</c:v>
                </c:pt>
                <c:pt idx="1088">
                  <c:v>1</c:v>
                </c:pt>
                <c:pt idx="1089">
                  <c:v>1</c:v>
                </c:pt>
                <c:pt idx="1090">
                  <c:v>5.4</c:v>
                </c:pt>
                <c:pt idx="1091">
                  <c:v>2</c:v>
                </c:pt>
                <c:pt idx="1092">
                  <c:v>8</c:v>
                </c:pt>
                <c:pt idx="1093">
                  <c:v>1.9</c:v>
                </c:pt>
                <c:pt idx="1094">
                  <c:v>10</c:v>
                </c:pt>
                <c:pt idx="1095">
                  <c:v>0.3</c:v>
                </c:pt>
                <c:pt idx="1096">
                  <c:v>160</c:v>
                </c:pt>
                <c:pt idx="1097">
                  <c:v>25</c:v>
                </c:pt>
                <c:pt idx="1098">
                  <c:v>5.112027</c:v>
                </c:pt>
                <c:pt idx="1099">
                  <c:v>3</c:v>
                </c:pt>
                <c:pt idx="1100">
                  <c:v>2.32</c:v>
                </c:pt>
                <c:pt idx="1101">
                  <c:v>2</c:v>
                </c:pt>
                <c:pt idx="1102">
                  <c:v>13.8985</c:v>
                </c:pt>
                <c:pt idx="1103">
                  <c:v>6.4</c:v>
                </c:pt>
                <c:pt idx="1104">
                  <c:v>1.2</c:v>
                </c:pt>
                <c:pt idx="1105">
                  <c:v>4.881</c:v>
                </c:pt>
                <c:pt idx="1106">
                  <c:v>5</c:v>
                </c:pt>
                <c:pt idx="1107">
                  <c:v>0.108</c:v>
                </c:pt>
                <c:pt idx="1108">
                  <c:v>1.052753</c:v>
                </c:pt>
                <c:pt idx="1109">
                  <c:v>3.3</c:v>
                </c:pt>
                <c:pt idx="1110">
                  <c:v>0.7</c:v>
                </c:pt>
                <c:pt idx="1111">
                  <c:v>0.97</c:v>
                </c:pt>
                <c:pt idx="1112">
                  <c:v>120</c:v>
                </c:pt>
                <c:pt idx="1113">
                  <c:v>1.75</c:v>
                </c:pt>
                <c:pt idx="1114">
                  <c:v>2.7</c:v>
                </c:pt>
                <c:pt idx="1115">
                  <c:v>5</c:v>
                </c:pt>
                <c:pt idx="1116">
                  <c:v>1</c:v>
                </c:pt>
                <c:pt idx="1117">
                  <c:v>15</c:v>
                </c:pt>
                <c:pt idx="1118">
                  <c:v>15</c:v>
                </c:pt>
                <c:pt idx="1119">
                  <c:v>1.2</c:v>
                </c:pt>
                <c:pt idx="1120">
                  <c:v>0.06</c:v>
                </c:pt>
                <c:pt idx="1121">
                  <c:v>4</c:v>
                </c:pt>
                <c:pt idx="1122">
                  <c:v>15</c:v>
                </c:pt>
                <c:pt idx="1123">
                  <c:v>2</c:v>
                </c:pt>
                <c:pt idx="1124">
                  <c:v>165</c:v>
                </c:pt>
                <c:pt idx="1125">
                  <c:v>34</c:v>
                </c:pt>
                <c:pt idx="1126">
                  <c:v>250</c:v>
                </c:pt>
                <c:pt idx="1127">
                  <c:v>55</c:v>
                </c:pt>
                <c:pt idx="1128">
                  <c:v>165</c:v>
                </c:pt>
                <c:pt idx="1129">
                  <c:v>68</c:v>
                </c:pt>
                <c:pt idx="1130">
                  <c:v>125</c:v>
                </c:pt>
                <c:pt idx="1131">
                  <c:v>3.3</c:v>
                </c:pt>
                <c:pt idx="1132">
                  <c:v>170</c:v>
                </c:pt>
                <c:pt idx="1133">
                  <c:v>61</c:v>
                </c:pt>
                <c:pt idx="1134">
                  <c:v>4</c:v>
                </c:pt>
                <c:pt idx="1135">
                  <c:v>178</c:v>
                </c:pt>
                <c:pt idx="1136">
                  <c:v>200</c:v>
                </c:pt>
                <c:pt idx="1137">
                  <c:v>210</c:v>
                </c:pt>
                <c:pt idx="1138">
                  <c:v>55</c:v>
                </c:pt>
                <c:pt idx="1139">
                  <c:v>125</c:v>
                </c:pt>
                <c:pt idx="1140">
                  <c:v>145</c:v>
                </c:pt>
                <c:pt idx="1141">
                  <c:v>48</c:v>
                </c:pt>
                <c:pt idx="1142">
                  <c:v>132</c:v>
                </c:pt>
                <c:pt idx="1143">
                  <c:v>85</c:v>
                </c:pt>
                <c:pt idx="1144">
                  <c:v>180</c:v>
                </c:pt>
                <c:pt idx="1145">
                  <c:v>14</c:v>
                </c:pt>
                <c:pt idx="1146">
                  <c:v>40</c:v>
                </c:pt>
                <c:pt idx="1147">
                  <c:v>58.8</c:v>
                </c:pt>
                <c:pt idx="1148">
                  <c:v>250</c:v>
                </c:pt>
                <c:pt idx="1149">
                  <c:v>170</c:v>
                </c:pt>
                <c:pt idx="1150">
                  <c:v>20</c:v>
                </c:pt>
                <c:pt idx="1151">
                  <c:v>0.75</c:v>
                </c:pt>
                <c:pt idx="1152">
                  <c:v>2</c:v>
                </c:pt>
                <c:pt idx="1153">
                  <c:v>50</c:v>
                </c:pt>
                <c:pt idx="1154">
                  <c:v>6.5</c:v>
                </c:pt>
                <c:pt idx="1155">
                  <c:v>40</c:v>
                </c:pt>
                <c:pt idx="1156">
                  <c:v>140</c:v>
                </c:pt>
                <c:pt idx="1157">
                  <c:v>160</c:v>
                </c:pt>
                <c:pt idx="1158">
                  <c:v>8.5</c:v>
                </c:pt>
                <c:pt idx="1159">
                  <c:v>30</c:v>
                </c:pt>
                <c:pt idx="1160">
                  <c:v>100</c:v>
                </c:pt>
                <c:pt idx="1161">
                  <c:v>95</c:v>
                </c:pt>
                <c:pt idx="1162">
                  <c:v>14</c:v>
                </c:pt>
                <c:pt idx="1163">
                  <c:v>127</c:v>
                </c:pt>
                <c:pt idx="1164">
                  <c:v>5.5</c:v>
                </c:pt>
                <c:pt idx="1165">
                  <c:v>50</c:v>
                </c:pt>
                <c:pt idx="1166">
                  <c:v>18</c:v>
                </c:pt>
                <c:pt idx="1167">
                  <c:v>170</c:v>
                </c:pt>
                <c:pt idx="1168">
                  <c:v>110</c:v>
                </c:pt>
                <c:pt idx="1169">
                  <c:v>60</c:v>
                </c:pt>
                <c:pt idx="1170">
                  <c:v>9</c:v>
                </c:pt>
                <c:pt idx="1171">
                  <c:v>65</c:v>
                </c:pt>
                <c:pt idx="1172">
                  <c:v>44</c:v>
                </c:pt>
                <c:pt idx="1173">
                  <c:v>103</c:v>
                </c:pt>
                <c:pt idx="1174">
                  <c:v>66</c:v>
                </c:pt>
                <c:pt idx="1175">
                  <c:v>17</c:v>
                </c:pt>
                <c:pt idx="1176">
                  <c:v>5</c:v>
                </c:pt>
                <c:pt idx="1177">
                  <c:v>65</c:v>
                </c:pt>
                <c:pt idx="1178">
                  <c:v>40</c:v>
                </c:pt>
                <c:pt idx="1179">
                  <c:v>35</c:v>
                </c:pt>
                <c:pt idx="1180">
                  <c:v>16</c:v>
                </c:pt>
                <c:pt idx="1181">
                  <c:v>4.5</c:v>
                </c:pt>
                <c:pt idx="1182">
                  <c:v>40</c:v>
                </c:pt>
                <c:pt idx="1183">
                  <c:v>40</c:v>
                </c:pt>
                <c:pt idx="1184">
                  <c:v>13.3</c:v>
                </c:pt>
                <c:pt idx="1185">
                  <c:v>33</c:v>
                </c:pt>
                <c:pt idx="1186">
                  <c:v>60</c:v>
                </c:pt>
                <c:pt idx="1187">
                  <c:v>40</c:v>
                </c:pt>
                <c:pt idx="1188">
                  <c:v>15</c:v>
                </c:pt>
                <c:pt idx="1189">
                  <c:v>42</c:v>
                </c:pt>
                <c:pt idx="1190">
                  <c:v>5</c:v>
                </c:pt>
                <c:pt idx="1191">
                  <c:v>125</c:v>
                </c:pt>
                <c:pt idx="1192">
                  <c:v>95</c:v>
                </c:pt>
                <c:pt idx="1193">
                  <c:v>12.6</c:v>
                </c:pt>
                <c:pt idx="1194">
                  <c:v>15</c:v>
                </c:pt>
                <c:pt idx="1195">
                  <c:v>14</c:v>
                </c:pt>
                <c:pt idx="1196">
                  <c:v>145</c:v>
                </c:pt>
                <c:pt idx="1197">
                  <c:v>28</c:v>
                </c:pt>
                <c:pt idx="1198">
                  <c:v>3</c:v>
                </c:pt>
                <c:pt idx="1199">
                  <c:v>5</c:v>
                </c:pt>
                <c:pt idx="1200">
                  <c:v>12</c:v>
                </c:pt>
                <c:pt idx="1201">
                  <c:v>45</c:v>
                </c:pt>
                <c:pt idx="1202">
                  <c:v>25</c:v>
                </c:pt>
                <c:pt idx="1203">
                  <c:v>60</c:v>
                </c:pt>
                <c:pt idx="1204">
                  <c:v>65</c:v>
                </c:pt>
                <c:pt idx="1205">
                  <c:v>120</c:v>
                </c:pt>
                <c:pt idx="1206">
                  <c:v>40</c:v>
                </c:pt>
                <c:pt idx="1207">
                  <c:v>100</c:v>
                </c:pt>
                <c:pt idx="1208">
                  <c:v>25</c:v>
                </c:pt>
                <c:pt idx="1209">
                  <c:v>8</c:v>
                </c:pt>
                <c:pt idx="1210">
                  <c:v>18</c:v>
                </c:pt>
                <c:pt idx="1211">
                  <c:v>20</c:v>
                </c:pt>
                <c:pt idx="1212">
                  <c:v>50</c:v>
                </c:pt>
                <c:pt idx="1213">
                  <c:v>11</c:v>
                </c:pt>
                <c:pt idx="1214">
                  <c:v>26</c:v>
                </c:pt>
                <c:pt idx="1215">
                  <c:v>100</c:v>
                </c:pt>
                <c:pt idx="1216">
                  <c:v>50</c:v>
                </c:pt>
                <c:pt idx="1217">
                  <c:v>22</c:v>
                </c:pt>
                <c:pt idx="1218">
                  <c:v>70</c:v>
                </c:pt>
                <c:pt idx="1219">
                  <c:v>30</c:v>
                </c:pt>
                <c:pt idx="1220">
                  <c:v>3</c:v>
                </c:pt>
                <c:pt idx="1221">
                  <c:v>5</c:v>
                </c:pt>
                <c:pt idx="1222">
                  <c:v>22</c:v>
                </c:pt>
                <c:pt idx="1223">
                  <c:v>20</c:v>
                </c:pt>
                <c:pt idx="1224">
                  <c:v>82</c:v>
                </c:pt>
                <c:pt idx="1225">
                  <c:v>7</c:v>
                </c:pt>
                <c:pt idx="1226">
                  <c:v>13.2</c:v>
                </c:pt>
                <c:pt idx="1227">
                  <c:v>11</c:v>
                </c:pt>
                <c:pt idx="1228">
                  <c:v>18</c:v>
                </c:pt>
                <c:pt idx="1229">
                  <c:v>20</c:v>
                </c:pt>
                <c:pt idx="1230">
                  <c:v>28</c:v>
                </c:pt>
                <c:pt idx="1231">
                  <c:v>17</c:v>
                </c:pt>
                <c:pt idx="1232">
                  <c:v>50</c:v>
                </c:pt>
                <c:pt idx="1233">
                  <c:v>25</c:v>
                </c:pt>
                <c:pt idx="1234">
                  <c:v>5</c:v>
                </c:pt>
                <c:pt idx="1235">
                  <c:v>50</c:v>
                </c:pt>
                <c:pt idx="1236">
                  <c:v>19.8</c:v>
                </c:pt>
                <c:pt idx="1237">
                  <c:v>17</c:v>
                </c:pt>
                <c:pt idx="1238">
                  <c:v>13</c:v>
                </c:pt>
                <c:pt idx="1239">
                  <c:v>5</c:v>
                </c:pt>
                <c:pt idx="1240">
                  <c:v>4</c:v>
                </c:pt>
                <c:pt idx="1241">
                  <c:v>4</c:v>
                </c:pt>
                <c:pt idx="1242">
                  <c:v>0.42</c:v>
                </c:pt>
                <c:pt idx="1243">
                  <c:v>28</c:v>
                </c:pt>
                <c:pt idx="1244">
                  <c:v>9.5</c:v>
                </c:pt>
                <c:pt idx="1245">
                  <c:v>4</c:v>
                </c:pt>
                <c:pt idx="1246">
                  <c:v>20</c:v>
                </c:pt>
                <c:pt idx="1247">
                  <c:v>1.6</c:v>
                </c:pt>
                <c:pt idx="1248">
                  <c:v>8</c:v>
                </c:pt>
                <c:pt idx="1249">
                  <c:v>28</c:v>
                </c:pt>
                <c:pt idx="1250">
                  <c:v>22</c:v>
                </c:pt>
                <c:pt idx="1251">
                  <c:v>1</c:v>
                </c:pt>
                <c:pt idx="1252">
                  <c:v>70</c:v>
                </c:pt>
                <c:pt idx="1253">
                  <c:v>70</c:v>
                </c:pt>
                <c:pt idx="1254">
                  <c:v>35</c:v>
                </c:pt>
                <c:pt idx="1255">
                  <c:v>65</c:v>
                </c:pt>
                <c:pt idx="1256">
                  <c:v>28</c:v>
                </c:pt>
                <c:pt idx="1257">
                  <c:v>13</c:v>
                </c:pt>
                <c:pt idx="1258">
                  <c:v>25</c:v>
                </c:pt>
                <c:pt idx="1259">
                  <c:v>4.5</c:v>
                </c:pt>
                <c:pt idx="1260">
                  <c:v>1</c:v>
                </c:pt>
                <c:pt idx="1261">
                  <c:v>12.5</c:v>
                </c:pt>
                <c:pt idx="1262">
                  <c:v>42</c:v>
                </c:pt>
                <c:pt idx="1263">
                  <c:v>22</c:v>
                </c:pt>
                <c:pt idx="1264">
                  <c:v>13</c:v>
                </c:pt>
                <c:pt idx="1265">
                  <c:v>8</c:v>
                </c:pt>
                <c:pt idx="1266">
                  <c:v>24.7204</c:v>
                </c:pt>
                <c:pt idx="1267">
                  <c:v>6</c:v>
                </c:pt>
                <c:pt idx="1268">
                  <c:v>20</c:v>
                </c:pt>
                <c:pt idx="1269">
                  <c:v>8</c:v>
                </c:pt>
                <c:pt idx="1270">
                  <c:v>15</c:v>
                </c:pt>
                <c:pt idx="1271">
                  <c:v>15</c:v>
                </c:pt>
                <c:pt idx="1272">
                  <c:v>3.5</c:v>
                </c:pt>
                <c:pt idx="1273">
                  <c:v>30</c:v>
                </c:pt>
                <c:pt idx="1274">
                  <c:v>15</c:v>
                </c:pt>
                <c:pt idx="1275">
                  <c:v>13</c:v>
                </c:pt>
                <c:pt idx="1276">
                  <c:v>7</c:v>
                </c:pt>
                <c:pt idx="1277">
                  <c:v>15</c:v>
                </c:pt>
                <c:pt idx="1278">
                  <c:v>11</c:v>
                </c:pt>
                <c:pt idx="1279">
                  <c:v>24</c:v>
                </c:pt>
                <c:pt idx="1280">
                  <c:v>4.9</c:v>
                </c:pt>
                <c:pt idx="1281">
                  <c:v>60</c:v>
                </c:pt>
                <c:pt idx="1282">
                  <c:v>30</c:v>
                </c:pt>
                <c:pt idx="1283">
                  <c:v>12.25</c:v>
                </c:pt>
                <c:pt idx="1284">
                  <c:v>1</c:v>
                </c:pt>
                <c:pt idx="1285">
                  <c:v>7</c:v>
                </c:pt>
                <c:pt idx="1286">
                  <c:v>4</c:v>
                </c:pt>
                <c:pt idx="1287">
                  <c:v>10.5</c:v>
                </c:pt>
                <c:pt idx="1288">
                  <c:v>30</c:v>
                </c:pt>
                <c:pt idx="1289">
                  <c:v>1</c:v>
                </c:pt>
                <c:pt idx="1290">
                  <c:v>20</c:v>
                </c:pt>
                <c:pt idx="1291">
                  <c:v>25</c:v>
                </c:pt>
                <c:pt idx="1292">
                  <c:v>16</c:v>
                </c:pt>
                <c:pt idx="1293">
                  <c:v>8</c:v>
                </c:pt>
                <c:pt idx="1294">
                  <c:v>4</c:v>
                </c:pt>
                <c:pt idx="1295">
                  <c:v>6</c:v>
                </c:pt>
                <c:pt idx="1296">
                  <c:v>24</c:v>
                </c:pt>
                <c:pt idx="1297">
                  <c:v>1.645</c:v>
                </c:pt>
                <c:pt idx="1298">
                  <c:v>7</c:v>
                </c:pt>
                <c:pt idx="1299">
                  <c:v>6.5</c:v>
                </c:pt>
                <c:pt idx="1300">
                  <c:v>1.3</c:v>
                </c:pt>
                <c:pt idx="1301">
                  <c:v>30</c:v>
                </c:pt>
                <c:pt idx="1302">
                  <c:v>11</c:v>
                </c:pt>
                <c:pt idx="1303">
                  <c:v>33.746302</c:v>
                </c:pt>
                <c:pt idx="1304">
                  <c:v>6</c:v>
                </c:pt>
                <c:pt idx="1305">
                  <c:v>1</c:v>
                </c:pt>
                <c:pt idx="1306">
                  <c:v>3</c:v>
                </c:pt>
                <c:pt idx="1307">
                  <c:v>10</c:v>
                </c:pt>
                <c:pt idx="1308">
                  <c:v>15</c:v>
                </c:pt>
                <c:pt idx="1309">
                  <c:v>6.7</c:v>
                </c:pt>
                <c:pt idx="1310">
                  <c:v>5</c:v>
                </c:pt>
                <c:pt idx="1311">
                  <c:v>1</c:v>
                </c:pt>
                <c:pt idx="1312">
                  <c:v>5.8</c:v>
                </c:pt>
                <c:pt idx="1313">
                  <c:v>4</c:v>
                </c:pt>
                <c:pt idx="1314">
                  <c:v>50</c:v>
                </c:pt>
                <c:pt idx="1315">
                  <c:v>15</c:v>
                </c:pt>
                <c:pt idx="1316">
                  <c:v>3</c:v>
                </c:pt>
                <c:pt idx="1317">
                  <c:v>0.318</c:v>
                </c:pt>
                <c:pt idx="1318">
                  <c:v>16</c:v>
                </c:pt>
                <c:pt idx="1319">
                  <c:v>1</c:v>
                </c:pt>
                <c:pt idx="1320">
                  <c:v>7</c:v>
                </c:pt>
                <c:pt idx="1321">
                  <c:v>5</c:v>
                </c:pt>
                <c:pt idx="1322">
                  <c:v>5</c:v>
                </c:pt>
                <c:pt idx="1323">
                  <c:v>25.477</c:v>
                </c:pt>
                <c:pt idx="1324">
                  <c:v>12.758853</c:v>
                </c:pt>
                <c:pt idx="1325">
                  <c:v>16.8</c:v>
                </c:pt>
                <c:pt idx="1326">
                  <c:v>12</c:v>
                </c:pt>
                <c:pt idx="1327">
                  <c:v>12</c:v>
                </c:pt>
                <c:pt idx="1328">
                  <c:v>5</c:v>
                </c:pt>
                <c:pt idx="1329">
                  <c:v>25</c:v>
                </c:pt>
                <c:pt idx="1330">
                  <c:v>8</c:v>
                </c:pt>
                <c:pt idx="1331">
                  <c:v>14.905188</c:v>
                </c:pt>
                <c:pt idx="1332">
                  <c:v>12.7</c:v>
                </c:pt>
                <c:pt idx="1333">
                  <c:v>22.5</c:v>
                </c:pt>
                <c:pt idx="1334">
                  <c:v>25</c:v>
                </c:pt>
                <c:pt idx="1335">
                  <c:v>2</c:v>
                </c:pt>
                <c:pt idx="1336">
                  <c:v>0.16</c:v>
                </c:pt>
                <c:pt idx="1337">
                  <c:v>1</c:v>
                </c:pt>
                <c:pt idx="1338">
                  <c:v>2.4</c:v>
                </c:pt>
                <c:pt idx="1339">
                  <c:v>18</c:v>
                </c:pt>
                <c:pt idx="1340">
                  <c:v>36</c:v>
                </c:pt>
                <c:pt idx="1341">
                  <c:v>6.44399</c:v>
                </c:pt>
                <c:pt idx="1342">
                  <c:v>0.2</c:v>
                </c:pt>
                <c:pt idx="1343">
                  <c:v>30</c:v>
                </c:pt>
                <c:pt idx="1344">
                  <c:v>6</c:v>
                </c:pt>
                <c:pt idx="1345">
                  <c:v>6.6</c:v>
                </c:pt>
                <c:pt idx="1346">
                  <c:v>9.7</c:v>
                </c:pt>
                <c:pt idx="1347">
                  <c:v>13</c:v>
                </c:pt>
                <c:pt idx="1348">
                  <c:v>20</c:v>
                </c:pt>
                <c:pt idx="1349">
                  <c:v>26</c:v>
                </c:pt>
                <c:pt idx="1350">
                  <c:v>5.5</c:v>
                </c:pt>
                <c:pt idx="1351">
                  <c:v>5</c:v>
                </c:pt>
                <c:pt idx="1352">
                  <c:v>25</c:v>
                </c:pt>
                <c:pt idx="1353">
                  <c:v>10.5</c:v>
                </c:pt>
                <c:pt idx="1354">
                  <c:v>3.4</c:v>
                </c:pt>
                <c:pt idx="1355">
                  <c:v>12</c:v>
                </c:pt>
                <c:pt idx="1356">
                  <c:v>4</c:v>
                </c:pt>
                <c:pt idx="1357">
                  <c:v>2.2</c:v>
                </c:pt>
                <c:pt idx="1358">
                  <c:v>40</c:v>
                </c:pt>
                <c:pt idx="1359">
                  <c:v>2.5</c:v>
                </c:pt>
                <c:pt idx="1360">
                  <c:v>5</c:v>
                </c:pt>
                <c:pt idx="1361">
                  <c:v>0.07</c:v>
                </c:pt>
                <c:pt idx="1362">
                  <c:v>2</c:v>
                </c:pt>
                <c:pt idx="1363">
                  <c:v>70</c:v>
                </c:pt>
                <c:pt idx="1364">
                  <c:v>8</c:v>
                </c:pt>
                <c:pt idx="1365">
                  <c:v>1.3</c:v>
                </c:pt>
                <c:pt idx="1366">
                  <c:v>2</c:v>
                </c:pt>
                <c:pt idx="1367">
                  <c:v>7</c:v>
                </c:pt>
                <c:pt idx="1368">
                  <c:v>5</c:v>
                </c:pt>
                <c:pt idx="1369">
                  <c:v>13</c:v>
                </c:pt>
                <c:pt idx="1370">
                  <c:v>5.5</c:v>
                </c:pt>
                <c:pt idx="1371">
                  <c:v>2.121476</c:v>
                </c:pt>
                <c:pt idx="1372">
                  <c:v>9.3</c:v>
                </c:pt>
                <c:pt idx="1373">
                  <c:v>4.587786</c:v>
                </c:pt>
                <c:pt idx="1374">
                  <c:v>3.5</c:v>
                </c:pt>
                <c:pt idx="1375">
                  <c:v>7.4</c:v>
                </c:pt>
                <c:pt idx="1376">
                  <c:v>9</c:v>
                </c:pt>
                <c:pt idx="1377">
                  <c:v>6</c:v>
                </c:pt>
                <c:pt idx="1378">
                  <c:v>8.5</c:v>
                </c:pt>
                <c:pt idx="1379">
                  <c:v>2.86053</c:v>
                </c:pt>
                <c:pt idx="1380">
                  <c:v>6</c:v>
                </c:pt>
                <c:pt idx="1381">
                  <c:v>13.64</c:v>
                </c:pt>
                <c:pt idx="1382">
                  <c:v>0.6</c:v>
                </c:pt>
                <c:pt idx="1383">
                  <c:v>5</c:v>
                </c:pt>
                <c:pt idx="1384">
                  <c:v>6</c:v>
                </c:pt>
                <c:pt idx="1385">
                  <c:v>7.3</c:v>
                </c:pt>
                <c:pt idx="1386">
                  <c:v>0.224056</c:v>
                </c:pt>
                <c:pt idx="1387">
                  <c:v>7</c:v>
                </c:pt>
                <c:pt idx="1388">
                  <c:v>10</c:v>
                </c:pt>
                <c:pt idx="1389">
                  <c:v>0.8</c:v>
                </c:pt>
                <c:pt idx="1390">
                  <c:v>1.9</c:v>
                </c:pt>
                <c:pt idx="1391">
                  <c:v>2.3</c:v>
                </c:pt>
                <c:pt idx="1392">
                  <c:v>8</c:v>
                </c:pt>
                <c:pt idx="1393">
                  <c:v>4.2</c:v>
                </c:pt>
                <c:pt idx="1394">
                  <c:v>3</c:v>
                </c:pt>
                <c:pt idx="1395">
                  <c:v>40</c:v>
                </c:pt>
                <c:pt idx="1396">
                  <c:v>150</c:v>
                </c:pt>
                <c:pt idx="1397">
                  <c:v>175</c:v>
                </c:pt>
                <c:pt idx="1398">
                  <c:v>95</c:v>
                </c:pt>
                <c:pt idx="1399">
                  <c:v>150</c:v>
                </c:pt>
                <c:pt idx="1400">
                  <c:v>365</c:v>
                </c:pt>
                <c:pt idx="1401">
                  <c:v>68</c:v>
                </c:pt>
                <c:pt idx="1402">
                  <c:v>190</c:v>
                </c:pt>
                <c:pt idx="1403">
                  <c:v>155</c:v>
                </c:pt>
                <c:pt idx="1404">
                  <c:v>245</c:v>
                </c:pt>
                <c:pt idx="1405">
                  <c:v>30</c:v>
                </c:pt>
                <c:pt idx="1406">
                  <c:v>110</c:v>
                </c:pt>
                <c:pt idx="1407">
                  <c:v>5</c:v>
                </c:pt>
                <c:pt idx="1408">
                  <c:v>15</c:v>
                </c:pt>
                <c:pt idx="1409">
                  <c:v>135</c:v>
                </c:pt>
                <c:pt idx="1410">
                  <c:v>61</c:v>
                </c:pt>
                <c:pt idx="1411">
                  <c:v>81</c:v>
                </c:pt>
                <c:pt idx="1412">
                  <c:v>88</c:v>
                </c:pt>
                <c:pt idx="1413">
                  <c:v>150</c:v>
                </c:pt>
                <c:pt idx="1414">
                  <c:v>110</c:v>
                </c:pt>
                <c:pt idx="1415">
                  <c:v>49</c:v>
                </c:pt>
                <c:pt idx="1416">
                  <c:v>175</c:v>
                </c:pt>
                <c:pt idx="1417">
                  <c:v>25</c:v>
                </c:pt>
                <c:pt idx="1418">
                  <c:v>37</c:v>
                </c:pt>
                <c:pt idx="1419">
                  <c:v>160</c:v>
                </c:pt>
                <c:pt idx="1420">
                  <c:v>108</c:v>
                </c:pt>
                <c:pt idx="1421">
                  <c:v>190</c:v>
                </c:pt>
                <c:pt idx="1422">
                  <c:v>2.3</c:v>
                </c:pt>
                <c:pt idx="1423">
                  <c:v>245</c:v>
                </c:pt>
                <c:pt idx="1424">
                  <c:v>176</c:v>
                </c:pt>
                <c:pt idx="1425">
                  <c:v>130</c:v>
                </c:pt>
                <c:pt idx="1426">
                  <c:v>35</c:v>
                </c:pt>
                <c:pt idx="1427">
                  <c:v>80</c:v>
                </c:pt>
                <c:pt idx="1428">
                  <c:v>10</c:v>
                </c:pt>
                <c:pt idx="1429">
                  <c:v>15</c:v>
                </c:pt>
                <c:pt idx="1430">
                  <c:v>74</c:v>
                </c:pt>
                <c:pt idx="1431">
                  <c:v>135</c:v>
                </c:pt>
                <c:pt idx="1432">
                  <c:v>35</c:v>
                </c:pt>
                <c:pt idx="1433">
                  <c:v>5</c:v>
                </c:pt>
                <c:pt idx="1434">
                  <c:v>30</c:v>
                </c:pt>
                <c:pt idx="1435">
                  <c:v>12</c:v>
                </c:pt>
                <c:pt idx="1436">
                  <c:v>29</c:v>
                </c:pt>
                <c:pt idx="1437">
                  <c:v>44</c:v>
                </c:pt>
                <c:pt idx="1438">
                  <c:v>90</c:v>
                </c:pt>
                <c:pt idx="1439">
                  <c:v>120</c:v>
                </c:pt>
                <c:pt idx="1440">
                  <c:v>28</c:v>
                </c:pt>
                <c:pt idx="1441">
                  <c:v>30</c:v>
                </c:pt>
                <c:pt idx="1442">
                  <c:v>31</c:v>
                </c:pt>
                <c:pt idx="1443">
                  <c:v>100</c:v>
                </c:pt>
                <c:pt idx="1444">
                  <c:v>30</c:v>
                </c:pt>
                <c:pt idx="1445">
                  <c:v>35</c:v>
                </c:pt>
                <c:pt idx="1446">
                  <c:v>65</c:v>
                </c:pt>
                <c:pt idx="1447">
                  <c:v>99</c:v>
                </c:pt>
                <c:pt idx="1448">
                  <c:v>25</c:v>
                </c:pt>
                <c:pt idx="1449">
                  <c:v>28</c:v>
                </c:pt>
                <c:pt idx="1450">
                  <c:v>7</c:v>
                </c:pt>
                <c:pt idx="1451">
                  <c:v>4</c:v>
                </c:pt>
                <c:pt idx="1452">
                  <c:v>75</c:v>
                </c:pt>
                <c:pt idx="1453">
                  <c:v>90</c:v>
                </c:pt>
                <c:pt idx="1454">
                  <c:v>74</c:v>
                </c:pt>
                <c:pt idx="1455">
                  <c:v>105</c:v>
                </c:pt>
                <c:pt idx="1456">
                  <c:v>23</c:v>
                </c:pt>
                <c:pt idx="1457">
                  <c:v>34</c:v>
                </c:pt>
                <c:pt idx="1458">
                  <c:v>50</c:v>
                </c:pt>
                <c:pt idx="1459">
                  <c:v>64</c:v>
                </c:pt>
                <c:pt idx="1460">
                  <c:v>58</c:v>
                </c:pt>
                <c:pt idx="1461">
                  <c:v>70</c:v>
                </c:pt>
                <c:pt idx="1462">
                  <c:v>50</c:v>
                </c:pt>
                <c:pt idx="1463">
                  <c:v>55</c:v>
                </c:pt>
                <c:pt idx="1464">
                  <c:v>25.13043</c:v>
                </c:pt>
                <c:pt idx="1465">
                  <c:v>11.8</c:v>
                </c:pt>
                <c:pt idx="1466">
                  <c:v>55</c:v>
                </c:pt>
                <c:pt idx="1467">
                  <c:v>10</c:v>
                </c:pt>
                <c:pt idx="1468">
                  <c:v>26</c:v>
                </c:pt>
                <c:pt idx="1469">
                  <c:v>4</c:v>
                </c:pt>
                <c:pt idx="1470">
                  <c:v>25</c:v>
                </c:pt>
                <c:pt idx="1471">
                  <c:v>50</c:v>
                </c:pt>
                <c:pt idx="1472">
                  <c:v>7.52823</c:v>
                </c:pt>
                <c:pt idx="1473">
                  <c:v>35</c:v>
                </c:pt>
                <c:pt idx="1474">
                  <c:v>20</c:v>
                </c:pt>
                <c:pt idx="1475">
                  <c:v>40</c:v>
                </c:pt>
                <c:pt idx="1476">
                  <c:v>53</c:v>
                </c:pt>
                <c:pt idx="1477">
                  <c:v>1.8</c:v>
                </c:pt>
                <c:pt idx="1478">
                  <c:v>30</c:v>
                </c:pt>
                <c:pt idx="1479">
                  <c:v>38</c:v>
                </c:pt>
                <c:pt idx="1480">
                  <c:v>50.1</c:v>
                </c:pt>
                <c:pt idx="1481">
                  <c:v>3</c:v>
                </c:pt>
                <c:pt idx="1482">
                  <c:v>3</c:v>
                </c:pt>
                <c:pt idx="1483">
                  <c:v>5</c:v>
                </c:pt>
                <c:pt idx="1484">
                  <c:v>35</c:v>
                </c:pt>
                <c:pt idx="1485">
                  <c:v>15</c:v>
                </c:pt>
                <c:pt idx="1486">
                  <c:v>15</c:v>
                </c:pt>
                <c:pt idx="1487">
                  <c:v>20</c:v>
                </c:pt>
                <c:pt idx="1488">
                  <c:v>13</c:v>
                </c:pt>
                <c:pt idx="1489">
                  <c:v>10</c:v>
                </c:pt>
                <c:pt idx="1490">
                  <c:v>10</c:v>
                </c:pt>
                <c:pt idx="1491">
                  <c:v>11</c:v>
                </c:pt>
                <c:pt idx="1492">
                  <c:v>60</c:v>
                </c:pt>
                <c:pt idx="1493">
                  <c:v>35</c:v>
                </c:pt>
                <c:pt idx="1494">
                  <c:v>40</c:v>
                </c:pt>
                <c:pt idx="1495">
                  <c:v>6</c:v>
                </c:pt>
                <c:pt idx="1496">
                  <c:v>14.8</c:v>
                </c:pt>
                <c:pt idx="1497">
                  <c:v>10</c:v>
                </c:pt>
                <c:pt idx="1498">
                  <c:v>13</c:v>
                </c:pt>
                <c:pt idx="1499">
                  <c:v>14.5</c:v>
                </c:pt>
                <c:pt idx="1500">
                  <c:v>20</c:v>
                </c:pt>
                <c:pt idx="1501">
                  <c:v>5.904067</c:v>
                </c:pt>
                <c:pt idx="1502">
                  <c:v>5.3</c:v>
                </c:pt>
                <c:pt idx="1503">
                  <c:v>17</c:v>
                </c:pt>
                <c:pt idx="1504">
                  <c:v>20</c:v>
                </c:pt>
                <c:pt idx="1505">
                  <c:v>11.93</c:v>
                </c:pt>
                <c:pt idx="1506">
                  <c:v>60</c:v>
                </c:pt>
                <c:pt idx="1507">
                  <c:v>8.9</c:v>
                </c:pt>
                <c:pt idx="1508">
                  <c:v>20</c:v>
                </c:pt>
                <c:pt idx="1509">
                  <c:v>5</c:v>
                </c:pt>
                <c:pt idx="1510">
                  <c:v>2</c:v>
                </c:pt>
                <c:pt idx="1511">
                  <c:v>14</c:v>
                </c:pt>
                <c:pt idx="1512">
                  <c:v>25</c:v>
                </c:pt>
                <c:pt idx="1513">
                  <c:v>18</c:v>
                </c:pt>
                <c:pt idx="1514">
                  <c:v>8.5</c:v>
                </c:pt>
                <c:pt idx="1515">
                  <c:v>4</c:v>
                </c:pt>
                <c:pt idx="1516">
                  <c:v>65</c:v>
                </c:pt>
                <c:pt idx="1517">
                  <c:v>11</c:v>
                </c:pt>
                <c:pt idx="1518">
                  <c:v>100</c:v>
                </c:pt>
                <c:pt idx="1519">
                  <c:v>13</c:v>
                </c:pt>
                <c:pt idx="1520">
                  <c:v>17.8</c:v>
                </c:pt>
                <c:pt idx="1521">
                  <c:v>15</c:v>
                </c:pt>
                <c:pt idx="1522">
                  <c:v>3.196621</c:v>
                </c:pt>
                <c:pt idx="1523">
                  <c:v>37</c:v>
                </c:pt>
                <c:pt idx="1524">
                  <c:v>6</c:v>
                </c:pt>
                <c:pt idx="1525">
                  <c:v>25</c:v>
                </c:pt>
                <c:pt idx="1526">
                  <c:v>37</c:v>
                </c:pt>
                <c:pt idx="1527">
                  <c:v>150</c:v>
                </c:pt>
                <c:pt idx="1528">
                  <c:v>25</c:v>
                </c:pt>
                <c:pt idx="1529">
                  <c:v>40</c:v>
                </c:pt>
                <c:pt idx="1530">
                  <c:v>15</c:v>
                </c:pt>
                <c:pt idx="1531">
                  <c:v>20</c:v>
                </c:pt>
                <c:pt idx="1532">
                  <c:v>35</c:v>
                </c:pt>
                <c:pt idx="1533">
                  <c:v>37.5808</c:v>
                </c:pt>
                <c:pt idx="1534">
                  <c:v>13.36</c:v>
                </c:pt>
                <c:pt idx="1535">
                  <c:v>5</c:v>
                </c:pt>
                <c:pt idx="1536">
                  <c:v>12</c:v>
                </c:pt>
                <c:pt idx="1537">
                  <c:v>36</c:v>
                </c:pt>
                <c:pt idx="1538">
                  <c:v>12</c:v>
                </c:pt>
                <c:pt idx="1539">
                  <c:v>8.5</c:v>
                </c:pt>
                <c:pt idx="1540">
                  <c:v>15</c:v>
                </c:pt>
                <c:pt idx="1541">
                  <c:v>15</c:v>
                </c:pt>
                <c:pt idx="1542">
                  <c:v>30</c:v>
                </c:pt>
                <c:pt idx="1543">
                  <c:v>2.3</c:v>
                </c:pt>
                <c:pt idx="1544">
                  <c:v>19</c:v>
                </c:pt>
                <c:pt idx="1545">
                  <c:v>28</c:v>
                </c:pt>
                <c:pt idx="1546">
                  <c:v>17</c:v>
                </c:pt>
                <c:pt idx="1547">
                  <c:v>8</c:v>
                </c:pt>
                <c:pt idx="1548">
                  <c:v>2</c:v>
                </c:pt>
                <c:pt idx="1549">
                  <c:v>0.1</c:v>
                </c:pt>
                <c:pt idx="1550">
                  <c:v>11</c:v>
                </c:pt>
                <c:pt idx="1551">
                  <c:v>14</c:v>
                </c:pt>
                <c:pt idx="1552">
                  <c:v>14</c:v>
                </c:pt>
                <c:pt idx="1553">
                  <c:v>20</c:v>
                </c:pt>
                <c:pt idx="1554">
                  <c:v>40</c:v>
                </c:pt>
                <c:pt idx="1555">
                  <c:v>8</c:v>
                </c:pt>
                <c:pt idx="1556">
                  <c:v>11</c:v>
                </c:pt>
                <c:pt idx="1557">
                  <c:v>3.3</c:v>
                </c:pt>
                <c:pt idx="1558">
                  <c:v>1</c:v>
                </c:pt>
                <c:pt idx="1559">
                  <c:v>15</c:v>
                </c:pt>
                <c:pt idx="1560">
                  <c:v>6</c:v>
                </c:pt>
                <c:pt idx="1561">
                  <c:v>8</c:v>
                </c:pt>
                <c:pt idx="1562">
                  <c:v>1.4</c:v>
                </c:pt>
                <c:pt idx="1563">
                  <c:v>28</c:v>
                </c:pt>
                <c:pt idx="1564">
                  <c:v>9.6</c:v>
                </c:pt>
                <c:pt idx="1565">
                  <c:v>11</c:v>
                </c:pt>
                <c:pt idx="1566">
                  <c:v>10</c:v>
                </c:pt>
                <c:pt idx="1567">
                  <c:v>12</c:v>
                </c:pt>
                <c:pt idx="1568">
                  <c:v>2</c:v>
                </c:pt>
                <c:pt idx="1569">
                  <c:v>8.7</c:v>
                </c:pt>
                <c:pt idx="1570">
                  <c:v>10</c:v>
                </c:pt>
                <c:pt idx="1571">
                  <c:v>35</c:v>
                </c:pt>
                <c:pt idx="1572">
                  <c:v>4.5</c:v>
                </c:pt>
                <c:pt idx="1573">
                  <c:v>2</c:v>
                </c:pt>
                <c:pt idx="1574">
                  <c:v>46.5977</c:v>
                </c:pt>
                <c:pt idx="1575">
                  <c:v>5</c:v>
                </c:pt>
                <c:pt idx="1576">
                  <c:v>19.5</c:v>
                </c:pt>
                <c:pt idx="1577">
                  <c:v>36</c:v>
                </c:pt>
                <c:pt idx="1578">
                  <c:v>10</c:v>
                </c:pt>
                <c:pt idx="1579">
                  <c:v>15</c:v>
                </c:pt>
                <c:pt idx="1580">
                  <c:v>2.7</c:v>
                </c:pt>
                <c:pt idx="1581">
                  <c:v>0.25</c:v>
                </c:pt>
                <c:pt idx="1582">
                  <c:v>12</c:v>
                </c:pt>
                <c:pt idx="1583">
                  <c:v>9.458736</c:v>
                </c:pt>
                <c:pt idx="1584">
                  <c:v>12</c:v>
                </c:pt>
                <c:pt idx="1585">
                  <c:v>2</c:v>
                </c:pt>
                <c:pt idx="1586">
                  <c:v>40</c:v>
                </c:pt>
                <c:pt idx="1587">
                  <c:v>15</c:v>
                </c:pt>
                <c:pt idx="1588">
                  <c:v>19.5</c:v>
                </c:pt>
                <c:pt idx="1589">
                  <c:v>10</c:v>
                </c:pt>
                <c:pt idx="1590">
                  <c:v>10</c:v>
                </c:pt>
                <c:pt idx="1591">
                  <c:v>0.1</c:v>
                </c:pt>
                <c:pt idx="1592">
                  <c:v>3</c:v>
                </c:pt>
                <c:pt idx="1593">
                  <c:v>16</c:v>
                </c:pt>
                <c:pt idx="1594">
                  <c:v>0.447524</c:v>
                </c:pt>
                <c:pt idx="1595">
                  <c:v>7</c:v>
                </c:pt>
                <c:pt idx="1596">
                  <c:v>25</c:v>
                </c:pt>
                <c:pt idx="1597">
                  <c:v>0.6</c:v>
                </c:pt>
                <c:pt idx="1598">
                  <c:v>7</c:v>
                </c:pt>
                <c:pt idx="1599">
                  <c:v>3.5</c:v>
                </c:pt>
                <c:pt idx="1600">
                  <c:v>6</c:v>
                </c:pt>
                <c:pt idx="1601">
                  <c:v>0.5</c:v>
                </c:pt>
                <c:pt idx="1602">
                  <c:v>0.62</c:v>
                </c:pt>
                <c:pt idx="1603">
                  <c:v>7.5</c:v>
                </c:pt>
                <c:pt idx="1604">
                  <c:v>18</c:v>
                </c:pt>
                <c:pt idx="1605">
                  <c:v>5</c:v>
                </c:pt>
                <c:pt idx="1606">
                  <c:v>8</c:v>
                </c:pt>
                <c:pt idx="1607">
                  <c:v>11</c:v>
                </c:pt>
                <c:pt idx="1608">
                  <c:v>3.3</c:v>
                </c:pt>
                <c:pt idx="1609">
                  <c:v>1</c:v>
                </c:pt>
                <c:pt idx="1610">
                  <c:v>0.8</c:v>
                </c:pt>
                <c:pt idx="1611">
                  <c:v>4.6</c:v>
                </c:pt>
                <c:pt idx="1612">
                  <c:v>11</c:v>
                </c:pt>
                <c:pt idx="1613">
                  <c:v>13</c:v>
                </c:pt>
                <c:pt idx="1614">
                  <c:v>13</c:v>
                </c:pt>
                <c:pt idx="1615">
                  <c:v>1.379375</c:v>
                </c:pt>
                <c:pt idx="1616">
                  <c:v>26</c:v>
                </c:pt>
                <c:pt idx="1617">
                  <c:v>5</c:v>
                </c:pt>
                <c:pt idx="1618">
                  <c:v>10.6</c:v>
                </c:pt>
                <c:pt idx="1619">
                  <c:v>5.5</c:v>
                </c:pt>
                <c:pt idx="1620">
                  <c:v>15.1</c:v>
                </c:pt>
                <c:pt idx="1621">
                  <c:v>15</c:v>
                </c:pt>
                <c:pt idx="1622">
                  <c:v>12</c:v>
                </c:pt>
                <c:pt idx="1623">
                  <c:v>26</c:v>
                </c:pt>
                <c:pt idx="1624">
                  <c:v>1.3</c:v>
                </c:pt>
                <c:pt idx="1625">
                  <c:v>1</c:v>
                </c:pt>
                <c:pt idx="1626">
                  <c:v>12</c:v>
                </c:pt>
                <c:pt idx="1627">
                  <c:v>13.5</c:v>
                </c:pt>
                <c:pt idx="1628">
                  <c:v>1.3</c:v>
                </c:pt>
                <c:pt idx="1629">
                  <c:v>4</c:v>
                </c:pt>
                <c:pt idx="1630">
                  <c:v>7.5</c:v>
                </c:pt>
                <c:pt idx="1631">
                  <c:v>10</c:v>
                </c:pt>
                <c:pt idx="1632">
                  <c:v>0.98</c:v>
                </c:pt>
                <c:pt idx="1633">
                  <c:v>4</c:v>
                </c:pt>
                <c:pt idx="1634">
                  <c:v>38</c:v>
                </c:pt>
                <c:pt idx="1635">
                  <c:v>0.025</c:v>
                </c:pt>
                <c:pt idx="1636">
                  <c:v>3.3</c:v>
                </c:pt>
                <c:pt idx="1637">
                  <c:v>2.2</c:v>
                </c:pt>
                <c:pt idx="1638">
                  <c:v>0.35</c:v>
                </c:pt>
                <c:pt idx="1639">
                  <c:v>0.008245</c:v>
                </c:pt>
                <c:pt idx="1640">
                  <c:v>8</c:v>
                </c:pt>
                <c:pt idx="1641">
                  <c:v>1</c:v>
                </c:pt>
                <c:pt idx="1642">
                  <c:v>3</c:v>
                </c:pt>
                <c:pt idx="1643">
                  <c:v>17</c:v>
                </c:pt>
                <c:pt idx="1644">
                  <c:v>7</c:v>
                </c:pt>
                <c:pt idx="1645">
                  <c:v>5.1</c:v>
                </c:pt>
                <c:pt idx="1646">
                  <c:v>23.4</c:v>
                </c:pt>
                <c:pt idx="1647">
                  <c:v>0.7</c:v>
                </c:pt>
                <c:pt idx="1648">
                  <c:v>14</c:v>
                </c:pt>
                <c:pt idx="1649">
                  <c:v>0.002</c:v>
                </c:pt>
                <c:pt idx="1650">
                  <c:v>0.495</c:v>
                </c:pt>
                <c:pt idx="1651">
                  <c:v>0.24</c:v>
                </c:pt>
                <c:pt idx="1652">
                  <c:v>2.5</c:v>
                </c:pt>
                <c:pt idx="1653">
                  <c:v>3.7</c:v>
                </c:pt>
                <c:pt idx="1654">
                  <c:v>1.36807</c:v>
                </c:pt>
                <c:pt idx="1655">
                  <c:v>8.0271</c:v>
                </c:pt>
                <c:pt idx="1656">
                  <c:v>250</c:v>
                </c:pt>
                <c:pt idx="1657">
                  <c:v>8.5</c:v>
                </c:pt>
                <c:pt idx="1658">
                  <c:v>58</c:v>
                </c:pt>
                <c:pt idx="1659">
                  <c:v>150</c:v>
                </c:pt>
                <c:pt idx="1660">
                  <c:v>20</c:v>
                </c:pt>
                <c:pt idx="1661">
                  <c:v>40</c:v>
                </c:pt>
                <c:pt idx="1662">
                  <c:v>40</c:v>
                </c:pt>
                <c:pt idx="1663">
                  <c:v>250</c:v>
                </c:pt>
                <c:pt idx="1664">
                  <c:v>60</c:v>
                </c:pt>
                <c:pt idx="1665">
                  <c:v>8.575</c:v>
                </c:pt>
                <c:pt idx="1666">
                  <c:v>30</c:v>
                </c:pt>
                <c:pt idx="1667">
                  <c:v>75</c:v>
                </c:pt>
                <c:pt idx="1668">
                  <c:v>165</c:v>
                </c:pt>
                <c:pt idx="1669">
                  <c:v>50</c:v>
                </c:pt>
                <c:pt idx="1670">
                  <c:v>44</c:v>
                </c:pt>
                <c:pt idx="1671">
                  <c:v>178</c:v>
                </c:pt>
                <c:pt idx="1672">
                  <c:v>47</c:v>
                </c:pt>
                <c:pt idx="1673">
                  <c:v>145</c:v>
                </c:pt>
                <c:pt idx="1674">
                  <c:v>180</c:v>
                </c:pt>
                <c:pt idx="1675">
                  <c:v>40</c:v>
                </c:pt>
                <c:pt idx="1676">
                  <c:v>160</c:v>
                </c:pt>
                <c:pt idx="1677">
                  <c:v>25</c:v>
                </c:pt>
                <c:pt idx="1678">
                  <c:v>43</c:v>
                </c:pt>
                <c:pt idx="1679">
                  <c:v>4</c:v>
                </c:pt>
                <c:pt idx="1680">
                  <c:v>175</c:v>
                </c:pt>
                <c:pt idx="1681">
                  <c:v>180</c:v>
                </c:pt>
                <c:pt idx="1682">
                  <c:v>4</c:v>
                </c:pt>
                <c:pt idx="1683">
                  <c:v>150</c:v>
                </c:pt>
                <c:pt idx="1684">
                  <c:v>200</c:v>
                </c:pt>
                <c:pt idx="1685">
                  <c:v>50</c:v>
                </c:pt>
                <c:pt idx="1686">
                  <c:v>125</c:v>
                </c:pt>
                <c:pt idx="1687">
                  <c:v>140</c:v>
                </c:pt>
                <c:pt idx="1688">
                  <c:v>50</c:v>
                </c:pt>
                <c:pt idx="1689">
                  <c:v>144</c:v>
                </c:pt>
                <c:pt idx="1690">
                  <c:v>105</c:v>
                </c:pt>
                <c:pt idx="1691">
                  <c:v>90</c:v>
                </c:pt>
                <c:pt idx="1692">
                  <c:v>35</c:v>
                </c:pt>
                <c:pt idx="1693">
                  <c:v>135</c:v>
                </c:pt>
                <c:pt idx="1694">
                  <c:v>140</c:v>
                </c:pt>
                <c:pt idx="1695">
                  <c:v>110</c:v>
                </c:pt>
                <c:pt idx="1696">
                  <c:v>120</c:v>
                </c:pt>
                <c:pt idx="1697">
                  <c:v>35</c:v>
                </c:pt>
                <c:pt idx="1698">
                  <c:v>200</c:v>
                </c:pt>
                <c:pt idx="1699">
                  <c:v>120</c:v>
                </c:pt>
                <c:pt idx="1700">
                  <c:v>185</c:v>
                </c:pt>
                <c:pt idx="1701">
                  <c:v>10</c:v>
                </c:pt>
                <c:pt idx="1702">
                  <c:v>22.5</c:v>
                </c:pt>
                <c:pt idx="1703">
                  <c:v>4</c:v>
                </c:pt>
                <c:pt idx="1704">
                  <c:v>170</c:v>
                </c:pt>
                <c:pt idx="1705">
                  <c:v>73</c:v>
                </c:pt>
                <c:pt idx="1706">
                  <c:v>38</c:v>
                </c:pt>
                <c:pt idx="1707">
                  <c:v>60</c:v>
                </c:pt>
                <c:pt idx="1708">
                  <c:v>175</c:v>
                </c:pt>
                <c:pt idx="1709">
                  <c:v>5</c:v>
                </c:pt>
                <c:pt idx="1710">
                  <c:v>38</c:v>
                </c:pt>
                <c:pt idx="1711">
                  <c:v>110</c:v>
                </c:pt>
                <c:pt idx="1712">
                  <c:v>10.951</c:v>
                </c:pt>
                <c:pt idx="1713">
                  <c:v>60</c:v>
                </c:pt>
                <c:pt idx="1714">
                  <c:v>150</c:v>
                </c:pt>
                <c:pt idx="1715">
                  <c:v>15</c:v>
                </c:pt>
                <c:pt idx="1716">
                  <c:v>110</c:v>
                </c:pt>
                <c:pt idx="1717">
                  <c:v>60</c:v>
                </c:pt>
                <c:pt idx="1718">
                  <c:v>9.9</c:v>
                </c:pt>
                <c:pt idx="1719">
                  <c:v>115</c:v>
                </c:pt>
                <c:pt idx="1720">
                  <c:v>9</c:v>
                </c:pt>
                <c:pt idx="1721">
                  <c:v>50</c:v>
                </c:pt>
                <c:pt idx="1722">
                  <c:v>15</c:v>
                </c:pt>
                <c:pt idx="1723">
                  <c:v>19</c:v>
                </c:pt>
                <c:pt idx="1724">
                  <c:v>125</c:v>
                </c:pt>
                <c:pt idx="1725">
                  <c:v>17</c:v>
                </c:pt>
                <c:pt idx="1726">
                  <c:v>5</c:v>
                </c:pt>
                <c:pt idx="1727">
                  <c:v>10</c:v>
                </c:pt>
                <c:pt idx="1728">
                  <c:v>45</c:v>
                </c:pt>
                <c:pt idx="1729">
                  <c:v>180</c:v>
                </c:pt>
                <c:pt idx="1730">
                  <c:v>50</c:v>
                </c:pt>
                <c:pt idx="1731">
                  <c:v>110</c:v>
                </c:pt>
                <c:pt idx="1732">
                  <c:v>60.72</c:v>
                </c:pt>
                <c:pt idx="1733">
                  <c:v>30</c:v>
                </c:pt>
                <c:pt idx="1734">
                  <c:v>4.9</c:v>
                </c:pt>
                <c:pt idx="1735">
                  <c:v>100</c:v>
                </c:pt>
                <c:pt idx="1736">
                  <c:v>12</c:v>
                </c:pt>
                <c:pt idx="1737">
                  <c:v>16</c:v>
                </c:pt>
                <c:pt idx="1738">
                  <c:v>15</c:v>
                </c:pt>
                <c:pt idx="1739">
                  <c:v>11.5</c:v>
                </c:pt>
                <c:pt idx="1740">
                  <c:v>28</c:v>
                </c:pt>
                <c:pt idx="1741">
                  <c:v>40</c:v>
                </c:pt>
                <c:pt idx="1742">
                  <c:v>65</c:v>
                </c:pt>
                <c:pt idx="1743">
                  <c:v>39.307171</c:v>
                </c:pt>
                <c:pt idx="1744">
                  <c:v>1</c:v>
                </c:pt>
                <c:pt idx="1745">
                  <c:v>75</c:v>
                </c:pt>
                <c:pt idx="1746">
                  <c:v>36</c:v>
                </c:pt>
                <c:pt idx="1747">
                  <c:v>3.5</c:v>
                </c:pt>
                <c:pt idx="1748">
                  <c:v>38</c:v>
                </c:pt>
                <c:pt idx="1749">
                  <c:v>0.7</c:v>
                </c:pt>
                <c:pt idx="1750">
                  <c:v>20</c:v>
                </c:pt>
                <c:pt idx="1751">
                  <c:v>106</c:v>
                </c:pt>
                <c:pt idx="1752">
                  <c:v>45</c:v>
                </c:pt>
                <c:pt idx="1753">
                  <c:v>9</c:v>
                </c:pt>
                <c:pt idx="1754">
                  <c:v>35</c:v>
                </c:pt>
                <c:pt idx="1755">
                  <c:v>2.5</c:v>
                </c:pt>
                <c:pt idx="1756">
                  <c:v>70</c:v>
                </c:pt>
                <c:pt idx="1757">
                  <c:v>46</c:v>
                </c:pt>
                <c:pt idx="1758">
                  <c:v>1.5</c:v>
                </c:pt>
                <c:pt idx="1759">
                  <c:v>27</c:v>
                </c:pt>
                <c:pt idx="1760">
                  <c:v>9</c:v>
                </c:pt>
                <c:pt idx="1761">
                  <c:v>12</c:v>
                </c:pt>
                <c:pt idx="1762">
                  <c:v>40</c:v>
                </c:pt>
                <c:pt idx="1763">
                  <c:v>20</c:v>
                </c:pt>
                <c:pt idx="1764">
                  <c:v>10.4</c:v>
                </c:pt>
                <c:pt idx="1765">
                  <c:v>30</c:v>
                </c:pt>
                <c:pt idx="1766">
                  <c:v>0.015</c:v>
                </c:pt>
                <c:pt idx="1767">
                  <c:v>4</c:v>
                </c:pt>
                <c:pt idx="1768">
                  <c:v>23</c:v>
                </c:pt>
                <c:pt idx="1769">
                  <c:v>5</c:v>
                </c:pt>
                <c:pt idx="1770">
                  <c:v>24</c:v>
                </c:pt>
                <c:pt idx="1771">
                  <c:v>7</c:v>
                </c:pt>
                <c:pt idx="1772">
                  <c:v>5</c:v>
                </c:pt>
                <c:pt idx="1773">
                  <c:v>50</c:v>
                </c:pt>
                <c:pt idx="1774">
                  <c:v>40</c:v>
                </c:pt>
                <c:pt idx="1775">
                  <c:v>10</c:v>
                </c:pt>
                <c:pt idx="1776">
                  <c:v>5.21</c:v>
                </c:pt>
                <c:pt idx="1777">
                  <c:v>32</c:v>
                </c:pt>
                <c:pt idx="1778">
                  <c:v>20</c:v>
                </c:pt>
                <c:pt idx="1779">
                  <c:v>5</c:v>
                </c:pt>
                <c:pt idx="1780">
                  <c:v>1</c:v>
                </c:pt>
                <c:pt idx="1781">
                  <c:v>19</c:v>
                </c:pt>
                <c:pt idx="1782">
                  <c:v>80</c:v>
                </c:pt>
                <c:pt idx="1783">
                  <c:v>20</c:v>
                </c:pt>
                <c:pt idx="1784">
                  <c:v>20</c:v>
                </c:pt>
                <c:pt idx="1785">
                  <c:v>125</c:v>
                </c:pt>
                <c:pt idx="1786">
                  <c:v>35</c:v>
                </c:pt>
                <c:pt idx="1787">
                  <c:v>2</c:v>
                </c:pt>
                <c:pt idx="1788">
                  <c:v>75</c:v>
                </c:pt>
                <c:pt idx="1789">
                  <c:v>13</c:v>
                </c:pt>
                <c:pt idx="1790">
                  <c:v>4.531653</c:v>
                </c:pt>
                <c:pt idx="1791">
                  <c:v>20</c:v>
                </c:pt>
                <c:pt idx="1792">
                  <c:v>68.49</c:v>
                </c:pt>
                <c:pt idx="1793">
                  <c:v>8</c:v>
                </c:pt>
                <c:pt idx="1794">
                  <c:v>5</c:v>
                </c:pt>
                <c:pt idx="1795">
                  <c:v>20</c:v>
                </c:pt>
                <c:pt idx="1796">
                  <c:v>40</c:v>
                </c:pt>
                <c:pt idx="1797">
                  <c:v>22</c:v>
                </c:pt>
                <c:pt idx="1798">
                  <c:v>18</c:v>
                </c:pt>
                <c:pt idx="1799">
                  <c:v>31.5</c:v>
                </c:pt>
                <c:pt idx="1800">
                  <c:v>5</c:v>
                </c:pt>
                <c:pt idx="1801">
                  <c:v>13</c:v>
                </c:pt>
                <c:pt idx="1802">
                  <c:v>10</c:v>
                </c:pt>
                <c:pt idx="1803">
                  <c:v>10</c:v>
                </c:pt>
                <c:pt idx="1804">
                  <c:v>15</c:v>
                </c:pt>
                <c:pt idx="1805">
                  <c:v>5</c:v>
                </c:pt>
                <c:pt idx="1806">
                  <c:v>5</c:v>
                </c:pt>
                <c:pt idx="1807">
                  <c:v>20</c:v>
                </c:pt>
                <c:pt idx="1808">
                  <c:v>3.5</c:v>
                </c:pt>
                <c:pt idx="1809">
                  <c:v>33</c:v>
                </c:pt>
                <c:pt idx="1810">
                  <c:v>13.938145</c:v>
                </c:pt>
                <c:pt idx="1811">
                  <c:v>12.7</c:v>
                </c:pt>
                <c:pt idx="1812">
                  <c:v>25</c:v>
                </c:pt>
                <c:pt idx="1813">
                  <c:v>20</c:v>
                </c:pt>
                <c:pt idx="1814">
                  <c:v>10</c:v>
                </c:pt>
                <c:pt idx="1815">
                  <c:v>25.868826</c:v>
                </c:pt>
                <c:pt idx="1816">
                  <c:v>18</c:v>
                </c:pt>
                <c:pt idx="1817">
                  <c:v>60</c:v>
                </c:pt>
                <c:pt idx="1818">
                  <c:v>10</c:v>
                </c:pt>
                <c:pt idx="1819">
                  <c:v>8</c:v>
                </c:pt>
                <c:pt idx="1820">
                  <c:v>10.4</c:v>
                </c:pt>
                <c:pt idx="1821">
                  <c:v>10</c:v>
                </c:pt>
                <c:pt idx="1822">
                  <c:v>25</c:v>
                </c:pt>
                <c:pt idx="1823">
                  <c:v>9.80469</c:v>
                </c:pt>
                <c:pt idx="1824">
                  <c:v>9.62</c:v>
                </c:pt>
                <c:pt idx="1825">
                  <c:v>3</c:v>
                </c:pt>
                <c:pt idx="1826">
                  <c:v>28</c:v>
                </c:pt>
                <c:pt idx="1827">
                  <c:v>90</c:v>
                </c:pt>
                <c:pt idx="1828">
                  <c:v>20</c:v>
                </c:pt>
                <c:pt idx="1829">
                  <c:v>5</c:v>
                </c:pt>
                <c:pt idx="1830">
                  <c:v>5</c:v>
                </c:pt>
                <c:pt idx="1831">
                  <c:v>90</c:v>
                </c:pt>
                <c:pt idx="1832">
                  <c:v>9</c:v>
                </c:pt>
                <c:pt idx="1833">
                  <c:v>10</c:v>
                </c:pt>
                <c:pt idx="1834">
                  <c:v>4.480393</c:v>
                </c:pt>
                <c:pt idx="1835">
                  <c:v>20</c:v>
                </c:pt>
                <c:pt idx="1836">
                  <c:v>38</c:v>
                </c:pt>
                <c:pt idx="1837">
                  <c:v>10</c:v>
                </c:pt>
                <c:pt idx="1838">
                  <c:v>3.5</c:v>
                </c:pt>
                <c:pt idx="1839">
                  <c:v>45</c:v>
                </c:pt>
                <c:pt idx="1840">
                  <c:v>21.5</c:v>
                </c:pt>
                <c:pt idx="1841">
                  <c:v>10.3</c:v>
                </c:pt>
                <c:pt idx="1842">
                  <c:v>1.181389</c:v>
                </c:pt>
                <c:pt idx="1843">
                  <c:v>29</c:v>
                </c:pt>
                <c:pt idx="1844">
                  <c:v>15</c:v>
                </c:pt>
                <c:pt idx="1845">
                  <c:v>20</c:v>
                </c:pt>
                <c:pt idx="1846">
                  <c:v>10</c:v>
                </c:pt>
                <c:pt idx="1847">
                  <c:v>25</c:v>
                </c:pt>
                <c:pt idx="1848">
                  <c:v>6</c:v>
                </c:pt>
                <c:pt idx="1849">
                  <c:v>7</c:v>
                </c:pt>
                <c:pt idx="1850">
                  <c:v>3</c:v>
                </c:pt>
                <c:pt idx="1851">
                  <c:v>10</c:v>
                </c:pt>
                <c:pt idx="1852">
                  <c:v>11</c:v>
                </c:pt>
                <c:pt idx="1853">
                  <c:v>8</c:v>
                </c:pt>
                <c:pt idx="1854">
                  <c:v>4.3</c:v>
                </c:pt>
                <c:pt idx="1855">
                  <c:v>8</c:v>
                </c:pt>
                <c:pt idx="1856">
                  <c:v>15</c:v>
                </c:pt>
                <c:pt idx="1857">
                  <c:v>13.5</c:v>
                </c:pt>
                <c:pt idx="1858">
                  <c:v>2</c:v>
                </c:pt>
                <c:pt idx="1859">
                  <c:v>4</c:v>
                </c:pt>
                <c:pt idx="1860">
                  <c:v>4</c:v>
                </c:pt>
                <c:pt idx="1861">
                  <c:v>29</c:v>
                </c:pt>
                <c:pt idx="1862">
                  <c:v>6</c:v>
                </c:pt>
                <c:pt idx="1863">
                  <c:v>40</c:v>
                </c:pt>
                <c:pt idx="1864">
                  <c:v>5.103</c:v>
                </c:pt>
                <c:pt idx="1865">
                  <c:v>26</c:v>
                </c:pt>
                <c:pt idx="1866">
                  <c:v>30</c:v>
                </c:pt>
                <c:pt idx="1867">
                  <c:v>1.49</c:v>
                </c:pt>
                <c:pt idx="1868">
                  <c:v>8</c:v>
                </c:pt>
                <c:pt idx="1869">
                  <c:v>20</c:v>
                </c:pt>
                <c:pt idx="1870">
                  <c:v>15</c:v>
                </c:pt>
                <c:pt idx="1871">
                  <c:v>6.7</c:v>
                </c:pt>
                <c:pt idx="1872">
                  <c:v>8.5</c:v>
                </c:pt>
                <c:pt idx="1873">
                  <c:v>7</c:v>
                </c:pt>
                <c:pt idx="1874">
                  <c:v>18.5</c:v>
                </c:pt>
                <c:pt idx="1875">
                  <c:v>9</c:v>
                </c:pt>
                <c:pt idx="1876">
                  <c:v>3.5</c:v>
                </c:pt>
                <c:pt idx="1877">
                  <c:v>16.5</c:v>
                </c:pt>
                <c:pt idx="1878">
                  <c:v>10</c:v>
                </c:pt>
                <c:pt idx="1879">
                  <c:v>1.2</c:v>
                </c:pt>
                <c:pt idx="1880">
                  <c:v>12.8</c:v>
                </c:pt>
                <c:pt idx="1881">
                  <c:v>19.201483</c:v>
                </c:pt>
                <c:pt idx="1882">
                  <c:v>5</c:v>
                </c:pt>
                <c:pt idx="1883">
                  <c:v>17</c:v>
                </c:pt>
                <c:pt idx="1884">
                  <c:v>30</c:v>
                </c:pt>
                <c:pt idx="1885">
                  <c:v>8.104734</c:v>
                </c:pt>
                <c:pt idx="1886">
                  <c:v>0.67</c:v>
                </c:pt>
                <c:pt idx="1887">
                  <c:v>5.98</c:v>
                </c:pt>
                <c:pt idx="1888">
                  <c:v>5</c:v>
                </c:pt>
                <c:pt idx="1889">
                  <c:v>5</c:v>
                </c:pt>
                <c:pt idx="1890">
                  <c:v>50</c:v>
                </c:pt>
                <c:pt idx="1891">
                  <c:v>1.25</c:v>
                </c:pt>
                <c:pt idx="1892">
                  <c:v>10</c:v>
                </c:pt>
                <c:pt idx="1893">
                  <c:v>8.5</c:v>
                </c:pt>
                <c:pt idx="1894">
                  <c:v>9.9</c:v>
                </c:pt>
                <c:pt idx="1895">
                  <c:v>9.9</c:v>
                </c:pt>
                <c:pt idx="1896">
                  <c:v>4</c:v>
                </c:pt>
                <c:pt idx="1897">
                  <c:v>30</c:v>
                </c:pt>
                <c:pt idx="1898">
                  <c:v>14</c:v>
                </c:pt>
                <c:pt idx="1899">
                  <c:v>35</c:v>
                </c:pt>
                <c:pt idx="1900">
                  <c:v>12.156348</c:v>
                </c:pt>
                <c:pt idx="1901">
                  <c:v>0.3</c:v>
                </c:pt>
                <c:pt idx="1902">
                  <c:v>10.5</c:v>
                </c:pt>
                <c:pt idx="1903">
                  <c:v>12.75</c:v>
                </c:pt>
                <c:pt idx="1904">
                  <c:v>1.6</c:v>
                </c:pt>
                <c:pt idx="1905">
                  <c:v>8.138338</c:v>
                </c:pt>
                <c:pt idx="1906">
                  <c:v>2</c:v>
                </c:pt>
                <c:pt idx="1907">
                  <c:v>10</c:v>
                </c:pt>
                <c:pt idx="1908">
                  <c:v>0.15</c:v>
                </c:pt>
                <c:pt idx="1909">
                  <c:v>0.641</c:v>
                </c:pt>
                <c:pt idx="1910">
                  <c:v>7.5</c:v>
                </c:pt>
                <c:pt idx="1911">
                  <c:v>1.5</c:v>
                </c:pt>
                <c:pt idx="1912">
                  <c:v>13</c:v>
                </c:pt>
                <c:pt idx="1913">
                  <c:v>2</c:v>
                </c:pt>
                <c:pt idx="1914">
                  <c:v>30.2</c:v>
                </c:pt>
                <c:pt idx="1915">
                  <c:v>3.2</c:v>
                </c:pt>
                <c:pt idx="1916">
                  <c:v>0.9</c:v>
                </c:pt>
                <c:pt idx="1917">
                  <c:v>2.9</c:v>
                </c:pt>
                <c:pt idx="1918">
                  <c:v>3.8</c:v>
                </c:pt>
                <c:pt idx="1919">
                  <c:v>10</c:v>
                </c:pt>
                <c:pt idx="1920">
                  <c:v>10</c:v>
                </c:pt>
                <c:pt idx="1921">
                  <c:v>2.57</c:v>
                </c:pt>
                <c:pt idx="1922">
                  <c:v>10</c:v>
                </c:pt>
                <c:pt idx="1923">
                  <c:v>0.521873</c:v>
                </c:pt>
                <c:pt idx="1924">
                  <c:v>2.1</c:v>
                </c:pt>
                <c:pt idx="1925">
                  <c:v>4</c:v>
                </c:pt>
                <c:pt idx="1926">
                  <c:v>7</c:v>
                </c:pt>
                <c:pt idx="1927">
                  <c:v>0.6</c:v>
                </c:pt>
                <c:pt idx="1928">
                  <c:v>4.5</c:v>
                </c:pt>
                <c:pt idx="1929">
                  <c:v>11.8</c:v>
                </c:pt>
                <c:pt idx="1930">
                  <c:v>0.869115</c:v>
                </c:pt>
                <c:pt idx="1931">
                  <c:v>20</c:v>
                </c:pt>
                <c:pt idx="1932">
                  <c:v>3.5</c:v>
                </c:pt>
                <c:pt idx="1933">
                  <c:v>17</c:v>
                </c:pt>
                <c:pt idx="1934">
                  <c:v>6.114349</c:v>
                </c:pt>
                <c:pt idx="1935">
                  <c:v>6.411831</c:v>
                </c:pt>
                <c:pt idx="1936">
                  <c:v>5.069632</c:v>
                </c:pt>
                <c:pt idx="1937">
                  <c:v>0.762241</c:v>
                </c:pt>
                <c:pt idx="1938">
                  <c:v>3.5</c:v>
                </c:pt>
                <c:pt idx="1939">
                  <c:v>18.7</c:v>
                </c:pt>
                <c:pt idx="1940">
                  <c:v>175</c:v>
                </c:pt>
                <c:pt idx="1941">
                  <c:v>150</c:v>
                </c:pt>
                <c:pt idx="1942">
                  <c:v>97</c:v>
                </c:pt>
                <c:pt idx="1943">
                  <c:v>200</c:v>
                </c:pt>
                <c:pt idx="1944">
                  <c:v>160</c:v>
                </c:pt>
                <c:pt idx="1945">
                  <c:v>300</c:v>
                </c:pt>
                <c:pt idx="1946">
                  <c:v>175</c:v>
                </c:pt>
                <c:pt idx="1947">
                  <c:v>230</c:v>
                </c:pt>
                <c:pt idx="1948">
                  <c:v>175</c:v>
                </c:pt>
                <c:pt idx="1949">
                  <c:v>180</c:v>
                </c:pt>
                <c:pt idx="1950">
                  <c:v>200</c:v>
                </c:pt>
                <c:pt idx="1951">
                  <c:v>15</c:v>
                </c:pt>
                <c:pt idx="1952">
                  <c:v>9</c:v>
                </c:pt>
                <c:pt idx="1953">
                  <c:v>60</c:v>
                </c:pt>
                <c:pt idx="1954">
                  <c:v>250</c:v>
                </c:pt>
                <c:pt idx="1955">
                  <c:v>40</c:v>
                </c:pt>
                <c:pt idx="1956">
                  <c:v>55</c:v>
                </c:pt>
                <c:pt idx="1957">
                  <c:v>35</c:v>
                </c:pt>
                <c:pt idx="1958">
                  <c:v>217</c:v>
                </c:pt>
                <c:pt idx="1959">
                  <c:v>3.5</c:v>
                </c:pt>
                <c:pt idx="1960">
                  <c:v>4.5</c:v>
                </c:pt>
                <c:pt idx="1961">
                  <c:v>69</c:v>
                </c:pt>
                <c:pt idx="1962">
                  <c:v>34</c:v>
                </c:pt>
                <c:pt idx="1963">
                  <c:v>97</c:v>
                </c:pt>
                <c:pt idx="1964">
                  <c:v>20</c:v>
                </c:pt>
                <c:pt idx="1965">
                  <c:v>40</c:v>
                </c:pt>
                <c:pt idx="1966">
                  <c:v>84</c:v>
                </c:pt>
                <c:pt idx="1967">
                  <c:v>149</c:v>
                </c:pt>
                <c:pt idx="1968">
                  <c:v>90</c:v>
                </c:pt>
                <c:pt idx="1969">
                  <c:v>20</c:v>
                </c:pt>
                <c:pt idx="1970">
                  <c:v>150</c:v>
                </c:pt>
                <c:pt idx="1971">
                  <c:v>85</c:v>
                </c:pt>
                <c:pt idx="1972">
                  <c:v>185</c:v>
                </c:pt>
                <c:pt idx="1973">
                  <c:v>150</c:v>
                </c:pt>
                <c:pt idx="1974">
                  <c:v>25</c:v>
                </c:pt>
                <c:pt idx="1975">
                  <c:v>18.3</c:v>
                </c:pt>
                <c:pt idx="1976">
                  <c:v>177.2</c:v>
                </c:pt>
                <c:pt idx="1977">
                  <c:v>125</c:v>
                </c:pt>
                <c:pt idx="1978">
                  <c:v>4</c:v>
                </c:pt>
                <c:pt idx="1979">
                  <c:v>55</c:v>
                </c:pt>
                <c:pt idx="1980">
                  <c:v>30</c:v>
                </c:pt>
                <c:pt idx="1981">
                  <c:v>80</c:v>
                </c:pt>
                <c:pt idx="1982">
                  <c:v>104</c:v>
                </c:pt>
                <c:pt idx="1983">
                  <c:v>110</c:v>
                </c:pt>
                <c:pt idx="1984">
                  <c:v>35</c:v>
                </c:pt>
                <c:pt idx="1985">
                  <c:v>20</c:v>
                </c:pt>
                <c:pt idx="1986">
                  <c:v>19.5</c:v>
                </c:pt>
                <c:pt idx="1987">
                  <c:v>80</c:v>
                </c:pt>
                <c:pt idx="1988">
                  <c:v>120</c:v>
                </c:pt>
                <c:pt idx="1989">
                  <c:v>1</c:v>
                </c:pt>
                <c:pt idx="1990">
                  <c:v>5.9</c:v>
                </c:pt>
                <c:pt idx="1991">
                  <c:v>175</c:v>
                </c:pt>
                <c:pt idx="1992">
                  <c:v>58</c:v>
                </c:pt>
                <c:pt idx="1993">
                  <c:v>7</c:v>
                </c:pt>
                <c:pt idx="1994">
                  <c:v>111</c:v>
                </c:pt>
                <c:pt idx="1995">
                  <c:v>38</c:v>
                </c:pt>
                <c:pt idx="1996">
                  <c:v>22</c:v>
                </c:pt>
                <c:pt idx="1997">
                  <c:v>33</c:v>
                </c:pt>
                <c:pt idx="1998">
                  <c:v>8</c:v>
                </c:pt>
                <c:pt idx="1999">
                  <c:v>10</c:v>
                </c:pt>
                <c:pt idx="2000">
                  <c:v>6.2</c:v>
                </c:pt>
                <c:pt idx="2001">
                  <c:v>40</c:v>
                </c:pt>
                <c:pt idx="2002">
                  <c:v>30</c:v>
                </c:pt>
                <c:pt idx="2003">
                  <c:v>50</c:v>
                </c:pt>
                <c:pt idx="2004">
                  <c:v>6.5</c:v>
                </c:pt>
                <c:pt idx="2005">
                  <c:v>11</c:v>
                </c:pt>
                <c:pt idx="2006">
                  <c:v>38</c:v>
                </c:pt>
                <c:pt idx="2007">
                  <c:v>30</c:v>
                </c:pt>
                <c:pt idx="2008">
                  <c:v>105</c:v>
                </c:pt>
                <c:pt idx="2009">
                  <c:v>69</c:v>
                </c:pt>
                <c:pt idx="2010">
                  <c:v>60</c:v>
                </c:pt>
                <c:pt idx="2011">
                  <c:v>10</c:v>
                </c:pt>
                <c:pt idx="2012">
                  <c:v>2</c:v>
                </c:pt>
                <c:pt idx="2013">
                  <c:v>3</c:v>
                </c:pt>
                <c:pt idx="2014">
                  <c:v>70</c:v>
                </c:pt>
                <c:pt idx="2015">
                  <c:v>15</c:v>
                </c:pt>
                <c:pt idx="2016">
                  <c:v>25</c:v>
                </c:pt>
                <c:pt idx="2017">
                  <c:v>30</c:v>
                </c:pt>
                <c:pt idx="2018">
                  <c:v>50</c:v>
                </c:pt>
                <c:pt idx="2019">
                  <c:v>3</c:v>
                </c:pt>
                <c:pt idx="2020">
                  <c:v>21</c:v>
                </c:pt>
                <c:pt idx="2021">
                  <c:v>10</c:v>
                </c:pt>
                <c:pt idx="2022">
                  <c:v>30</c:v>
                </c:pt>
                <c:pt idx="2023">
                  <c:v>10.5</c:v>
                </c:pt>
                <c:pt idx="2024">
                  <c:v>68</c:v>
                </c:pt>
                <c:pt idx="2025">
                  <c:v>35</c:v>
                </c:pt>
                <c:pt idx="2026">
                  <c:v>35</c:v>
                </c:pt>
                <c:pt idx="2027">
                  <c:v>50</c:v>
                </c:pt>
                <c:pt idx="2028">
                  <c:v>17</c:v>
                </c:pt>
                <c:pt idx="2029">
                  <c:v>55</c:v>
                </c:pt>
                <c:pt idx="2030">
                  <c:v>0.125</c:v>
                </c:pt>
                <c:pt idx="2031">
                  <c:v>30</c:v>
                </c:pt>
                <c:pt idx="2032">
                  <c:v>45</c:v>
                </c:pt>
                <c:pt idx="2033">
                  <c:v>10.7784</c:v>
                </c:pt>
                <c:pt idx="2034">
                  <c:v>4.8</c:v>
                </c:pt>
                <c:pt idx="2035">
                  <c:v>11</c:v>
                </c:pt>
                <c:pt idx="2036">
                  <c:v>20</c:v>
                </c:pt>
                <c:pt idx="2037">
                  <c:v>5</c:v>
                </c:pt>
                <c:pt idx="2038">
                  <c:v>32.679734</c:v>
                </c:pt>
                <c:pt idx="2039">
                  <c:v>28</c:v>
                </c:pt>
                <c:pt idx="2040">
                  <c:v>6</c:v>
                </c:pt>
                <c:pt idx="2041">
                  <c:v>0.1</c:v>
                </c:pt>
                <c:pt idx="2042">
                  <c:v>31</c:v>
                </c:pt>
                <c:pt idx="2043">
                  <c:v>10</c:v>
                </c:pt>
                <c:pt idx="2044">
                  <c:v>25</c:v>
                </c:pt>
                <c:pt idx="2045">
                  <c:v>29</c:v>
                </c:pt>
                <c:pt idx="2046">
                  <c:v>40</c:v>
                </c:pt>
                <c:pt idx="2047">
                  <c:v>22</c:v>
                </c:pt>
                <c:pt idx="2048">
                  <c:v>5.027266</c:v>
                </c:pt>
                <c:pt idx="2049">
                  <c:v>12</c:v>
                </c:pt>
                <c:pt idx="2050">
                  <c:v>25</c:v>
                </c:pt>
                <c:pt idx="2051">
                  <c:v>19</c:v>
                </c:pt>
                <c:pt idx="2052">
                  <c:v>7</c:v>
                </c:pt>
                <c:pt idx="2053">
                  <c:v>5.5</c:v>
                </c:pt>
                <c:pt idx="2054">
                  <c:v>18</c:v>
                </c:pt>
                <c:pt idx="2055">
                  <c:v>12</c:v>
                </c:pt>
                <c:pt idx="2056">
                  <c:v>10.5</c:v>
                </c:pt>
                <c:pt idx="2057">
                  <c:v>1</c:v>
                </c:pt>
                <c:pt idx="2058">
                  <c:v>63.9</c:v>
                </c:pt>
                <c:pt idx="2059">
                  <c:v>13</c:v>
                </c:pt>
                <c:pt idx="2060">
                  <c:v>4.2</c:v>
                </c:pt>
                <c:pt idx="2061">
                  <c:v>35</c:v>
                </c:pt>
                <c:pt idx="2062">
                  <c:v>32.4</c:v>
                </c:pt>
                <c:pt idx="2063">
                  <c:v>30</c:v>
                </c:pt>
                <c:pt idx="2064">
                  <c:v>5</c:v>
                </c:pt>
                <c:pt idx="2065">
                  <c:v>10</c:v>
                </c:pt>
                <c:pt idx="2066">
                  <c:v>18</c:v>
                </c:pt>
                <c:pt idx="2067">
                  <c:v>2.5</c:v>
                </c:pt>
                <c:pt idx="2068">
                  <c:v>8</c:v>
                </c:pt>
                <c:pt idx="2069">
                  <c:v>66.19</c:v>
                </c:pt>
                <c:pt idx="2070">
                  <c:v>40</c:v>
                </c:pt>
                <c:pt idx="2071">
                  <c:v>12.820005</c:v>
                </c:pt>
                <c:pt idx="2072">
                  <c:v>7.5</c:v>
                </c:pt>
                <c:pt idx="2073">
                  <c:v>5.4</c:v>
                </c:pt>
                <c:pt idx="2074">
                  <c:v>30</c:v>
                </c:pt>
                <c:pt idx="2075">
                  <c:v>25</c:v>
                </c:pt>
                <c:pt idx="2076">
                  <c:v>8.25</c:v>
                </c:pt>
                <c:pt idx="2077">
                  <c:v>29.7</c:v>
                </c:pt>
                <c:pt idx="2078">
                  <c:v>19</c:v>
                </c:pt>
                <c:pt idx="2079">
                  <c:v>0.052406</c:v>
                </c:pt>
                <c:pt idx="2080">
                  <c:v>25</c:v>
                </c:pt>
                <c:pt idx="2081">
                  <c:v>7.4</c:v>
                </c:pt>
                <c:pt idx="2082">
                  <c:v>1.839169</c:v>
                </c:pt>
                <c:pt idx="2083">
                  <c:v>50</c:v>
                </c:pt>
                <c:pt idx="2084">
                  <c:v>7.806306</c:v>
                </c:pt>
                <c:pt idx="2085">
                  <c:v>5.61</c:v>
                </c:pt>
                <c:pt idx="2086">
                  <c:v>7</c:v>
                </c:pt>
                <c:pt idx="2087">
                  <c:v>42</c:v>
                </c:pt>
                <c:pt idx="2088">
                  <c:v>5.5</c:v>
                </c:pt>
                <c:pt idx="2089">
                  <c:v>30</c:v>
                </c:pt>
                <c:pt idx="2090">
                  <c:v>5</c:v>
                </c:pt>
                <c:pt idx="2091">
                  <c:v>31</c:v>
                </c:pt>
                <c:pt idx="2092">
                  <c:v>65</c:v>
                </c:pt>
                <c:pt idx="2093">
                  <c:v>17</c:v>
                </c:pt>
                <c:pt idx="2094">
                  <c:v>0.147983</c:v>
                </c:pt>
                <c:pt idx="2095">
                  <c:v>3</c:v>
                </c:pt>
                <c:pt idx="2096">
                  <c:v>3</c:v>
                </c:pt>
                <c:pt idx="2097">
                  <c:v>25</c:v>
                </c:pt>
                <c:pt idx="2098">
                  <c:v>20</c:v>
                </c:pt>
                <c:pt idx="2099">
                  <c:v>21.4</c:v>
                </c:pt>
                <c:pt idx="2100">
                  <c:v>3.5</c:v>
                </c:pt>
                <c:pt idx="2101">
                  <c:v>20</c:v>
                </c:pt>
                <c:pt idx="2102">
                  <c:v>7.5</c:v>
                </c:pt>
                <c:pt idx="2103">
                  <c:v>12.840746</c:v>
                </c:pt>
                <c:pt idx="2104">
                  <c:v>125</c:v>
                </c:pt>
                <c:pt idx="2105">
                  <c:v>22</c:v>
                </c:pt>
                <c:pt idx="2106">
                  <c:v>12</c:v>
                </c:pt>
                <c:pt idx="2107">
                  <c:v>22</c:v>
                </c:pt>
                <c:pt idx="2108">
                  <c:v>4.667008</c:v>
                </c:pt>
                <c:pt idx="2109">
                  <c:v>12</c:v>
                </c:pt>
                <c:pt idx="2110">
                  <c:v>9</c:v>
                </c:pt>
                <c:pt idx="2111">
                  <c:v>0.7</c:v>
                </c:pt>
                <c:pt idx="2112">
                  <c:v>21</c:v>
                </c:pt>
                <c:pt idx="2113">
                  <c:v>28.210303</c:v>
                </c:pt>
                <c:pt idx="2114">
                  <c:v>5.7</c:v>
                </c:pt>
                <c:pt idx="2115">
                  <c:v>8.52</c:v>
                </c:pt>
                <c:pt idx="2116">
                  <c:v>2</c:v>
                </c:pt>
                <c:pt idx="2117">
                  <c:v>15.119234</c:v>
                </c:pt>
                <c:pt idx="2118">
                  <c:v>4</c:v>
                </c:pt>
                <c:pt idx="2119">
                  <c:v>6</c:v>
                </c:pt>
                <c:pt idx="2120">
                  <c:v>6</c:v>
                </c:pt>
                <c:pt idx="2121">
                  <c:v>10</c:v>
                </c:pt>
                <c:pt idx="2122">
                  <c:v>10</c:v>
                </c:pt>
                <c:pt idx="2123">
                  <c:v>7.11</c:v>
                </c:pt>
                <c:pt idx="2124">
                  <c:v>5</c:v>
                </c:pt>
                <c:pt idx="2125">
                  <c:v>7</c:v>
                </c:pt>
                <c:pt idx="2126">
                  <c:v>34</c:v>
                </c:pt>
                <c:pt idx="2127">
                  <c:v>25</c:v>
                </c:pt>
                <c:pt idx="2128">
                  <c:v>30</c:v>
                </c:pt>
                <c:pt idx="2129">
                  <c:v>6.04575</c:v>
                </c:pt>
                <c:pt idx="2130">
                  <c:v>17</c:v>
                </c:pt>
                <c:pt idx="2131">
                  <c:v>23</c:v>
                </c:pt>
                <c:pt idx="2132">
                  <c:v>3</c:v>
                </c:pt>
                <c:pt idx="2133">
                  <c:v>10</c:v>
                </c:pt>
                <c:pt idx="2134">
                  <c:v>22</c:v>
                </c:pt>
                <c:pt idx="2135">
                  <c:v>20</c:v>
                </c:pt>
                <c:pt idx="2136">
                  <c:v>1</c:v>
                </c:pt>
                <c:pt idx="2137">
                  <c:v>10</c:v>
                </c:pt>
                <c:pt idx="2138">
                  <c:v>0.179554</c:v>
                </c:pt>
                <c:pt idx="2139">
                  <c:v>15</c:v>
                </c:pt>
                <c:pt idx="2140">
                  <c:v>7.075038</c:v>
                </c:pt>
                <c:pt idx="2141">
                  <c:v>5.4</c:v>
                </c:pt>
                <c:pt idx="2142">
                  <c:v>22</c:v>
                </c:pt>
                <c:pt idx="2143">
                  <c:v>17.2</c:v>
                </c:pt>
                <c:pt idx="2144">
                  <c:v>12.308</c:v>
                </c:pt>
                <c:pt idx="2145">
                  <c:v>3.21379</c:v>
                </c:pt>
                <c:pt idx="2146">
                  <c:v>6</c:v>
                </c:pt>
                <c:pt idx="2147">
                  <c:v>7</c:v>
                </c:pt>
                <c:pt idx="2148">
                  <c:v>1.686858</c:v>
                </c:pt>
                <c:pt idx="2149">
                  <c:v>3.144622</c:v>
                </c:pt>
                <c:pt idx="2150">
                  <c:v>12</c:v>
                </c:pt>
                <c:pt idx="2151">
                  <c:v>30</c:v>
                </c:pt>
                <c:pt idx="2152">
                  <c:v>10</c:v>
                </c:pt>
                <c:pt idx="2153">
                  <c:v>40</c:v>
                </c:pt>
                <c:pt idx="2154">
                  <c:v>5</c:v>
                </c:pt>
                <c:pt idx="2155">
                  <c:v>7.3</c:v>
                </c:pt>
                <c:pt idx="2156">
                  <c:v>5</c:v>
                </c:pt>
                <c:pt idx="2157">
                  <c:v>5.5</c:v>
                </c:pt>
                <c:pt idx="2158">
                  <c:v>4.25</c:v>
                </c:pt>
                <c:pt idx="2159">
                  <c:v>7.54657</c:v>
                </c:pt>
                <c:pt idx="2160">
                  <c:v>25</c:v>
                </c:pt>
                <c:pt idx="2161">
                  <c:v>6.6</c:v>
                </c:pt>
                <c:pt idx="2162">
                  <c:v>8</c:v>
                </c:pt>
                <c:pt idx="2163">
                  <c:v>40</c:v>
                </c:pt>
                <c:pt idx="2164">
                  <c:v>1</c:v>
                </c:pt>
                <c:pt idx="2165">
                  <c:v>4.2</c:v>
                </c:pt>
                <c:pt idx="2166">
                  <c:v>2</c:v>
                </c:pt>
                <c:pt idx="2167">
                  <c:v>3</c:v>
                </c:pt>
                <c:pt idx="2168">
                  <c:v>4</c:v>
                </c:pt>
                <c:pt idx="2169">
                  <c:v>11.795877</c:v>
                </c:pt>
                <c:pt idx="2170">
                  <c:v>8</c:v>
                </c:pt>
                <c:pt idx="2171">
                  <c:v>10</c:v>
                </c:pt>
                <c:pt idx="2172">
                  <c:v>16.6</c:v>
                </c:pt>
                <c:pt idx="2173">
                  <c:v>0.286284</c:v>
                </c:pt>
                <c:pt idx="2174">
                  <c:v>9.850941</c:v>
                </c:pt>
                <c:pt idx="2175">
                  <c:v>0.53522</c:v>
                </c:pt>
                <c:pt idx="2176">
                  <c:v>2.8</c:v>
                </c:pt>
                <c:pt idx="2177">
                  <c:v>2.978</c:v>
                </c:pt>
                <c:pt idx="2178">
                  <c:v>0.916</c:v>
                </c:pt>
                <c:pt idx="2179">
                  <c:v>7.154497</c:v>
                </c:pt>
                <c:pt idx="2180">
                  <c:v>10</c:v>
                </c:pt>
                <c:pt idx="2181">
                  <c:v>20</c:v>
                </c:pt>
                <c:pt idx="2182">
                  <c:v>6</c:v>
                </c:pt>
                <c:pt idx="2183">
                  <c:v>7.13</c:v>
                </c:pt>
                <c:pt idx="2184">
                  <c:v>2</c:v>
                </c:pt>
                <c:pt idx="2185">
                  <c:v>10</c:v>
                </c:pt>
                <c:pt idx="2186">
                  <c:v>1.55</c:v>
                </c:pt>
                <c:pt idx="2187">
                  <c:v>14</c:v>
                </c:pt>
                <c:pt idx="2188">
                  <c:v>0.78</c:v>
                </c:pt>
                <c:pt idx="2189">
                  <c:v>200</c:v>
                </c:pt>
                <c:pt idx="2190">
                  <c:v>2.7407</c:v>
                </c:pt>
                <c:pt idx="2191">
                  <c:v>3</c:v>
                </c:pt>
                <c:pt idx="2192">
                  <c:v>1.9</c:v>
                </c:pt>
                <c:pt idx="2193">
                  <c:v>4.4</c:v>
                </c:pt>
                <c:pt idx="2194">
                  <c:v>7</c:v>
                </c:pt>
                <c:pt idx="2195">
                  <c:v>3.7</c:v>
                </c:pt>
                <c:pt idx="2196">
                  <c:v>300</c:v>
                </c:pt>
                <c:pt idx="2197">
                  <c:v>116</c:v>
                </c:pt>
                <c:pt idx="2198">
                  <c:v>90</c:v>
                </c:pt>
                <c:pt idx="2199">
                  <c:v>55</c:v>
                </c:pt>
                <c:pt idx="2200">
                  <c:v>170</c:v>
                </c:pt>
                <c:pt idx="2201">
                  <c:v>175</c:v>
                </c:pt>
                <c:pt idx="2202">
                  <c:v>200</c:v>
                </c:pt>
                <c:pt idx="2203">
                  <c:v>30</c:v>
                </c:pt>
                <c:pt idx="2204">
                  <c:v>10</c:v>
                </c:pt>
                <c:pt idx="2205">
                  <c:v>17</c:v>
                </c:pt>
                <c:pt idx="2206">
                  <c:v>178</c:v>
                </c:pt>
                <c:pt idx="2207">
                  <c:v>150</c:v>
                </c:pt>
                <c:pt idx="2208">
                  <c:v>35</c:v>
                </c:pt>
                <c:pt idx="2209">
                  <c:v>75</c:v>
                </c:pt>
                <c:pt idx="2210">
                  <c:v>23</c:v>
                </c:pt>
                <c:pt idx="2211">
                  <c:v>22</c:v>
                </c:pt>
                <c:pt idx="2212">
                  <c:v>110</c:v>
                </c:pt>
                <c:pt idx="2213">
                  <c:v>50</c:v>
                </c:pt>
                <c:pt idx="2214">
                  <c:v>200</c:v>
                </c:pt>
                <c:pt idx="2215">
                  <c:v>0.035</c:v>
                </c:pt>
                <c:pt idx="2216">
                  <c:v>62</c:v>
                </c:pt>
                <c:pt idx="2217">
                  <c:v>62</c:v>
                </c:pt>
                <c:pt idx="2218">
                  <c:v>5</c:v>
                </c:pt>
                <c:pt idx="2219">
                  <c:v>175</c:v>
                </c:pt>
                <c:pt idx="2220">
                  <c:v>40</c:v>
                </c:pt>
                <c:pt idx="2221">
                  <c:v>120</c:v>
                </c:pt>
                <c:pt idx="2222">
                  <c:v>80</c:v>
                </c:pt>
                <c:pt idx="2223">
                  <c:v>150</c:v>
                </c:pt>
                <c:pt idx="2224">
                  <c:v>18.3</c:v>
                </c:pt>
                <c:pt idx="2225">
                  <c:v>250</c:v>
                </c:pt>
                <c:pt idx="2226">
                  <c:v>52</c:v>
                </c:pt>
                <c:pt idx="2227">
                  <c:v>94</c:v>
                </c:pt>
                <c:pt idx="2228">
                  <c:v>88</c:v>
                </c:pt>
                <c:pt idx="2229">
                  <c:v>160</c:v>
                </c:pt>
                <c:pt idx="2230">
                  <c:v>5.5</c:v>
                </c:pt>
                <c:pt idx="2231">
                  <c:v>12</c:v>
                </c:pt>
                <c:pt idx="2232">
                  <c:v>13</c:v>
                </c:pt>
                <c:pt idx="2233">
                  <c:v>13</c:v>
                </c:pt>
                <c:pt idx="2234">
                  <c:v>70</c:v>
                </c:pt>
                <c:pt idx="2235">
                  <c:v>35</c:v>
                </c:pt>
                <c:pt idx="2236">
                  <c:v>135</c:v>
                </c:pt>
                <c:pt idx="2237">
                  <c:v>140</c:v>
                </c:pt>
                <c:pt idx="2238">
                  <c:v>38</c:v>
                </c:pt>
                <c:pt idx="2239">
                  <c:v>10</c:v>
                </c:pt>
                <c:pt idx="2240">
                  <c:v>36</c:v>
                </c:pt>
                <c:pt idx="2241">
                  <c:v>35</c:v>
                </c:pt>
                <c:pt idx="2242">
                  <c:v>100</c:v>
                </c:pt>
                <c:pt idx="2243">
                  <c:v>69</c:v>
                </c:pt>
                <c:pt idx="2244">
                  <c:v>30</c:v>
                </c:pt>
                <c:pt idx="2245">
                  <c:v>25</c:v>
                </c:pt>
                <c:pt idx="2246">
                  <c:v>6</c:v>
                </c:pt>
                <c:pt idx="2247">
                  <c:v>20</c:v>
                </c:pt>
                <c:pt idx="2248">
                  <c:v>50</c:v>
                </c:pt>
                <c:pt idx="2249">
                  <c:v>10</c:v>
                </c:pt>
                <c:pt idx="2250">
                  <c:v>2.9</c:v>
                </c:pt>
                <c:pt idx="2251">
                  <c:v>34</c:v>
                </c:pt>
                <c:pt idx="2252">
                  <c:v>40</c:v>
                </c:pt>
                <c:pt idx="2253">
                  <c:v>12</c:v>
                </c:pt>
                <c:pt idx="2254">
                  <c:v>25</c:v>
                </c:pt>
                <c:pt idx="2255">
                  <c:v>200</c:v>
                </c:pt>
                <c:pt idx="2256">
                  <c:v>5</c:v>
                </c:pt>
                <c:pt idx="2257">
                  <c:v>20</c:v>
                </c:pt>
                <c:pt idx="2258">
                  <c:v>120</c:v>
                </c:pt>
                <c:pt idx="2259">
                  <c:v>3.5</c:v>
                </c:pt>
                <c:pt idx="2260">
                  <c:v>75</c:v>
                </c:pt>
                <c:pt idx="2261">
                  <c:v>70</c:v>
                </c:pt>
                <c:pt idx="2262">
                  <c:v>62.770198</c:v>
                </c:pt>
                <c:pt idx="2263">
                  <c:v>50</c:v>
                </c:pt>
                <c:pt idx="2264">
                  <c:v>40</c:v>
                </c:pt>
                <c:pt idx="2265">
                  <c:v>110</c:v>
                </c:pt>
                <c:pt idx="2266">
                  <c:v>125</c:v>
                </c:pt>
                <c:pt idx="2267">
                  <c:v>48</c:v>
                </c:pt>
                <c:pt idx="2268">
                  <c:v>3.5</c:v>
                </c:pt>
                <c:pt idx="2269">
                  <c:v>35</c:v>
                </c:pt>
                <c:pt idx="2270">
                  <c:v>42</c:v>
                </c:pt>
                <c:pt idx="2271">
                  <c:v>3.2</c:v>
                </c:pt>
                <c:pt idx="2272">
                  <c:v>37</c:v>
                </c:pt>
                <c:pt idx="2273">
                  <c:v>28</c:v>
                </c:pt>
                <c:pt idx="2274">
                  <c:v>70</c:v>
                </c:pt>
                <c:pt idx="2275">
                  <c:v>51</c:v>
                </c:pt>
                <c:pt idx="2276">
                  <c:v>30</c:v>
                </c:pt>
                <c:pt idx="2277">
                  <c:v>20</c:v>
                </c:pt>
                <c:pt idx="2278">
                  <c:v>29</c:v>
                </c:pt>
                <c:pt idx="2279">
                  <c:v>1</c:v>
                </c:pt>
                <c:pt idx="2280">
                  <c:v>32</c:v>
                </c:pt>
                <c:pt idx="2281">
                  <c:v>2.8</c:v>
                </c:pt>
                <c:pt idx="2282">
                  <c:v>2.9</c:v>
                </c:pt>
                <c:pt idx="2283">
                  <c:v>19</c:v>
                </c:pt>
                <c:pt idx="2284">
                  <c:v>15</c:v>
                </c:pt>
                <c:pt idx="2285">
                  <c:v>17</c:v>
                </c:pt>
                <c:pt idx="2286">
                  <c:v>9.8</c:v>
                </c:pt>
                <c:pt idx="2287">
                  <c:v>7.28</c:v>
                </c:pt>
                <c:pt idx="2288">
                  <c:v>6</c:v>
                </c:pt>
                <c:pt idx="2289">
                  <c:v>30</c:v>
                </c:pt>
                <c:pt idx="2290">
                  <c:v>3</c:v>
                </c:pt>
                <c:pt idx="2291">
                  <c:v>10</c:v>
                </c:pt>
                <c:pt idx="2292">
                  <c:v>23</c:v>
                </c:pt>
                <c:pt idx="2293">
                  <c:v>25</c:v>
                </c:pt>
                <c:pt idx="2294">
                  <c:v>35</c:v>
                </c:pt>
                <c:pt idx="2295">
                  <c:v>40</c:v>
                </c:pt>
                <c:pt idx="2296">
                  <c:v>6</c:v>
                </c:pt>
                <c:pt idx="2297">
                  <c:v>38</c:v>
                </c:pt>
                <c:pt idx="2298">
                  <c:v>30</c:v>
                </c:pt>
                <c:pt idx="2299">
                  <c:v>80</c:v>
                </c:pt>
                <c:pt idx="2300">
                  <c:v>130</c:v>
                </c:pt>
                <c:pt idx="2301">
                  <c:v>3.5</c:v>
                </c:pt>
                <c:pt idx="2302">
                  <c:v>9.5</c:v>
                </c:pt>
                <c:pt idx="2303">
                  <c:v>12.5</c:v>
                </c:pt>
                <c:pt idx="2304">
                  <c:v>100</c:v>
                </c:pt>
                <c:pt idx="2305">
                  <c:v>8</c:v>
                </c:pt>
                <c:pt idx="2306">
                  <c:v>20</c:v>
                </c:pt>
                <c:pt idx="2307">
                  <c:v>1.5</c:v>
                </c:pt>
                <c:pt idx="2308">
                  <c:v>59</c:v>
                </c:pt>
                <c:pt idx="2309">
                  <c:v>6</c:v>
                </c:pt>
                <c:pt idx="2310">
                  <c:v>1.7</c:v>
                </c:pt>
                <c:pt idx="2311">
                  <c:v>35</c:v>
                </c:pt>
                <c:pt idx="2312">
                  <c:v>3.5</c:v>
                </c:pt>
                <c:pt idx="2313">
                  <c:v>32</c:v>
                </c:pt>
                <c:pt idx="2314">
                  <c:v>9.6</c:v>
                </c:pt>
                <c:pt idx="2315">
                  <c:v>4</c:v>
                </c:pt>
                <c:pt idx="2316">
                  <c:v>43</c:v>
                </c:pt>
                <c:pt idx="2317">
                  <c:v>30</c:v>
                </c:pt>
                <c:pt idx="2318">
                  <c:v>20</c:v>
                </c:pt>
                <c:pt idx="2319">
                  <c:v>2</c:v>
                </c:pt>
                <c:pt idx="2320">
                  <c:v>8.5</c:v>
                </c:pt>
                <c:pt idx="2321">
                  <c:v>1.5</c:v>
                </c:pt>
                <c:pt idx="2322">
                  <c:v>36</c:v>
                </c:pt>
                <c:pt idx="2323">
                  <c:v>21</c:v>
                </c:pt>
                <c:pt idx="2324">
                  <c:v>7</c:v>
                </c:pt>
                <c:pt idx="2325">
                  <c:v>4.5</c:v>
                </c:pt>
                <c:pt idx="2326">
                  <c:v>16</c:v>
                </c:pt>
                <c:pt idx="2327">
                  <c:v>8.9334</c:v>
                </c:pt>
                <c:pt idx="2328">
                  <c:v>15</c:v>
                </c:pt>
                <c:pt idx="2329">
                  <c:v>20</c:v>
                </c:pt>
                <c:pt idx="2330">
                  <c:v>24.625</c:v>
                </c:pt>
                <c:pt idx="2331">
                  <c:v>75</c:v>
                </c:pt>
                <c:pt idx="2332">
                  <c:v>1</c:v>
                </c:pt>
                <c:pt idx="2333">
                  <c:v>18.9</c:v>
                </c:pt>
                <c:pt idx="2334">
                  <c:v>10</c:v>
                </c:pt>
                <c:pt idx="2335">
                  <c:v>17</c:v>
                </c:pt>
                <c:pt idx="2336">
                  <c:v>13.305</c:v>
                </c:pt>
                <c:pt idx="2337">
                  <c:v>4</c:v>
                </c:pt>
                <c:pt idx="2338">
                  <c:v>30</c:v>
                </c:pt>
                <c:pt idx="2339">
                  <c:v>31</c:v>
                </c:pt>
                <c:pt idx="2340">
                  <c:v>4.9</c:v>
                </c:pt>
                <c:pt idx="2341">
                  <c:v>24</c:v>
                </c:pt>
                <c:pt idx="2342">
                  <c:v>15</c:v>
                </c:pt>
                <c:pt idx="2343">
                  <c:v>25</c:v>
                </c:pt>
                <c:pt idx="2344">
                  <c:v>0.130178</c:v>
                </c:pt>
                <c:pt idx="2345">
                  <c:v>20</c:v>
                </c:pt>
                <c:pt idx="2346">
                  <c:v>42</c:v>
                </c:pt>
                <c:pt idx="2347">
                  <c:v>13.7494</c:v>
                </c:pt>
                <c:pt idx="2348">
                  <c:v>30</c:v>
                </c:pt>
                <c:pt idx="2349">
                  <c:v>5.7</c:v>
                </c:pt>
                <c:pt idx="2350">
                  <c:v>103</c:v>
                </c:pt>
                <c:pt idx="2351">
                  <c:v>15</c:v>
                </c:pt>
                <c:pt idx="2352">
                  <c:v>5</c:v>
                </c:pt>
                <c:pt idx="2353">
                  <c:v>2</c:v>
                </c:pt>
                <c:pt idx="2354">
                  <c:v>87</c:v>
                </c:pt>
                <c:pt idx="2355">
                  <c:v>12</c:v>
                </c:pt>
                <c:pt idx="2356">
                  <c:v>50</c:v>
                </c:pt>
                <c:pt idx="2357">
                  <c:v>3</c:v>
                </c:pt>
                <c:pt idx="2358">
                  <c:v>19.116</c:v>
                </c:pt>
                <c:pt idx="2359">
                  <c:v>0.35</c:v>
                </c:pt>
                <c:pt idx="2360">
                  <c:v>60</c:v>
                </c:pt>
                <c:pt idx="2361">
                  <c:v>3.5</c:v>
                </c:pt>
                <c:pt idx="2362">
                  <c:v>1</c:v>
                </c:pt>
                <c:pt idx="2363">
                  <c:v>5.5</c:v>
                </c:pt>
                <c:pt idx="2364">
                  <c:v>10</c:v>
                </c:pt>
                <c:pt idx="2365">
                  <c:v>8</c:v>
                </c:pt>
                <c:pt idx="2366">
                  <c:v>0.9</c:v>
                </c:pt>
                <c:pt idx="2367">
                  <c:v>10</c:v>
                </c:pt>
                <c:pt idx="2368">
                  <c:v>30</c:v>
                </c:pt>
                <c:pt idx="2369">
                  <c:v>29</c:v>
                </c:pt>
                <c:pt idx="2370">
                  <c:v>7</c:v>
                </c:pt>
                <c:pt idx="2371">
                  <c:v>10</c:v>
                </c:pt>
                <c:pt idx="2372">
                  <c:v>5</c:v>
                </c:pt>
                <c:pt idx="2373">
                  <c:v>10</c:v>
                </c:pt>
                <c:pt idx="2374">
                  <c:v>7</c:v>
                </c:pt>
                <c:pt idx="2375">
                  <c:v>4.920975</c:v>
                </c:pt>
                <c:pt idx="2376">
                  <c:v>39</c:v>
                </c:pt>
                <c:pt idx="2377">
                  <c:v>2</c:v>
                </c:pt>
                <c:pt idx="2378">
                  <c:v>20</c:v>
                </c:pt>
                <c:pt idx="2379">
                  <c:v>16</c:v>
                </c:pt>
                <c:pt idx="2380">
                  <c:v>63</c:v>
                </c:pt>
                <c:pt idx="2381">
                  <c:v>19</c:v>
                </c:pt>
                <c:pt idx="2382">
                  <c:v>11.31843</c:v>
                </c:pt>
                <c:pt idx="2383">
                  <c:v>5.5</c:v>
                </c:pt>
                <c:pt idx="2384">
                  <c:v>8.155</c:v>
                </c:pt>
                <c:pt idx="2385">
                  <c:v>5.2</c:v>
                </c:pt>
                <c:pt idx="2386">
                  <c:v>21.918618</c:v>
                </c:pt>
                <c:pt idx="2387">
                  <c:v>42</c:v>
                </c:pt>
                <c:pt idx="2388">
                  <c:v>2.5</c:v>
                </c:pt>
                <c:pt idx="2389">
                  <c:v>25</c:v>
                </c:pt>
                <c:pt idx="2390">
                  <c:v>10</c:v>
                </c:pt>
                <c:pt idx="2391">
                  <c:v>4.9545</c:v>
                </c:pt>
                <c:pt idx="2392">
                  <c:v>13.5</c:v>
                </c:pt>
                <c:pt idx="2393">
                  <c:v>4</c:v>
                </c:pt>
                <c:pt idx="2394">
                  <c:v>3.5</c:v>
                </c:pt>
                <c:pt idx="2395">
                  <c:v>7</c:v>
                </c:pt>
                <c:pt idx="2396">
                  <c:v>4</c:v>
                </c:pt>
                <c:pt idx="2397">
                  <c:v>44.005</c:v>
                </c:pt>
                <c:pt idx="2398">
                  <c:v>14</c:v>
                </c:pt>
                <c:pt idx="2399">
                  <c:v>15</c:v>
                </c:pt>
                <c:pt idx="2400">
                  <c:v>6</c:v>
                </c:pt>
                <c:pt idx="2401">
                  <c:v>7</c:v>
                </c:pt>
                <c:pt idx="2402">
                  <c:v>2.243662</c:v>
                </c:pt>
                <c:pt idx="2403">
                  <c:v>15</c:v>
                </c:pt>
                <c:pt idx="2404">
                  <c:v>21</c:v>
                </c:pt>
                <c:pt idx="2405">
                  <c:v>34</c:v>
                </c:pt>
                <c:pt idx="2406">
                  <c:v>5</c:v>
                </c:pt>
                <c:pt idx="2407">
                  <c:v>10</c:v>
                </c:pt>
                <c:pt idx="2408">
                  <c:v>0.745971</c:v>
                </c:pt>
                <c:pt idx="2409">
                  <c:v>2.4</c:v>
                </c:pt>
                <c:pt idx="2410">
                  <c:v>4.5</c:v>
                </c:pt>
                <c:pt idx="2411">
                  <c:v>2.5</c:v>
                </c:pt>
                <c:pt idx="2412">
                  <c:v>8</c:v>
                </c:pt>
                <c:pt idx="2413">
                  <c:v>18</c:v>
                </c:pt>
                <c:pt idx="2414">
                  <c:v>19</c:v>
                </c:pt>
                <c:pt idx="2415">
                  <c:v>13</c:v>
                </c:pt>
                <c:pt idx="2416">
                  <c:v>6</c:v>
                </c:pt>
                <c:pt idx="2417">
                  <c:v>2.5</c:v>
                </c:pt>
                <c:pt idx="2418">
                  <c:v>10.8</c:v>
                </c:pt>
                <c:pt idx="2419">
                  <c:v>21</c:v>
                </c:pt>
                <c:pt idx="2420">
                  <c:v>1.7</c:v>
                </c:pt>
                <c:pt idx="2421">
                  <c:v>25</c:v>
                </c:pt>
                <c:pt idx="2422">
                  <c:v>2</c:v>
                </c:pt>
                <c:pt idx="2423">
                  <c:v>4.5527</c:v>
                </c:pt>
                <c:pt idx="2424">
                  <c:v>31</c:v>
                </c:pt>
                <c:pt idx="2425">
                  <c:v>3</c:v>
                </c:pt>
                <c:pt idx="2426">
                  <c:v>7.6</c:v>
                </c:pt>
                <c:pt idx="2427">
                  <c:v>1</c:v>
                </c:pt>
                <c:pt idx="2428">
                  <c:v>9.661157</c:v>
                </c:pt>
                <c:pt idx="2429">
                  <c:v>15.8</c:v>
                </c:pt>
                <c:pt idx="2430">
                  <c:v>77</c:v>
                </c:pt>
                <c:pt idx="2431">
                  <c:v>13.5</c:v>
                </c:pt>
                <c:pt idx="2432">
                  <c:v>2</c:v>
                </c:pt>
                <c:pt idx="2433">
                  <c:v>0.125</c:v>
                </c:pt>
                <c:pt idx="2434">
                  <c:v>10</c:v>
                </c:pt>
                <c:pt idx="2435">
                  <c:v>3.5</c:v>
                </c:pt>
                <c:pt idx="2436">
                  <c:v>7.120949</c:v>
                </c:pt>
                <c:pt idx="2437">
                  <c:v>5</c:v>
                </c:pt>
                <c:pt idx="2438">
                  <c:v>0.9</c:v>
                </c:pt>
                <c:pt idx="2439">
                  <c:v>10</c:v>
                </c:pt>
                <c:pt idx="2440">
                  <c:v>15</c:v>
                </c:pt>
                <c:pt idx="2441">
                  <c:v>4.3461</c:v>
                </c:pt>
                <c:pt idx="2442">
                  <c:v>260</c:v>
                </c:pt>
                <c:pt idx="2443">
                  <c:v>356</c:v>
                </c:pt>
                <c:pt idx="2444">
                  <c:v>11.363</c:v>
                </c:pt>
                <c:pt idx="2445">
                  <c:v>6.5</c:v>
                </c:pt>
                <c:pt idx="2446">
                  <c:v>22</c:v>
                </c:pt>
                <c:pt idx="2447">
                  <c:v>416</c:v>
                </c:pt>
                <c:pt idx="2448">
                  <c:v>200</c:v>
                </c:pt>
                <c:pt idx="2449">
                  <c:v>129</c:v>
                </c:pt>
                <c:pt idx="2450">
                  <c:v>55</c:v>
                </c:pt>
                <c:pt idx="2451">
                  <c:v>160</c:v>
                </c:pt>
                <c:pt idx="2452">
                  <c:v>14</c:v>
                </c:pt>
                <c:pt idx="2453">
                  <c:v>55</c:v>
                </c:pt>
                <c:pt idx="2454">
                  <c:v>150</c:v>
                </c:pt>
                <c:pt idx="2455">
                  <c:v>79</c:v>
                </c:pt>
                <c:pt idx="2456">
                  <c:v>50</c:v>
                </c:pt>
                <c:pt idx="2457">
                  <c:v>40</c:v>
                </c:pt>
                <c:pt idx="2458">
                  <c:v>27</c:v>
                </c:pt>
                <c:pt idx="2459">
                  <c:v>152</c:v>
                </c:pt>
                <c:pt idx="2460">
                  <c:v>170</c:v>
                </c:pt>
                <c:pt idx="2461">
                  <c:v>125</c:v>
                </c:pt>
                <c:pt idx="2462">
                  <c:v>185</c:v>
                </c:pt>
                <c:pt idx="2463">
                  <c:v>183</c:v>
                </c:pt>
                <c:pt idx="2464">
                  <c:v>185</c:v>
                </c:pt>
                <c:pt idx="2465">
                  <c:v>9</c:v>
                </c:pt>
                <c:pt idx="2466">
                  <c:v>95</c:v>
                </c:pt>
                <c:pt idx="2467">
                  <c:v>175</c:v>
                </c:pt>
                <c:pt idx="2468">
                  <c:v>1.203235</c:v>
                </c:pt>
                <c:pt idx="2469">
                  <c:v>170</c:v>
                </c:pt>
                <c:pt idx="2470">
                  <c:v>97.6</c:v>
                </c:pt>
                <c:pt idx="2471">
                  <c:v>7</c:v>
                </c:pt>
                <c:pt idx="2472">
                  <c:v>110</c:v>
                </c:pt>
                <c:pt idx="2473">
                  <c:v>21</c:v>
                </c:pt>
                <c:pt idx="2474">
                  <c:v>6</c:v>
                </c:pt>
                <c:pt idx="2475">
                  <c:v>200</c:v>
                </c:pt>
                <c:pt idx="2476">
                  <c:v>80</c:v>
                </c:pt>
                <c:pt idx="2477">
                  <c:v>80</c:v>
                </c:pt>
                <c:pt idx="2478">
                  <c:v>42</c:v>
                </c:pt>
                <c:pt idx="2479">
                  <c:v>9</c:v>
                </c:pt>
                <c:pt idx="2480">
                  <c:v>11</c:v>
                </c:pt>
                <c:pt idx="2481">
                  <c:v>100</c:v>
                </c:pt>
                <c:pt idx="2482">
                  <c:v>159</c:v>
                </c:pt>
                <c:pt idx="2483">
                  <c:v>9</c:v>
                </c:pt>
                <c:pt idx="2484">
                  <c:v>40</c:v>
                </c:pt>
                <c:pt idx="2485">
                  <c:v>150</c:v>
                </c:pt>
                <c:pt idx="2486">
                  <c:v>65</c:v>
                </c:pt>
                <c:pt idx="2487">
                  <c:v>40</c:v>
                </c:pt>
                <c:pt idx="2488">
                  <c:v>5</c:v>
                </c:pt>
                <c:pt idx="2489">
                  <c:v>20</c:v>
                </c:pt>
                <c:pt idx="2490">
                  <c:v>49</c:v>
                </c:pt>
                <c:pt idx="2491">
                  <c:v>50</c:v>
                </c:pt>
                <c:pt idx="2492">
                  <c:v>3.5</c:v>
                </c:pt>
                <c:pt idx="2493">
                  <c:v>5.74</c:v>
                </c:pt>
                <c:pt idx="2494">
                  <c:v>6</c:v>
                </c:pt>
                <c:pt idx="2495">
                  <c:v>34</c:v>
                </c:pt>
                <c:pt idx="2496">
                  <c:v>48</c:v>
                </c:pt>
                <c:pt idx="2497">
                  <c:v>100</c:v>
                </c:pt>
                <c:pt idx="2498">
                  <c:v>170</c:v>
                </c:pt>
                <c:pt idx="2499">
                  <c:v>13.5</c:v>
                </c:pt>
                <c:pt idx="2500">
                  <c:v>75</c:v>
                </c:pt>
                <c:pt idx="2501">
                  <c:v>20</c:v>
                </c:pt>
                <c:pt idx="2502">
                  <c:v>25</c:v>
                </c:pt>
                <c:pt idx="2503">
                  <c:v>19</c:v>
                </c:pt>
                <c:pt idx="2504">
                  <c:v>40</c:v>
                </c:pt>
                <c:pt idx="2505">
                  <c:v>10</c:v>
                </c:pt>
                <c:pt idx="2506">
                  <c:v>20</c:v>
                </c:pt>
                <c:pt idx="2507">
                  <c:v>12</c:v>
                </c:pt>
                <c:pt idx="2508">
                  <c:v>6</c:v>
                </c:pt>
                <c:pt idx="2509">
                  <c:v>18</c:v>
                </c:pt>
                <c:pt idx="2510">
                  <c:v>16</c:v>
                </c:pt>
                <c:pt idx="2511">
                  <c:v>14</c:v>
                </c:pt>
                <c:pt idx="2512">
                  <c:v>140</c:v>
                </c:pt>
                <c:pt idx="2513">
                  <c:v>11.936735</c:v>
                </c:pt>
                <c:pt idx="2514">
                  <c:v>14</c:v>
                </c:pt>
                <c:pt idx="2515">
                  <c:v>45</c:v>
                </c:pt>
                <c:pt idx="2516">
                  <c:v>20</c:v>
                </c:pt>
                <c:pt idx="2517">
                  <c:v>33</c:v>
                </c:pt>
                <c:pt idx="2518">
                  <c:v>100</c:v>
                </c:pt>
                <c:pt idx="2519">
                  <c:v>60</c:v>
                </c:pt>
                <c:pt idx="2520">
                  <c:v>49</c:v>
                </c:pt>
                <c:pt idx="2521">
                  <c:v>99</c:v>
                </c:pt>
                <c:pt idx="2522">
                  <c:v>18</c:v>
                </c:pt>
                <c:pt idx="2523">
                  <c:v>25</c:v>
                </c:pt>
                <c:pt idx="2524">
                  <c:v>37.5</c:v>
                </c:pt>
                <c:pt idx="2525">
                  <c:v>18</c:v>
                </c:pt>
                <c:pt idx="2526">
                  <c:v>22.4</c:v>
                </c:pt>
                <c:pt idx="2527">
                  <c:v>9</c:v>
                </c:pt>
                <c:pt idx="2528">
                  <c:v>40</c:v>
                </c:pt>
                <c:pt idx="2529">
                  <c:v>6.5</c:v>
                </c:pt>
                <c:pt idx="2530">
                  <c:v>4</c:v>
                </c:pt>
                <c:pt idx="2531">
                  <c:v>32</c:v>
                </c:pt>
                <c:pt idx="2532">
                  <c:v>15</c:v>
                </c:pt>
                <c:pt idx="2533">
                  <c:v>6</c:v>
                </c:pt>
                <c:pt idx="2534">
                  <c:v>20</c:v>
                </c:pt>
                <c:pt idx="2535">
                  <c:v>17.7</c:v>
                </c:pt>
                <c:pt idx="2536">
                  <c:v>21</c:v>
                </c:pt>
                <c:pt idx="2537">
                  <c:v>10</c:v>
                </c:pt>
                <c:pt idx="2538">
                  <c:v>45</c:v>
                </c:pt>
                <c:pt idx="2539">
                  <c:v>3.6</c:v>
                </c:pt>
                <c:pt idx="2540">
                  <c:v>15</c:v>
                </c:pt>
                <c:pt idx="2541">
                  <c:v>100</c:v>
                </c:pt>
                <c:pt idx="2542">
                  <c:v>11</c:v>
                </c:pt>
                <c:pt idx="2543">
                  <c:v>17.5</c:v>
                </c:pt>
                <c:pt idx="2544">
                  <c:v>10.769016</c:v>
                </c:pt>
                <c:pt idx="2545">
                  <c:v>1.6</c:v>
                </c:pt>
                <c:pt idx="2546">
                  <c:v>60</c:v>
                </c:pt>
                <c:pt idx="2547">
                  <c:v>2.9</c:v>
                </c:pt>
                <c:pt idx="2548">
                  <c:v>20</c:v>
                </c:pt>
                <c:pt idx="2549">
                  <c:v>30</c:v>
                </c:pt>
                <c:pt idx="2550">
                  <c:v>59</c:v>
                </c:pt>
                <c:pt idx="2551">
                  <c:v>15</c:v>
                </c:pt>
                <c:pt idx="2552">
                  <c:v>0.066</c:v>
                </c:pt>
                <c:pt idx="2553">
                  <c:v>5</c:v>
                </c:pt>
                <c:pt idx="2554">
                  <c:v>8.12</c:v>
                </c:pt>
                <c:pt idx="2555">
                  <c:v>30</c:v>
                </c:pt>
                <c:pt idx="2556">
                  <c:v>3.4</c:v>
                </c:pt>
                <c:pt idx="2557">
                  <c:v>25</c:v>
                </c:pt>
                <c:pt idx="2558">
                  <c:v>6</c:v>
                </c:pt>
                <c:pt idx="2559">
                  <c:v>12.4</c:v>
                </c:pt>
                <c:pt idx="2560">
                  <c:v>5</c:v>
                </c:pt>
                <c:pt idx="2561">
                  <c:v>25</c:v>
                </c:pt>
                <c:pt idx="2562">
                  <c:v>31</c:v>
                </c:pt>
                <c:pt idx="2563">
                  <c:v>6</c:v>
                </c:pt>
                <c:pt idx="2564">
                  <c:v>100</c:v>
                </c:pt>
                <c:pt idx="2565">
                  <c:v>12</c:v>
                </c:pt>
                <c:pt idx="2566">
                  <c:v>10</c:v>
                </c:pt>
                <c:pt idx="2567">
                  <c:v>20</c:v>
                </c:pt>
                <c:pt idx="2568">
                  <c:v>29.9</c:v>
                </c:pt>
                <c:pt idx="2569">
                  <c:v>25</c:v>
                </c:pt>
                <c:pt idx="2570">
                  <c:v>0.002</c:v>
                </c:pt>
                <c:pt idx="2571">
                  <c:v>45</c:v>
                </c:pt>
                <c:pt idx="2572">
                  <c:v>25</c:v>
                </c:pt>
                <c:pt idx="2573">
                  <c:v>11</c:v>
                </c:pt>
                <c:pt idx="2574">
                  <c:v>5</c:v>
                </c:pt>
                <c:pt idx="2575">
                  <c:v>26</c:v>
                </c:pt>
                <c:pt idx="2576">
                  <c:v>7</c:v>
                </c:pt>
                <c:pt idx="2577">
                  <c:v>1.8</c:v>
                </c:pt>
                <c:pt idx="2578">
                  <c:v>4</c:v>
                </c:pt>
                <c:pt idx="2579">
                  <c:v>10.892</c:v>
                </c:pt>
                <c:pt idx="2580">
                  <c:v>9</c:v>
                </c:pt>
                <c:pt idx="2581">
                  <c:v>95</c:v>
                </c:pt>
                <c:pt idx="2582">
                  <c:v>2.5</c:v>
                </c:pt>
                <c:pt idx="2583">
                  <c:v>10</c:v>
                </c:pt>
                <c:pt idx="2584">
                  <c:v>23.934823</c:v>
                </c:pt>
                <c:pt idx="2585">
                  <c:v>16</c:v>
                </c:pt>
                <c:pt idx="2586">
                  <c:v>18.5</c:v>
                </c:pt>
                <c:pt idx="2587">
                  <c:v>40</c:v>
                </c:pt>
                <c:pt idx="2588">
                  <c:v>5</c:v>
                </c:pt>
                <c:pt idx="2589">
                  <c:v>16</c:v>
                </c:pt>
                <c:pt idx="2590">
                  <c:v>20</c:v>
                </c:pt>
                <c:pt idx="2591">
                  <c:v>25</c:v>
                </c:pt>
                <c:pt idx="2592">
                  <c:v>52</c:v>
                </c:pt>
                <c:pt idx="2593">
                  <c:v>3</c:v>
                </c:pt>
                <c:pt idx="2594">
                  <c:v>20</c:v>
                </c:pt>
                <c:pt idx="2595">
                  <c:v>87.5</c:v>
                </c:pt>
                <c:pt idx="2596">
                  <c:v>4.735684</c:v>
                </c:pt>
                <c:pt idx="2597">
                  <c:v>12</c:v>
                </c:pt>
                <c:pt idx="2598">
                  <c:v>0.2503</c:v>
                </c:pt>
                <c:pt idx="2599">
                  <c:v>25.3</c:v>
                </c:pt>
                <c:pt idx="2600">
                  <c:v>8</c:v>
                </c:pt>
                <c:pt idx="2601">
                  <c:v>35</c:v>
                </c:pt>
                <c:pt idx="2602">
                  <c:v>20</c:v>
                </c:pt>
                <c:pt idx="2603">
                  <c:v>8</c:v>
                </c:pt>
                <c:pt idx="2604">
                  <c:v>8</c:v>
                </c:pt>
                <c:pt idx="2605">
                  <c:v>9</c:v>
                </c:pt>
                <c:pt idx="2606">
                  <c:v>15.6</c:v>
                </c:pt>
                <c:pt idx="2607">
                  <c:v>3</c:v>
                </c:pt>
                <c:pt idx="2608">
                  <c:v>10</c:v>
                </c:pt>
                <c:pt idx="2609">
                  <c:v>30</c:v>
                </c:pt>
                <c:pt idx="2610">
                  <c:v>1.8</c:v>
                </c:pt>
                <c:pt idx="2611">
                  <c:v>5</c:v>
                </c:pt>
                <c:pt idx="2612">
                  <c:v>9</c:v>
                </c:pt>
                <c:pt idx="2613">
                  <c:v>1.3</c:v>
                </c:pt>
                <c:pt idx="2614">
                  <c:v>38</c:v>
                </c:pt>
                <c:pt idx="2615">
                  <c:v>26</c:v>
                </c:pt>
                <c:pt idx="2616">
                  <c:v>10</c:v>
                </c:pt>
                <c:pt idx="2617">
                  <c:v>51</c:v>
                </c:pt>
                <c:pt idx="2618">
                  <c:v>75</c:v>
                </c:pt>
                <c:pt idx="2619">
                  <c:v>8.3</c:v>
                </c:pt>
                <c:pt idx="2620">
                  <c:v>8</c:v>
                </c:pt>
                <c:pt idx="2621">
                  <c:v>2.8</c:v>
                </c:pt>
                <c:pt idx="2622">
                  <c:v>4</c:v>
                </c:pt>
                <c:pt idx="2623">
                  <c:v>7.8</c:v>
                </c:pt>
                <c:pt idx="2624">
                  <c:v>3.5</c:v>
                </c:pt>
                <c:pt idx="2625">
                  <c:v>13</c:v>
                </c:pt>
                <c:pt idx="2626">
                  <c:v>2.1</c:v>
                </c:pt>
                <c:pt idx="2627">
                  <c:v>1.43</c:v>
                </c:pt>
                <c:pt idx="2628">
                  <c:v>4.83349</c:v>
                </c:pt>
                <c:pt idx="2629">
                  <c:v>5.1</c:v>
                </c:pt>
                <c:pt idx="2630">
                  <c:v>20</c:v>
                </c:pt>
                <c:pt idx="2631">
                  <c:v>11</c:v>
                </c:pt>
                <c:pt idx="2632">
                  <c:v>7.3</c:v>
                </c:pt>
                <c:pt idx="2633">
                  <c:v>5.5</c:v>
                </c:pt>
                <c:pt idx="2634">
                  <c:v>4.30254</c:v>
                </c:pt>
                <c:pt idx="2635">
                  <c:v>5</c:v>
                </c:pt>
                <c:pt idx="2636">
                  <c:v>4.7</c:v>
                </c:pt>
                <c:pt idx="2637">
                  <c:v>4.5</c:v>
                </c:pt>
                <c:pt idx="2638">
                  <c:v>1.45</c:v>
                </c:pt>
                <c:pt idx="2639">
                  <c:v>3.8</c:v>
                </c:pt>
                <c:pt idx="2640">
                  <c:v>10</c:v>
                </c:pt>
                <c:pt idx="2641">
                  <c:v>8</c:v>
                </c:pt>
                <c:pt idx="2642">
                  <c:v>6</c:v>
                </c:pt>
                <c:pt idx="2643">
                  <c:v>7.8</c:v>
                </c:pt>
                <c:pt idx="2644">
                  <c:v>3.328289</c:v>
                </c:pt>
                <c:pt idx="2645">
                  <c:v>6.837995</c:v>
                </c:pt>
                <c:pt idx="2646">
                  <c:v>12</c:v>
                </c:pt>
                <c:pt idx="2647">
                  <c:v>4</c:v>
                </c:pt>
                <c:pt idx="2648">
                  <c:v>5</c:v>
                </c:pt>
                <c:pt idx="2649">
                  <c:v>5.6</c:v>
                </c:pt>
                <c:pt idx="2650">
                  <c:v>9</c:v>
                </c:pt>
                <c:pt idx="2651">
                  <c:v>6.825</c:v>
                </c:pt>
                <c:pt idx="2652">
                  <c:v>5</c:v>
                </c:pt>
                <c:pt idx="2653">
                  <c:v>0.03</c:v>
                </c:pt>
                <c:pt idx="2654">
                  <c:v>6</c:v>
                </c:pt>
                <c:pt idx="2655">
                  <c:v>2.6</c:v>
                </c:pt>
                <c:pt idx="2656">
                  <c:v>18</c:v>
                </c:pt>
                <c:pt idx="2657">
                  <c:v>4</c:v>
                </c:pt>
                <c:pt idx="2658">
                  <c:v>3.6</c:v>
                </c:pt>
                <c:pt idx="2659">
                  <c:v>7</c:v>
                </c:pt>
                <c:pt idx="2660">
                  <c:v>2.7</c:v>
                </c:pt>
                <c:pt idx="2661">
                  <c:v>2.5</c:v>
                </c:pt>
                <c:pt idx="2662">
                  <c:v>8</c:v>
                </c:pt>
                <c:pt idx="2663">
                  <c:v>1</c:v>
                </c:pt>
                <c:pt idx="2664">
                  <c:v>5.256817</c:v>
                </c:pt>
                <c:pt idx="2665">
                  <c:v>3.5</c:v>
                </c:pt>
                <c:pt idx="2666">
                  <c:v>2</c:v>
                </c:pt>
                <c:pt idx="2667">
                  <c:v>5.782853</c:v>
                </c:pt>
                <c:pt idx="2668">
                  <c:v>1.80357</c:v>
                </c:pt>
                <c:pt idx="2669">
                  <c:v>85</c:v>
                </c:pt>
                <c:pt idx="2670">
                  <c:v>15.7</c:v>
                </c:pt>
                <c:pt idx="2671">
                  <c:v>90</c:v>
                </c:pt>
                <c:pt idx="2672">
                  <c:v>150</c:v>
                </c:pt>
                <c:pt idx="2673">
                  <c:v>34</c:v>
                </c:pt>
                <c:pt idx="2674">
                  <c:v>65</c:v>
                </c:pt>
                <c:pt idx="2675">
                  <c:v>14</c:v>
                </c:pt>
                <c:pt idx="2676">
                  <c:v>5</c:v>
                </c:pt>
                <c:pt idx="2677">
                  <c:v>200</c:v>
                </c:pt>
                <c:pt idx="2678">
                  <c:v>200</c:v>
                </c:pt>
                <c:pt idx="2679">
                  <c:v>205</c:v>
                </c:pt>
                <c:pt idx="2680">
                  <c:v>75</c:v>
                </c:pt>
                <c:pt idx="2681">
                  <c:v>60</c:v>
                </c:pt>
                <c:pt idx="2682">
                  <c:v>42</c:v>
                </c:pt>
                <c:pt idx="2683">
                  <c:v>22</c:v>
                </c:pt>
                <c:pt idx="2684">
                  <c:v>30</c:v>
                </c:pt>
                <c:pt idx="2685">
                  <c:v>109</c:v>
                </c:pt>
                <c:pt idx="2686">
                  <c:v>14</c:v>
                </c:pt>
                <c:pt idx="2687">
                  <c:v>90</c:v>
                </c:pt>
                <c:pt idx="2688">
                  <c:v>17</c:v>
                </c:pt>
                <c:pt idx="2689">
                  <c:v>7</c:v>
                </c:pt>
                <c:pt idx="2690">
                  <c:v>60</c:v>
                </c:pt>
                <c:pt idx="2691">
                  <c:v>67</c:v>
                </c:pt>
                <c:pt idx="2692">
                  <c:v>8.8192</c:v>
                </c:pt>
                <c:pt idx="2693">
                  <c:v>16</c:v>
                </c:pt>
                <c:pt idx="2694">
                  <c:v>50</c:v>
                </c:pt>
                <c:pt idx="2695">
                  <c:v>200</c:v>
                </c:pt>
                <c:pt idx="2696">
                  <c:v>8.4</c:v>
                </c:pt>
                <c:pt idx="2697">
                  <c:v>6.3</c:v>
                </c:pt>
                <c:pt idx="2698">
                  <c:v>175</c:v>
                </c:pt>
                <c:pt idx="2699">
                  <c:v>1.7</c:v>
                </c:pt>
                <c:pt idx="2700">
                  <c:v>6</c:v>
                </c:pt>
                <c:pt idx="2701">
                  <c:v>0.1</c:v>
                </c:pt>
                <c:pt idx="2702">
                  <c:v>90</c:v>
                </c:pt>
                <c:pt idx="2703">
                  <c:v>10</c:v>
                </c:pt>
                <c:pt idx="2704">
                  <c:v>33</c:v>
                </c:pt>
                <c:pt idx="2705">
                  <c:v>7</c:v>
                </c:pt>
                <c:pt idx="2706">
                  <c:v>10</c:v>
                </c:pt>
                <c:pt idx="2707">
                  <c:v>18</c:v>
                </c:pt>
                <c:pt idx="2708">
                  <c:v>5</c:v>
                </c:pt>
                <c:pt idx="2709">
                  <c:v>30</c:v>
                </c:pt>
                <c:pt idx="2710">
                  <c:v>18</c:v>
                </c:pt>
                <c:pt idx="2711">
                  <c:v>10</c:v>
                </c:pt>
                <c:pt idx="2712">
                  <c:v>5.15</c:v>
                </c:pt>
                <c:pt idx="2713">
                  <c:v>2.25</c:v>
                </c:pt>
                <c:pt idx="2714">
                  <c:v>12</c:v>
                </c:pt>
                <c:pt idx="2715">
                  <c:v>14</c:v>
                </c:pt>
                <c:pt idx="2716">
                  <c:v>21</c:v>
                </c:pt>
                <c:pt idx="2717">
                  <c:v>2.5</c:v>
                </c:pt>
                <c:pt idx="2718">
                  <c:v>12</c:v>
                </c:pt>
                <c:pt idx="2719">
                  <c:v>18</c:v>
                </c:pt>
                <c:pt idx="2720">
                  <c:v>15</c:v>
                </c:pt>
                <c:pt idx="2721">
                  <c:v>23</c:v>
                </c:pt>
                <c:pt idx="2722">
                  <c:v>70</c:v>
                </c:pt>
                <c:pt idx="2723">
                  <c:v>6.9</c:v>
                </c:pt>
                <c:pt idx="2724">
                  <c:v>35</c:v>
                </c:pt>
                <c:pt idx="2725">
                  <c:v>3.5</c:v>
                </c:pt>
                <c:pt idx="2726">
                  <c:v>35</c:v>
                </c:pt>
                <c:pt idx="2727">
                  <c:v>1.4</c:v>
                </c:pt>
                <c:pt idx="2728">
                  <c:v>21</c:v>
                </c:pt>
                <c:pt idx="2729">
                  <c:v>17.52</c:v>
                </c:pt>
                <c:pt idx="2730">
                  <c:v>4</c:v>
                </c:pt>
                <c:pt idx="2731">
                  <c:v>25</c:v>
                </c:pt>
                <c:pt idx="2732">
                  <c:v>2.5</c:v>
                </c:pt>
                <c:pt idx="2733">
                  <c:v>18</c:v>
                </c:pt>
                <c:pt idx="2734">
                  <c:v>5</c:v>
                </c:pt>
                <c:pt idx="2735">
                  <c:v>9</c:v>
                </c:pt>
                <c:pt idx="2736">
                  <c:v>50</c:v>
                </c:pt>
                <c:pt idx="2737">
                  <c:v>2.6</c:v>
                </c:pt>
                <c:pt idx="2738">
                  <c:v>25</c:v>
                </c:pt>
                <c:pt idx="2739">
                  <c:v>5.3</c:v>
                </c:pt>
                <c:pt idx="2740">
                  <c:v>80</c:v>
                </c:pt>
                <c:pt idx="2741">
                  <c:v>3.5</c:v>
                </c:pt>
                <c:pt idx="2742">
                  <c:v>2.5</c:v>
                </c:pt>
                <c:pt idx="2743">
                  <c:v>20</c:v>
                </c:pt>
                <c:pt idx="2744">
                  <c:v>2</c:v>
                </c:pt>
                <c:pt idx="2745">
                  <c:v>23</c:v>
                </c:pt>
                <c:pt idx="2746">
                  <c:v>38</c:v>
                </c:pt>
                <c:pt idx="2747">
                  <c:v>20</c:v>
                </c:pt>
                <c:pt idx="2748">
                  <c:v>0.141129</c:v>
                </c:pt>
                <c:pt idx="2749">
                  <c:v>12</c:v>
                </c:pt>
                <c:pt idx="2750">
                  <c:v>25</c:v>
                </c:pt>
                <c:pt idx="2751">
                  <c:v>3.5</c:v>
                </c:pt>
                <c:pt idx="2752">
                  <c:v>20.6</c:v>
                </c:pt>
                <c:pt idx="2753">
                  <c:v>25</c:v>
                </c:pt>
                <c:pt idx="2754">
                  <c:v>4.5</c:v>
                </c:pt>
                <c:pt idx="2755">
                  <c:v>17</c:v>
                </c:pt>
                <c:pt idx="2756">
                  <c:v>40</c:v>
                </c:pt>
                <c:pt idx="2757">
                  <c:v>29</c:v>
                </c:pt>
                <c:pt idx="2758">
                  <c:v>5</c:v>
                </c:pt>
                <c:pt idx="2759">
                  <c:v>6.1</c:v>
                </c:pt>
                <c:pt idx="2760">
                  <c:v>13</c:v>
                </c:pt>
                <c:pt idx="2761">
                  <c:v>8</c:v>
                </c:pt>
                <c:pt idx="2762">
                  <c:v>1.7</c:v>
                </c:pt>
                <c:pt idx="2763">
                  <c:v>2</c:v>
                </c:pt>
                <c:pt idx="2764">
                  <c:v>15</c:v>
                </c:pt>
                <c:pt idx="2765">
                  <c:v>14</c:v>
                </c:pt>
                <c:pt idx="2766">
                  <c:v>7.95245</c:v>
                </c:pt>
                <c:pt idx="2767">
                  <c:v>7.2</c:v>
                </c:pt>
                <c:pt idx="2768">
                  <c:v>9.46648</c:v>
                </c:pt>
                <c:pt idx="2769">
                  <c:v>1.229578</c:v>
                </c:pt>
                <c:pt idx="2770">
                  <c:v>15</c:v>
                </c:pt>
                <c:pt idx="2771">
                  <c:v>10.53</c:v>
                </c:pt>
                <c:pt idx="2772">
                  <c:v>17.8</c:v>
                </c:pt>
                <c:pt idx="2773">
                  <c:v>9.7</c:v>
                </c:pt>
                <c:pt idx="2774">
                  <c:v>0.08</c:v>
                </c:pt>
                <c:pt idx="2775">
                  <c:v>25.9</c:v>
                </c:pt>
                <c:pt idx="2776">
                  <c:v>7</c:v>
                </c:pt>
                <c:pt idx="2777">
                  <c:v>8.1</c:v>
                </c:pt>
                <c:pt idx="2778">
                  <c:v>3</c:v>
                </c:pt>
                <c:pt idx="2779">
                  <c:v>1.25</c:v>
                </c:pt>
                <c:pt idx="2780">
                  <c:v>16</c:v>
                </c:pt>
                <c:pt idx="2781">
                  <c:v>5.0808</c:v>
                </c:pt>
                <c:pt idx="2782">
                  <c:v>9.20479</c:v>
                </c:pt>
                <c:pt idx="2783">
                  <c:v>20</c:v>
                </c:pt>
                <c:pt idx="2784">
                  <c:v>10.854516</c:v>
                </c:pt>
                <c:pt idx="2785">
                  <c:v>6</c:v>
                </c:pt>
                <c:pt idx="2786">
                  <c:v>7.907534</c:v>
                </c:pt>
                <c:pt idx="2787">
                  <c:v>200</c:v>
                </c:pt>
                <c:pt idx="2788">
                  <c:v>135</c:v>
                </c:pt>
                <c:pt idx="2789">
                  <c:v>1.8</c:v>
                </c:pt>
                <c:pt idx="2790">
                  <c:v>165</c:v>
                </c:pt>
                <c:pt idx="2791">
                  <c:v>40</c:v>
                </c:pt>
                <c:pt idx="2792">
                  <c:v>150</c:v>
                </c:pt>
                <c:pt idx="2793">
                  <c:v>200</c:v>
                </c:pt>
                <c:pt idx="2794">
                  <c:v>185</c:v>
                </c:pt>
                <c:pt idx="2795">
                  <c:v>110</c:v>
                </c:pt>
                <c:pt idx="2796">
                  <c:v>85</c:v>
                </c:pt>
                <c:pt idx="2797">
                  <c:v>39</c:v>
                </c:pt>
                <c:pt idx="2798">
                  <c:v>200</c:v>
                </c:pt>
                <c:pt idx="2799">
                  <c:v>200</c:v>
                </c:pt>
                <c:pt idx="2800">
                  <c:v>200</c:v>
                </c:pt>
                <c:pt idx="2801">
                  <c:v>25</c:v>
                </c:pt>
                <c:pt idx="2802">
                  <c:v>100</c:v>
                </c:pt>
                <c:pt idx="2803">
                  <c:v>200</c:v>
                </c:pt>
                <c:pt idx="2804">
                  <c:v>190</c:v>
                </c:pt>
                <c:pt idx="2805">
                  <c:v>14</c:v>
                </c:pt>
                <c:pt idx="2806">
                  <c:v>110</c:v>
                </c:pt>
                <c:pt idx="2807">
                  <c:v>250</c:v>
                </c:pt>
                <c:pt idx="2808">
                  <c:v>26</c:v>
                </c:pt>
                <c:pt idx="2809">
                  <c:v>55</c:v>
                </c:pt>
                <c:pt idx="2810">
                  <c:v>125</c:v>
                </c:pt>
                <c:pt idx="2811">
                  <c:v>200</c:v>
                </c:pt>
                <c:pt idx="2812">
                  <c:v>17</c:v>
                </c:pt>
                <c:pt idx="2813">
                  <c:v>200</c:v>
                </c:pt>
                <c:pt idx="2814">
                  <c:v>82</c:v>
                </c:pt>
                <c:pt idx="2815">
                  <c:v>160</c:v>
                </c:pt>
                <c:pt idx="2816">
                  <c:v>100</c:v>
                </c:pt>
                <c:pt idx="2817">
                  <c:v>200</c:v>
                </c:pt>
                <c:pt idx="2818">
                  <c:v>10</c:v>
                </c:pt>
                <c:pt idx="2819">
                  <c:v>20</c:v>
                </c:pt>
                <c:pt idx="2820">
                  <c:v>88</c:v>
                </c:pt>
                <c:pt idx="2821">
                  <c:v>18</c:v>
                </c:pt>
                <c:pt idx="2822">
                  <c:v>18</c:v>
                </c:pt>
                <c:pt idx="2823">
                  <c:v>75</c:v>
                </c:pt>
                <c:pt idx="2824">
                  <c:v>30</c:v>
                </c:pt>
                <c:pt idx="2825">
                  <c:v>11</c:v>
                </c:pt>
                <c:pt idx="2826">
                  <c:v>70</c:v>
                </c:pt>
                <c:pt idx="2827">
                  <c:v>75</c:v>
                </c:pt>
                <c:pt idx="2828">
                  <c:v>24.35</c:v>
                </c:pt>
                <c:pt idx="2829">
                  <c:v>150</c:v>
                </c:pt>
                <c:pt idx="2830">
                  <c:v>30</c:v>
                </c:pt>
                <c:pt idx="2831">
                  <c:v>64</c:v>
                </c:pt>
                <c:pt idx="2832">
                  <c:v>90</c:v>
                </c:pt>
                <c:pt idx="2833">
                  <c:v>50</c:v>
                </c:pt>
                <c:pt idx="2834">
                  <c:v>43</c:v>
                </c:pt>
                <c:pt idx="2835">
                  <c:v>100</c:v>
                </c:pt>
                <c:pt idx="2836">
                  <c:v>50</c:v>
                </c:pt>
                <c:pt idx="2837">
                  <c:v>45</c:v>
                </c:pt>
                <c:pt idx="2838">
                  <c:v>29.7</c:v>
                </c:pt>
                <c:pt idx="2839">
                  <c:v>23</c:v>
                </c:pt>
                <c:pt idx="2840">
                  <c:v>20</c:v>
                </c:pt>
                <c:pt idx="2841">
                  <c:v>45</c:v>
                </c:pt>
                <c:pt idx="2842">
                  <c:v>10</c:v>
                </c:pt>
                <c:pt idx="2843">
                  <c:v>40</c:v>
                </c:pt>
                <c:pt idx="2844">
                  <c:v>10</c:v>
                </c:pt>
                <c:pt idx="2845">
                  <c:v>15</c:v>
                </c:pt>
                <c:pt idx="2846">
                  <c:v>15</c:v>
                </c:pt>
                <c:pt idx="2847">
                  <c:v>75</c:v>
                </c:pt>
                <c:pt idx="2848">
                  <c:v>5</c:v>
                </c:pt>
                <c:pt idx="2849">
                  <c:v>15</c:v>
                </c:pt>
                <c:pt idx="2850">
                  <c:v>15</c:v>
                </c:pt>
                <c:pt idx="2851">
                  <c:v>6.6</c:v>
                </c:pt>
                <c:pt idx="2852">
                  <c:v>9.1</c:v>
                </c:pt>
                <c:pt idx="2853">
                  <c:v>5</c:v>
                </c:pt>
                <c:pt idx="2854">
                  <c:v>20</c:v>
                </c:pt>
                <c:pt idx="2855">
                  <c:v>60</c:v>
                </c:pt>
                <c:pt idx="2856">
                  <c:v>13</c:v>
                </c:pt>
                <c:pt idx="2857">
                  <c:v>30</c:v>
                </c:pt>
                <c:pt idx="2858">
                  <c:v>25</c:v>
                </c:pt>
                <c:pt idx="2859">
                  <c:v>15</c:v>
                </c:pt>
                <c:pt idx="2860">
                  <c:v>17</c:v>
                </c:pt>
                <c:pt idx="2861">
                  <c:v>50</c:v>
                </c:pt>
                <c:pt idx="2862">
                  <c:v>40</c:v>
                </c:pt>
                <c:pt idx="2863">
                  <c:v>8.3</c:v>
                </c:pt>
                <c:pt idx="2864">
                  <c:v>20</c:v>
                </c:pt>
                <c:pt idx="2865">
                  <c:v>38.5044</c:v>
                </c:pt>
                <c:pt idx="2866">
                  <c:v>20</c:v>
                </c:pt>
                <c:pt idx="2867">
                  <c:v>21</c:v>
                </c:pt>
                <c:pt idx="2868">
                  <c:v>43.5</c:v>
                </c:pt>
                <c:pt idx="2869">
                  <c:v>1.1</c:v>
                </c:pt>
                <c:pt idx="2870">
                  <c:v>10.72224</c:v>
                </c:pt>
                <c:pt idx="2871">
                  <c:v>27.5</c:v>
                </c:pt>
                <c:pt idx="2872">
                  <c:v>20</c:v>
                </c:pt>
                <c:pt idx="2873">
                  <c:v>68</c:v>
                </c:pt>
                <c:pt idx="2874">
                  <c:v>1.5</c:v>
                </c:pt>
                <c:pt idx="2875">
                  <c:v>20</c:v>
                </c:pt>
                <c:pt idx="2876">
                  <c:v>2</c:v>
                </c:pt>
                <c:pt idx="2877">
                  <c:v>6.5</c:v>
                </c:pt>
                <c:pt idx="2878">
                  <c:v>6.4</c:v>
                </c:pt>
                <c:pt idx="2879">
                  <c:v>26</c:v>
                </c:pt>
                <c:pt idx="2880">
                  <c:v>8</c:v>
                </c:pt>
                <c:pt idx="2881">
                  <c:v>11.4</c:v>
                </c:pt>
                <c:pt idx="2882">
                  <c:v>100</c:v>
                </c:pt>
                <c:pt idx="2883">
                  <c:v>10</c:v>
                </c:pt>
                <c:pt idx="2884">
                  <c:v>1.3</c:v>
                </c:pt>
                <c:pt idx="2885">
                  <c:v>5</c:v>
                </c:pt>
                <c:pt idx="2886">
                  <c:v>25</c:v>
                </c:pt>
                <c:pt idx="2887">
                  <c:v>15.5</c:v>
                </c:pt>
                <c:pt idx="2888">
                  <c:v>117</c:v>
                </c:pt>
                <c:pt idx="2889">
                  <c:v>30</c:v>
                </c:pt>
                <c:pt idx="2890">
                  <c:v>5</c:v>
                </c:pt>
                <c:pt idx="2891">
                  <c:v>2</c:v>
                </c:pt>
                <c:pt idx="2892">
                  <c:v>11.9</c:v>
                </c:pt>
                <c:pt idx="2893">
                  <c:v>55</c:v>
                </c:pt>
                <c:pt idx="2894">
                  <c:v>20</c:v>
                </c:pt>
                <c:pt idx="2895">
                  <c:v>22</c:v>
                </c:pt>
                <c:pt idx="2896">
                  <c:v>7</c:v>
                </c:pt>
                <c:pt idx="2897">
                  <c:v>11.7</c:v>
                </c:pt>
                <c:pt idx="2898">
                  <c:v>3</c:v>
                </c:pt>
                <c:pt idx="2899">
                  <c:v>8.3</c:v>
                </c:pt>
                <c:pt idx="2900">
                  <c:v>0.25</c:v>
                </c:pt>
                <c:pt idx="2901">
                  <c:v>5</c:v>
                </c:pt>
                <c:pt idx="2902">
                  <c:v>3.4</c:v>
                </c:pt>
                <c:pt idx="2903">
                  <c:v>55</c:v>
                </c:pt>
                <c:pt idx="2904">
                  <c:v>11</c:v>
                </c:pt>
                <c:pt idx="2905">
                  <c:v>5</c:v>
                </c:pt>
                <c:pt idx="2906">
                  <c:v>33</c:v>
                </c:pt>
                <c:pt idx="2907">
                  <c:v>18</c:v>
                </c:pt>
                <c:pt idx="2908">
                  <c:v>4.75</c:v>
                </c:pt>
                <c:pt idx="2909">
                  <c:v>25</c:v>
                </c:pt>
                <c:pt idx="2910">
                  <c:v>2</c:v>
                </c:pt>
                <c:pt idx="2911">
                  <c:v>0.25</c:v>
                </c:pt>
                <c:pt idx="2912">
                  <c:v>20</c:v>
                </c:pt>
                <c:pt idx="2913">
                  <c:v>200</c:v>
                </c:pt>
                <c:pt idx="2914">
                  <c:v>20.4</c:v>
                </c:pt>
                <c:pt idx="2915">
                  <c:v>40</c:v>
                </c:pt>
                <c:pt idx="2916">
                  <c:v>25</c:v>
                </c:pt>
                <c:pt idx="2917">
                  <c:v>9.85</c:v>
                </c:pt>
                <c:pt idx="2918">
                  <c:v>4</c:v>
                </c:pt>
                <c:pt idx="2919">
                  <c:v>5</c:v>
                </c:pt>
                <c:pt idx="2920">
                  <c:v>5</c:v>
                </c:pt>
                <c:pt idx="2921">
                  <c:v>3.4</c:v>
                </c:pt>
                <c:pt idx="2922">
                  <c:v>3.1</c:v>
                </c:pt>
                <c:pt idx="2923">
                  <c:v>20</c:v>
                </c:pt>
                <c:pt idx="2924">
                  <c:v>20.8</c:v>
                </c:pt>
                <c:pt idx="2925">
                  <c:v>6.5</c:v>
                </c:pt>
                <c:pt idx="2926">
                  <c:v>26</c:v>
                </c:pt>
                <c:pt idx="2927">
                  <c:v>17.516235</c:v>
                </c:pt>
                <c:pt idx="2928">
                  <c:v>5.3</c:v>
                </c:pt>
                <c:pt idx="2929">
                  <c:v>2</c:v>
                </c:pt>
                <c:pt idx="2930">
                  <c:v>1.619835</c:v>
                </c:pt>
                <c:pt idx="2931">
                  <c:v>1.4</c:v>
                </c:pt>
                <c:pt idx="2932">
                  <c:v>59</c:v>
                </c:pt>
                <c:pt idx="2933">
                  <c:v>5</c:v>
                </c:pt>
                <c:pt idx="2934">
                  <c:v>16</c:v>
                </c:pt>
                <c:pt idx="2935">
                  <c:v>5</c:v>
                </c:pt>
                <c:pt idx="2936">
                  <c:v>4.9</c:v>
                </c:pt>
                <c:pt idx="2937">
                  <c:v>10</c:v>
                </c:pt>
                <c:pt idx="2938">
                  <c:v>1.9</c:v>
                </c:pt>
                <c:pt idx="2939">
                  <c:v>2.5</c:v>
                </c:pt>
                <c:pt idx="2940">
                  <c:v>36.786988</c:v>
                </c:pt>
                <c:pt idx="2941">
                  <c:v>110</c:v>
                </c:pt>
                <c:pt idx="2942">
                  <c:v>90</c:v>
                </c:pt>
                <c:pt idx="2943">
                  <c:v>170</c:v>
                </c:pt>
                <c:pt idx="2944">
                  <c:v>165</c:v>
                </c:pt>
                <c:pt idx="2945">
                  <c:v>460</c:v>
                </c:pt>
                <c:pt idx="2946">
                  <c:v>200</c:v>
                </c:pt>
                <c:pt idx="2947">
                  <c:v>185</c:v>
                </c:pt>
                <c:pt idx="2948">
                  <c:v>250</c:v>
                </c:pt>
                <c:pt idx="2949">
                  <c:v>175</c:v>
                </c:pt>
                <c:pt idx="2950">
                  <c:v>120</c:v>
                </c:pt>
                <c:pt idx="2951">
                  <c:v>25</c:v>
                </c:pt>
                <c:pt idx="2952">
                  <c:v>250</c:v>
                </c:pt>
                <c:pt idx="2953">
                  <c:v>17</c:v>
                </c:pt>
                <c:pt idx="2954">
                  <c:v>24.5</c:v>
                </c:pt>
                <c:pt idx="2955">
                  <c:v>85</c:v>
                </c:pt>
                <c:pt idx="2956">
                  <c:v>30</c:v>
                </c:pt>
                <c:pt idx="2957">
                  <c:v>3</c:v>
                </c:pt>
                <c:pt idx="2958">
                  <c:v>75</c:v>
                </c:pt>
                <c:pt idx="2959">
                  <c:v>50</c:v>
                </c:pt>
                <c:pt idx="2960">
                  <c:v>9.6</c:v>
                </c:pt>
                <c:pt idx="2961">
                  <c:v>78</c:v>
                </c:pt>
                <c:pt idx="2962">
                  <c:v>0.25</c:v>
                </c:pt>
                <c:pt idx="2963">
                  <c:v>24</c:v>
                </c:pt>
                <c:pt idx="2964">
                  <c:v>200</c:v>
                </c:pt>
                <c:pt idx="2965">
                  <c:v>200</c:v>
                </c:pt>
                <c:pt idx="2966">
                  <c:v>6.2</c:v>
                </c:pt>
                <c:pt idx="2967">
                  <c:v>90</c:v>
                </c:pt>
                <c:pt idx="2968">
                  <c:v>80</c:v>
                </c:pt>
                <c:pt idx="2969">
                  <c:v>1.242172</c:v>
                </c:pt>
                <c:pt idx="2970">
                  <c:v>35</c:v>
                </c:pt>
                <c:pt idx="2971">
                  <c:v>1</c:v>
                </c:pt>
                <c:pt idx="2972">
                  <c:v>9</c:v>
                </c:pt>
                <c:pt idx="2973">
                  <c:v>16</c:v>
                </c:pt>
                <c:pt idx="2974">
                  <c:v>1</c:v>
                </c:pt>
                <c:pt idx="2975">
                  <c:v>14</c:v>
                </c:pt>
                <c:pt idx="2976">
                  <c:v>200</c:v>
                </c:pt>
                <c:pt idx="2977">
                  <c:v>146</c:v>
                </c:pt>
                <c:pt idx="2978">
                  <c:v>12</c:v>
                </c:pt>
                <c:pt idx="2979">
                  <c:v>7.6</c:v>
                </c:pt>
                <c:pt idx="2980">
                  <c:v>74</c:v>
                </c:pt>
                <c:pt idx="2981">
                  <c:v>20</c:v>
                </c:pt>
                <c:pt idx="2982">
                  <c:v>40</c:v>
                </c:pt>
                <c:pt idx="2983">
                  <c:v>70</c:v>
                </c:pt>
                <c:pt idx="2984">
                  <c:v>5</c:v>
                </c:pt>
                <c:pt idx="2985">
                  <c:v>69</c:v>
                </c:pt>
                <c:pt idx="2986">
                  <c:v>200</c:v>
                </c:pt>
                <c:pt idx="2987">
                  <c:v>30</c:v>
                </c:pt>
                <c:pt idx="2988">
                  <c:v>50</c:v>
                </c:pt>
                <c:pt idx="2989">
                  <c:v>75</c:v>
                </c:pt>
                <c:pt idx="2990">
                  <c:v>3</c:v>
                </c:pt>
                <c:pt idx="2991">
                  <c:v>25</c:v>
                </c:pt>
                <c:pt idx="2992">
                  <c:v>35</c:v>
                </c:pt>
                <c:pt idx="2993">
                  <c:v>60</c:v>
                </c:pt>
                <c:pt idx="2994">
                  <c:v>5</c:v>
                </c:pt>
                <c:pt idx="2995">
                  <c:v>90</c:v>
                </c:pt>
                <c:pt idx="2996">
                  <c:v>10</c:v>
                </c:pt>
                <c:pt idx="2997">
                  <c:v>15.6</c:v>
                </c:pt>
                <c:pt idx="2998">
                  <c:v>30</c:v>
                </c:pt>
                <c:pt idx="2999">
                  <c:v>40</c:v>
                </c:pt>
                <c:pt idx="3000">
                  <c:v>4.5</c:v>
                </c:pt>
                <c:pt idx="3001">
                  <c:v>50</c:v>
                </c:pt>
                <c:pt idx="3002">
                  <c:v>85</c:v>
                </c:pt>
                <c:pt idx="3003">
                  <c:v>68</c:v>
                </c:pt>
                <c:pt idx="3004">
                  <c:v>90</c:v>
                </c:pt>
                <c:pt idx="3005">
                  <c:v>90</c:v>
                </c:pt>
                <c:pt idx="3006">
                  <c:v>3</c:v>
                </c:pt>
                <c:pt idx="3007">
                  <c:v>6</c:v>
                </c:pt>
                <c:pt idx="3008">
                  <c:v>13</c:v>
                </c:pt>
                <c:pt idx="3009">
                  <c:v>20</c:v>
                </c:pt>
                <c:pt idx="3010">
                  <c:v>20</c:v>
                </c:pt>
                <c:pt idx="3011">
                  <c:v>23</c:v>
                </c:pt>
                <c:pt idx="3012">
                  <c:v>24</c:v>
                </c:pt>
                <c:pt idx="3013">
                  <c:v>10</c:v>
                </c:pt>
                <c:pt idx="3014">
                  <c:v>75</c:v>
                </c:pt>
                <c:pt idx="3015">
                  <c:v>8.5</c:v>
                </c:pt>
                <c:pt idx="3016">
                  <c:v>43</c:v>
                </c:pt>
                <c:pt idx="3017">
                  <c:v>19.59738</c:v>
                </c:pt>
                <c:pt idx="3018">
                  <c:v>40</c:v>
                </c:pt>
                <c:pt idx="3019">
                  <c:v>4</c:v>
                </c:pt>
                <c:pt idx="3020">
                  <c:v>6</c:v>
                </c:pt>
                <c:pt idx="3021">
                  <c:v>11.98395</c:v>
                </c:pt>
                <c:pt idx="3022">
                  <c:v>70</c:v>
                </c:pt>
                <c:pt idx="3023">
                  <c:v>17</c:v>
                </c:pt>
                <c:pt idx="3024">
                  <c:v>5.5</c:v>
                </c:pt>
                <c:pt idx="3025">
                  <c:v>20</c:v>
                </c:pt>
                <c:pt idx="3026">
                  <c:v>2</c:v>
                </c:pt>
                <c:pt idx="3027">
                  <c:v>4</c:v>
                </c:pt>
                <c:pt idx="3028">
                  <c:v>16</c:v>
                </c:pt>
                <c:pt idx="3029">
                  <c:v>35</c:v>
                </c:pt>
                <c:pt idx="3030">
                  <c:v>2.4</c:v>
                </c:pt>
                <c:pt idx="3031">
                  <c:v>5</c:v>
                </c:pt>
                <c:pt idx="3032">
                  <c:v>45</c:v>
                </c:pt>
                <c:pt idx="3033">
                  <c:v>20</c:v>
                </c:pt>
                <c:pt idx="3034">
                  <c:v>180</c:v>
                </c:pt>
                <c:pt idx="3035">
                  <c:v>15</c:v>
                </c:pt>
                <c:pt idx="3036">
                  <c:v>6.5</c:v>
                </c:pt>
                <c:pt idx="3037">
                  <c:v>6.5</c:v>
                </c:pt>
                <c:pt idx="3038">
                  <c:v>0.25</c:v>
                </c:pt>
                <c:pt idx="3039">
                  <c:v>40</c:v>
                </c:pt>
                <c:pt idx="3040">
                  <c:v>3</c:v>
                </c:pt>
                <c:pt idx="3041">
                  <c:v>6.5</c:v>
                </c:pt>
                <c:pt idx="3042">
                  <c:v>40.5</c:v>
                </c:pt>
                <c:pt idx="3043">
                  <c:v>3.749231</c:v>
                </c:pt>
                <c:pt idx="3044">
                  <c:v>80</c:v>
                </c:pt>
                <c:pt idx="3045">
                  <c:v>18.052672</c:v>
                </c:pt>
                <c:pt idx="3046">
                  <c:v>10</c:v>
                </c:pt>
                <c:pt idx="3047">
                  <c:v>17</c:v>
                </c:pt>
                <c:pt idx="3048">
                  <c:v>12</c:v>
                </c:pt>
                <c:pt idx="3049">
                  <c:v>5</c:v>
                </c:pt>
                <c:pt idx="3050">
                  <c:v>23</c:v>
                </c:pt>
                <c:pt idx="3051">
                  <c:v>3</c:v>
                </c:pt>
                <c:pt idx="3052">
                  <c:v>0.015</c:v>
                </c:pt>
                <c:pt idx="3053">
                  <c:v>40</c:v>
                </c:pt>
                <c:pt idx="3054">
                  <c:v>27</c:v>
                </c:pt>
                <c:pt idx="3055">
                  <c:v>4.749917</c:v>
                </c:pt>
                <c:pt idx="3056">
                  <c:v>200</c:v>
                </c:pt>
                <c:pt idx="3057">
                  <c:v>32</c:v>
                </c:pt>
                <c:pt idx="3058">
                  <c:v>0.9</c:v>
                </c:pt>
                <c:pt idx="3059">
                  <c:v>20</c:v>
                </c:pt>
                <c:pt idx="3060">
                  <c:v>3.2</c:v>
                </c:pt>
                <c:pt idx="3061">
                  <c:v>38</c:v>
                </c:pt>
                <c:pt idx="3062">
                  <c:v>15</c:v>
                </c:pt>
                <c:pt idx="3063">
                  <c:v>2.62</c:v>
                </c:pt>
                <c:pt idx="3064">
                  <c:v>12</c:v>
                </c:pt>
                <c:pt idx="3065">
                  <c:v>22</c:v>
                </c:pt>
                <c:pt idx="3066">
                  <c:v>7.047</c:v>
                </c:pt>
                <c:pt idx="3067">
                  <c:v>15.354648</c:v>
                </c:pt>
                <c:pt idx="3068">
                  <c:v>3.9</c:v>
                </c:pt>
                <c:pt idx="3069">
                  <c:v>10</c:v>
                </c:pt>
                <c:pt idx="3070">
                  <c:v>50</c:v>
                </c:pt>
                <c:pt idx="3071">
                  <c:v>20</c:v>
                </c:pt>
                <c:pt idx="3072">
                  <c:v>4</c:v>
                </c:pt>
                <c:pt idx="3073">
                  <c:v>3</c:v>
                </c:pt>
                <c:pt idx="3074">
                  <c:v>29.5</c:v>
                </c:pt>
                <c:pt idx="3075">
                  <c:v>3.4</c:v>
                </c:pt>
                <c:pt idx="3076">
                  <c:v>2.6</c:v>
                </c:pt>
                <c:pt idx="3077">
                  <c:v>20</c:v>
                </c:pt>
                <c:pt idx="3078">
                  <c:v>100</c:v>
                </c:pt>
                <c:pt idx="3079">
                  <c:v>13.5</c:v>
                </c:pt>
                <c:pt idx="3080">
                  <c:v>22</c:v>
                </c:pt>
                <c:pt idx="3081">
                  <c:v>19.5</c:v>
                </c:pt>
                <c:pt idx="3082">
                  <c:v>33</c:v>
                </c:pt>
                <c:pt idx="3083">
                  <c:v>7</c:v>
                </c:pt>
                <c:pt idx="3084">
                  <c:v>14</c:v>
                </c:pt>
                <c:pt idx="3085">
                  <c:v>4.3</c:v>
                </c:pt>
                <c:pt idx="3086">
                  <c:v>7.78</c:v>
                </c:pt>
                <c:pt idx="3087">
                  <c:v>1.240864</c:v>
                </c:pt>
                <c:pt idx="3088">
                  <c:v>5</c:v>
                </c:pt>
                <c:pt idx="3089">
                  <c:v>7</c:v>
                </c:pt>
                <c:pt idx="3090">
                  <c:v>3.896</c:v>
                </c:pt>
                <c:pt idx="3091">
                  <c:v>4.34</c:v>
                </c:pt>
                <c:pt idx="3092">
                  <c:v>1.591</c:v>
                </c:pt>
                <c:pt idx="3093">
                  <c:v>7</c:v>
                </c:pt>
                <c:pt idx="3094">
                  <c:v>7.5806</c:v>
                </c:pt>
                <c:pt idx="3095">
                  <c:v>1.2</c:v>
                </c:pt>
                <c:pt idx="3096">
                  <c:v>5</c:v>
                </c:pt>
                <c:pt idx="3097">
                  <c:v>17.7</c:v>
                </c:pt>
                <c:pt idx="3098">
                  <c:v>3.37</c:v>
                </c:pt>
                <c:pt idx="3099">
                  <c:v>7.35</c:v>
                </c:pt>
                <c:pt idx="3100">
                  <c:v>5</c:v>
                </c:pt>
                <c:pt idx="3101">
                  <c:v>8.4</c:v>
                </c:pt>
                <c:pt idx="3102">
                  <c:v>10.25</c:v>
                </c:pt>
                <c:pt idx="3103">
                  <c:v>4.8</c:v>
                </c:pt>
                <c:pt idx="3104">
                  <c:v>4.3</c:v>
                </c:pt>
                <c:pt idx="3105">
                  <c:v>4</c:v>
                </c:pt>
                <c:pt idx="3106">
                  <c:v>1.934</c:v>
                </c:pt>
                <c:pt idx="3107">
                  <c:v>7.2</c:v>
                </c:pt>
                <c:pt idx="3108">
                  <c:v>23</c:v>
                </c:pt>
                <c:pt idx="3109">
                  <c:v>4.5</c:v>
                </c:pt>
                <c:pt idx="3110">
                  <c:v>3.8</c:v>
                </c:pt>
                <c:pt idx="3111">
                  <c:v>340</c:v>
                </c:pt>
                <c:pt idx="3112">
                  <c:v>100</c:v>
                </c:pt>
                <c:pt idx="3113">
                  <c:v>90</c:v>
                </c:pt>
                <c:pt idx="3114">
                  <c:v>195</c:v>
                </c:pt>
                <c:pt idx="3115">
                  <c:v>100</c:v>
                </c:pt>
                <c:pt idx="3116">
                  <c:v>72</c:v>
                </c:pt>
                <c:pt idx="3117">
                  <c:v>100</c:v>
                </c:pt>
                <c:pt idx="3118">
                  <c:v>291</c:v>
                </c:pt>
                <c:pt idx="3119">
                  <c:v>100</c:v>
                </c:pt>
                <c:pt idx="3120">
                  <c:v>200</c:v>
                </c:pt>
                <c:pt idx="3121">
                  <c:v>15</c:v>
                </c:pt>
                <c:pt idx="3122">
                  <c:v>22.7</c:v>
                </c:pt>
                <c:pt idx="3123">
                  <c:v>145</c:v>
                </c:pt>
                <c:pt idx="3124">
                  <c:v>25</c:v>
                </c:pt>
                <c:pt idx="3125">
                  <c:v>175</c:v>
                </c:pt>
                <c:pt idx="3126">
                  <c:v>250</c:v>
                </c:pt>
                <c:pt idx="3127">
                  <c:v>70</c:v>
                </c:pt>
                <c:pt idx="3128">
                  <c:v>129</c:v>
                </c:pt>
                <c:pt idx="3129">
                  <c:v>125</c:v>
                </c:pt>
                <c:pt idx="3130">
                  <c:v>297</c:v>
                </c:pt>
                <c:pt idx="3131">
                  <c:v>205</c:v>
                </c:pt>
                <c:pt idx="3132">
                  <c:v>220</c:v>
                </c:pt>
                <c:pt idx="3133">
                  <c:v>4.5</c:v>
                </c:pt>
                <c:pt idx="3134">
                  <c:v>55</c:v>
                </c:pt>
                <c:pt idx="3135">
                  <c:v>20</c:v>
                </c:pt>
                <c:pt idx="3136">
                  <c:v>35</c:v>
                </c:pt>
                <c:pt idx="3137">
                  <c:v>30</c:v>
                </c:pt>
                <c:pt idx="3138">
                  <c:v>50</c:v>
                </c:pt>
                <c:pt idx="3139">
                  <c:v>15</c:v>
                </c:pt>
                <c:pt idx="3140">
                  <c:v>38.5</c:v>
                </c:pt>
                <c:pt idx="3141">
                  <c:v>294.7</c:v>
                </c:pt>
                <c:pt idx="3142">
                  <c:v>10</c:v>
                </c:pt>
                <c:pt idx="3143">
                  <c:v>151</c:v>
                </c:pt>
                <c:pt idx="3144">
                  <c:v>35</c:v>
                </c:pt>
                <c:pt idx="3145">
                  <c:v>95</c:v>
                </c:pt>
                <c:pt idx="3146">
                  <c:v>86</c:v>
                </c:pt>
                <c:pt idx="3147">
                  <c:v>60</c:v>
                </c:pt>
                <c:pt idx="3148">
                  <c:v>50</c:v>
                </c:pt>
                <c:pt idx="3149">
                  <c:v>274.8</c:v>
                </c:pt>
                <c:pt idx="3150">
                  <c:v>5</c:v>
                </c:pt>
                <c:pt idx="3151">
                  <c:v>15</c:v>
                </c:pt>
                <c:pt idx="3152">
                  <c:v>85</c:v>
                </c:pt>
                <c:pt idx="3153">
                  <c:v>125</c:v>
                </c:pt>
                <c:pt idx="3154">
                  <c:v>200</c:v>
                </c:pt>
                <c:pt idx="3155">
                  <c:v>4.92</c:v>
                </c:pt>
                <c:pt idx="3156">
                  <c:v>80</c:v>
                </c:pt>
                <c:pt idx="3157">
                  <c:v>45</c:v>
                </c:pt>
                <c:pt idx="3158">
                  <c:v>65.5</c:v>
                </c:pt>
                <c:pt idx="3159">
                  <c:v>104</c:v>
                </c:pt>
                <c:pt idx="3160">
                  <c:v>165</c:v>
                </c:pt>
                <c:pt idx="3161">
                  <c:v>14</c:v>
                </c:pt>
                <c:pt idx="3162">
                  <c:v>18</c:v>
                </c:pt>
                <c:pt idx="3163">
                  <c:v>100</c:v>
                </c:pt>
                <c:pt idx="3164">
                  <c:v>5</c:v>
                </c:pt>
                <c:pt idx="3165">
                  <c:v>75</c:v>
                </c:pt>
                <c:pt idx="3166">
                  <c:v>70</c:v>
                </c:pt>
                <c:pt idx="3167">
                  <c:v>75</c:v>
                </c:pt>
                <c:pt idx="3168">
                  <c:v>40</c:v>
                </c:pt>
                <c:pt idx="3169">
                  <c:v>13</c:v>
                </c:pt>
                <c:pt idx="3170">
                  <c:v>388.369742</c:v>
                </c:pt>
                <c:pt idx="3171">
                  <c:v>16</c:v>
                </c:pt>
                <c:pt idx="3172">
                  <c:v>15</c:v>
                </c:pt>
                <c:pt idx="3173">
                  <c:v>32</c:v>
                </c:pt>
                <c:pt idx="3174">
                  <c:v>14.5</c:v>
                </c:pt>
                <c:pt idx="3175">
                  <c:v>30</c:v>
                </c:pt>
                <c:pt idx="3176">
                  <c:v>20</c:v>
                </c:pt>
                <c:pt idx="3177">
                  <c:v>5.3</c:v>
                </c:pt>
                <c:pt idx="3178">
                  <c:v>25</c:v>
                </c:pt>
                <c:pt idx="3179">
                  <c:v>6.7</c:v>
                </c:pt>
                <c:pt idx="3180">
                  <c:v>6.7</c:v>
                </c:pt>
                <c:pt idx="3181">
                  <c:v>45</c:v>
                </c:pt>
                <c:pt idx="3182">
                  <c:v>12</c:v>
                </c:pt>
                <c:pt idx="3183">
                  <c:v>20</c:v>
                </c:pt>
                <c:pt idx="3184">
                  <c:v>40</c:v>
                </c:pt>
                <c:pt idx="3185">
                  <c:v>39</c:v>
                </c:pt>
                <c:pt idx="3186">
                  <c:v>80</c:v>
                </c:pt>
                <c:pt idx="3187">
                  <c:v>25</c:v>
                </c:pt>
                <c:pt idx="3188">
                  <c:v>14</c:v>
                </c:pt>
                <c:pt idx="3189">
                  <c:v>73.8</c:v>
                </c:pt>
                <c:pt idx="3190">
                  <c:v>60</c:v>
                </c:pt>
                <c:pt idx="3191">
                  <c:v>13</c:v>
                </c:pt>
                <c:pt idx="3192">
                  <c:v>70</c:v>
                </c:pt>
                <c:pt idx="3193">
                  <c:v>10</c:v>
                </c:pt>
                <c:pt idx="3194">
                  <c:v>9</c:v>
                </c:pt>
                <c:pt idx="3195">
                  <c:v>20</c:v>
                </c:pt>
                <c:pt idx="3196">
                  <c:v>3.7</c:v>
                </c:pt>
                <c:pt idx="3197">
                  <c:v>30</c:v>
                </c:pt>
                <c:pt idx="3198">
                  <c:v>15</c:v>
                </c:pt>
                <c:pt idx="3199">
                  <c:v>45</c:v>
                </c:pt>
                <c:pt idx="3200">
                  <c:v>20</c:v>
                </c:pt>
                <c:pt idx="3201">
                  <c:v>32.5</c:v>
                </c:pt>
                <c:pt idx="3202">
                  <c:v>72</c:v>
                </c:pt>
                <c:pt idx="3203">
                  <c:v>46</c:v>
                </c:pt>
                <c:pt idx="3204">
                  <c:v>20</c:v>
                </c:pt>
                <c:pt idx="3205">
                  <c:v>4.5</c:v>
                </c:pt>
                <c:pt idx="3206">
                  <c:v>5</c:v>
                </c:pt>
                <c:pt idx="3207">
                  <c:v>65</c:v>
                </c:pt>
                <c:pt idx="3208">
                  <c:v>16</c:v>
                </c:pt>
                <c:pt idx="3209">
                  <c:v>34</c:v>
                </c:pt>
                <c:pt idx="3210">
                  <c:v>60</c:v>
                </c:pt>
                <c:pt idx="3211">
                  <c:v>36.15</c:v>
                </c:pt>
                <c:pt idx="3212">
                  <c:v>16</c:v>
                </c:pt>
                <c:pt idx="3213">
                  <c:v>25</c:v>
                </c:pt>
                <c:pt idx="3214">
                  <c:v>13</c:v>
                </c:pt>
                <c:pt idx="3215">
                  <c:v>8.5</c:v>
                </c:pt>
                <c:pt idx="3216">
                  <c:v>27.5</c:v>
                </c:pt>
                <c:pt idx="3217">
                  <c:v>15.9</c:v>
                </c:pt>
                <c:pt idx="3218">
                  <c:v>95</c:v>
                </c:pt>
                <c:pt idx="3219">
                  <c:v>6.6</c:v>
                </c:pt>
                <c:pt idx="3220">
                  <c:v>23.9</c:v>
                </c:pt>
                <c:pt idx="3221">
                  <c:v>9</c:v>
                </c:pt>
                <c:pt idx="3222">
                  <c:v>95</c:v>
                </c:pt>
                <c:pt idx="3223">
                  <c:v>157.8</c:v>
                </c:pt>
                <c:pt idx="3224">
                  <c:v>175</c:v>
                </c:pt>
                <c:pt idx="3225">
                  <c:v>45</c:v>
                </c:pt>
                <c:pt idx="3226">
                  <c:v>15.2</c:v>
                </c:pt>
                <c:pt idx="3227">
                  <c:v>5</c:v>
                </c:pt>
                <c:pt idx="3228">
                  <c:v>50</c:v>
                </c:pt>
                <c:pt idx="3229">
                  <c:v>12</c:v>
                </c:pt>
                <c:pt idx="3230">
                  <c:v>10</c:v>
                </c:pt>
                <c:pt idx="3231">
                  <c:v>7</c:v>
                </c:pt>
                <c:pt idx="3232">
                  <c:v>3</c:v>
                </c:pt>
                <c:pt idx="3233">
                  <c:v>35</c:v>
                </c:pt>
                <c:pt idx="3234">
                  <c:v>10</c:v>
                </c:pt>
                <c:pt idx="3235">
                  <c:v>30</c:v>
                </c:pt>
                <c:pt idx="3236">
                  <c:v>2.47</c:v>
                </c:pt>
                <c:pt idx="3237">
                  <c:v>6.5</c:v>
                </c:pt>
                <c:pt idx="3238">
                  <c:v>20</c:v>
                </c:pt>
                <c:pt idx="3239">
                  <c:v>5</c:v>
                </c:pt>
                <c:pt idx="3240">
                  <c:v>22.4</c:v>
                </c:pt>
                <c:pt idx="3241">
                  <c:v>0.015</c:v>
                </c:pt>
                <c:pt idx="3242">
                  <c:v>2.4</c:v>
                </c:pt>
                <c:pt idx="3243">
                  <c:v>41.9</c:v>
                </c:pt>
                <c:pt idx="3244">
                  <c:v>11.3</c:v>
                </c:pt>
                <c:pt idx="3245">
                  <c:v>63</c:v>
                </c:pt>
                <c:pt idx="3246">
                  <c:v>0.05</c:v>
                </c:pt>
                <c:pt idx="3247">
                  <c:v>20</c:v>
                </c:pt>
                <c:pt idx="3248">
                  <c:v>14.1</c:v>
                </c:pt>
                <c:pt idx="3249">
                  <c:v>29</c:v>
                </c:pt>
                <c:pt idx="3250">
                  <c:v>0.35</c:v>
                </c:pt>
                <c:pt idx="3251">
                  <c:v>41</c:v>
                </c:pt>
                <c:pt idx="3252">
                  <c:v>3</c:v>
                </c:pt>
                <c:pt idx="3253">
                  <c:v>28</c:v>
                </c:pt>
                <c:pt idx="3254">
                  <c:v>7.5</c:v>
                </c:pt>
                <c:pt idx="3255">
                  <c:v>30</c:v>
                </c:pt>
                <c:pt idx="3256">
                  <c:v>29.1</c:v>
                </c:pt>
                <c:pt idx="3257">
                  <c:v>14</c:v>
                </c:pt>
                <c:pt idx="3258">
                  <c:v>35</c:v>
                </c:pt>
                <c:pt idx="3259">
                  <c:v>28.7</c:v>
                </c:pt>
                <c:pt idx="3260">
                  <c:v>4.915109</c:v>
                </c:pt>
                <c:pt idx="3261">
                  <c:v>2.25</c:v>
                </c:pt>
                <c:pt idx="3262">
                  <c:v>22.8</c:v>
                </c:pt>
                <c:pt idx="3263">
                  <c:v>7.475</c:v>
                </c:pt>
                <c:pt idx="3264">
                  <c:v>2</c:v>
                </c:pt>
                <c:pt idx="3265">
                  <c:v>6</c:v>
                </c:pt>
                <c:pt idx="3266">
                  <c:v>1.8744</c:v>
                </c:pt>
                <c:pt idx="3267">
                  <c:v>7.9</c:v>
                </c:pt>
                <c:pt idx="3268">
                  <c:v>20</c:v>
                </c:pt>
                <c:pt idx="3269">
                  <c:v>80</c:v>
                </c:pt>
                <c:pt idx="3270">
                  <c:v>40</c:v>
                </c:pt>
                <c:pt idx="3271">
                  <c:v>6.3</c:v>
                </c:pt>
                <c:pt idx="3272">
                  <c:v>9.5</c:v>
                </c:pt>
                <c:pt idx="3273">
                  <c:v>4.1</c:v>
                </c:pt>
                <c:pt idx="3274">
                  <c:v>15</c:v>
                </c:pt>
                <c:pt idx="3275">
                  <c:v>45</c:v>
                </c:pt>
                <c:pt idx="3276">
                  <c:v>10</c:v>
                </c:pt>
                <c:pt idx="3277">
                  <c:v>1.48</c:v>
                </c:pt>
                <c:pt idx="3278">
                  <c:v>20</c:v>
                </c:pt>
                <c:pt idx="3279">
                  <c:v>12</c:v>
                </c:pt>
                <c:pt idx="3280">
                  <c:v>20</c:v>
                </c:pt>
                <c:pt idx="3281">
                  <c:v>13.7</c:v>
                </c:pt>
                <c:pt idx="3282">
                  <c:v>3</c:v>
                </c:pt>
                <c:pt idx="3283">
                  <c:v>7.819</c:v>
                </c:pt>
                <c:pt idx="3284">
                  <c:v>38</c:v>
                </c:pt>
                <c:pt idx="3285">
                  <c:v>10</c:v>
                </c:pt>
                <c:pt idx="3286">
                  <c:v>2</c:v>
                </c:pt>
                <c:pt idx="3287">
                  <c:v>18.7</c:v>
                </c:pt>
                <c:pt idx="3288">
                  <c:v>9.827</c:v>
                </c:pt>
                <c:pt idx="3289">
                  <c:v>42.219285</c:v>
                </c:pt>
                <c:pt idx="3290">
                  <c:v>5</c:v>
                </c:pt>
                <c:pt idx="3291">
                  <c:v>2.5</c:v>
                </c:pt>
                <c:pt idx="3292">
                  <c:v>10</c:v>
                </c:pt>
                <c:pt idx="3293">
                  <c:v>4.34</c:v>
                </c:pt>
                <c:pt idx="3294">
                  <c:v>8.2</c:v>
                </c:pt>
                <c:pt idx="3295">
                  <c:v>38</c:v>
                </c:pt>
                <c:pt idx="3296">
                  <c:v>5.5</c:v>
                </c:pt>
                <c:pt idx="3297">
                  <c:v>15</c:v>
                </c:pt>
                <c:pt idx="3298">
                  <c:v>9.5</c:v>
                </c:pt>
                <c:pt idx="3299">
                  <c:v>239</c:v>
                </c:pt>
                <c:pt idx="3300">
                  <c:v>6.5</c:v>
                </c:pt>
                <c:pt idx="3301">
                  <c:v>13</c:v>
                </c:pt>
                <c:pt idx="3302">
                  <c:v>10</c:v>
                </c:pt>
                <c:pt idx="3303">
                  <c:v>30</c:v>
                </c:pt>
                <c:pt idx="3304">
                  <c:v>4.72203</c:v>
                </c:pt>
                <c:pt idx="3305">
                  <c:v>1.35</c:v>
                </c:pt>
                <c:pt idx="3306">
                  <c:v>8.5</c:v>
                </c:pt>
                <c:pt idx="3307">
                  <c:v>0.186413</c:v>
                </c:pt>
                <c:pt idx="3308">
                  <c:v>0.653</c:v>
                </c:pt>
                <c:pt idx="3309">
                  <c:v>200</c:v>
                </c:pt>
                <c:pt idx="3310">
                  <c:v>122</c:v>
                </c:pt>
                <c:pt idx="3311">
                  <c:v>150</c:v>
                </c:pt>
                <c:pt idx="3312">
                  <c:v>120</c:v>
                </c:pt>
                <c:pt idx="3313">
                  <c:v>120</c:v>
                </c:pt>
                <c:pt idx="3314">
                  <c:v>310</c:v>
                </c:pt>
                <c:pt idx="3315">
                  <c:v>9</c:v>
                </c:pt>
                <c:pt idx="3316">
                  <c:v>17.5</c:v>
                </c:pt>
                <c:pt idx="3317">
                  <c:v>6</c:v>
                </c:pt>
                <c:pt idx="3318">
                  <c:v>4.35</c:v>
                </c:pt>
                <c:pt idx="3319">
                  <c:v>18</c:v>
                </c:pt>
                <c:pt idx="3320">
                  <c:v>150</c:v>
                </c:pt>
                <c:pt idx="3321">
                  <c:v>90</c:v>
                </c:pt>
                <c:pt idx="3322">
                  <c:v>100</c:v>
                </c:pt>
                <c:pt idx="3323">
                  <c:v>78</c:v>
                </c:pt>
                <c:pt idx="3324">
                  <c:v>20</c:v>
                </c:pt>
                <c:pt idx="3325">
                  <c:v>50</c:v>
                </c:pt>
                <c:pt idx="3326">
                  <c:v>200</c:v>
                </c:pt>
                <c:pt idx="3327">
                  <c:v>24</c:v>
                </c:pt>
                <c:pt idx="3328">
                  <c:v>250</c:v>
                </c:pt>
                <c:pt idx="3329">
                  <c:v>30</c:v>
                </c:pt>
                <c:pt idx="3330">
                  <c:v>200</c:v>
                </c:pt>
                <c:pt idx="3331">
                  <c:v>30</c:v>
                </c:pt>
                <c:pt idx="3332">
                  <c:v>10</c:v>
                </c:pt>
                <c:pt idx="3333">
                  <c:v>23.2</c:v>
                </c:pt>
                <c:pt idx="3334">
                  <c:v>80</c:v>
                </c:pt>
                <c:pt idx="3335">
                  <c:v>100</c:v>
                </c:pt>
                <c:pt idx="3336">
                  <c:v>28</c:v>
                </c:pt>
                <c:pt idx="3337">
                  <c:v>75</c:v>
                </c:pt>
                <c:pt idx="3338">
                  <c:v>12</c:v>
                </c:pt>
                <c:pt idx="3339">
                  <c:v>190</c:v>
                </c:pt>
                <c:pt idx="3340">
                  <c:v>26</c:v>
                </c:pt>
                <c:pt idx="3341">
                  <c:v>2</c:v>
                </c:pt>
                <c:pt idx="3342">
                  <c:v>110</c:v>
                </c:pt>
                <c:pt idx="3343">
                  <c:v>20</c:v>
                </c:pt>
                <c:pt idx="3344">
                  <c:v>1.48</c:v>
                </c:pt>
                <c:pt idx="3345">
                  <c:v>80</c:v>
                </c:pt>
                <c:pt idx="3346">
                  <c:v>150</c:v>
                </c:pt>
                <c:pt idx="3347">
                  <c:v>170</c:v>
                </c:pt>
                <c:pt idx="3348">
                  <c:v>50</c:v>
                </c:pt>
                <c:pt idx="3349">
                  <c:v>46</c:v>
                </c:pt>
                <c:pt idx="3350">
                  <c:v>60</c:v>
                </c:pt>
                <c:pt idx="3351">
                  <c:v>65</c:v>
                </c:pt>
                <c:pt idx="3352">
                  <c:v>160</c:v>
                </c:pt>
                <c:pt idx="3353">
                  <c:v>110</c:v>
                </c:pt>
                <c:pt idx="3354">
                  <c:v>3</c:v>
                </c:pt>
                <c:pt idx="3355">
                  <c:v>67</c:v>
                </c:pt>
                <c:pt idx="3356">
                  <c:v>50</c:v>
                </c:pt>
                <c:pt idx="3357">
                  <c:v>4</c:v>
                </c:pt>
                <c:pt idx="3358">
                  <c:v>4.4</c:v>
                </c:pt>
                <c:pt idx="3359">
                  <c:v>14.75</c:v>
                </c:pt>
                <c:pt idx="3360">
                  <c:v>28</c:v>
                </c:pt>
                <c:pt idx="3361">
                  <c:v>12.46</c:v>
                </c:pt>
                <c:pt idx="3362">
                  <c:v>30</c:v>
                </c:pt>
                <c:pt idx="3363">
                  <c:v>35</c:v>
                </c:pt>
                <c:pt idx="3364">
                  <c:v>30</c:v>
                </c:pt>
                <c:pt idx="3365">
                  <c:v>10</c:v>
                </c:pt>
                <c:pt idx="3366">
                  <c:v>25.6</c:v>
                </c:pt>
                <c:pt idx="3367">
                  <c:v>19</c:v>
                </c:pt>
                <c:pt idx="3368">
                  <c:v>20</c:v>
                </c:pt>
                <c:pt idx="3369">
                  <c:v>15</c:v>
                </c:pt>
                <c:pt idx="3370">
                  <c:v>195</c:v>
                </c:pt>
                <c:pt idx="3371">
                  <c:v>155</c:v>
                </c:pt>
                <c:pt idx="3372">
                  <c:v>25</c:v>
                </c:pt>
                <c:pt idx="3373">
                  <c:v>3.5</c:v>
                </c:pt>
                <c:pt idx="3374">
                  <c:v>2</c:v>
                </c:pt>
                <c:pt idx="3375">
                  <c:v>20</c:v>
                </c:pt>
                <c:pt idx="3376">
                  <c:v>115</c:v>
                </c:pt>
                <c:pt idx="3377">
                  <c:v>0.415</c:v>
                </c:pt>
                <c:pt idx="3378">
                  <c:v>20</c:v>
                </c:pt>
                <c:pt idx="3379">
                  <c:v>3.5</c:v>
                </c:pt>
                <c:pt idx="3380">
                  <c:v>125</c:v>
                </c:pt>
                <c:pt idx="3381">
                  <c:v>100</c:v>
                </c:pt>
                <c:pt idx="3382">
                  <c:v>30</c:v>
                </c:pt>
                <c:pt idx="3383">
                  <c:v>20</c:v>
                </c:pt>
                <c:pt idx="3384">
                  <c:v>20</c:v>
                </c:pt>
                <c:pt idx="3385">
                  <c:v>16</c:v>
                </c:pt>
                <c:pt idx="3386">
                  <c:v>9</c:v>
                </c:pt>
                <c:pt idx="3387">
                  <c:v>120</c:v>
                </c:pt>
                <c:pt idx="3388">
                  <c:v>8</c:v>
                </c:pt>
                <c:pt idx="3389">
                  <c:v>20</c:v>
                </c:pt>
                <c:pt idx="3390">
                  <c:v>60</c:v>
                </c:pt>
                <c:pt idx="3391">
                  <c:v>60</c:v>
                </c:pt>
                <c:pt idx="3392">
                  <c:v>18</c:v>
                </c:pt>
                <c:pt idx="3393">
                  <c:v>40</c:v>
                </c:pt>
                <c:pt idx="3394">
                  <c:v>30</c:v>
                </c:pt>
                <c:pt idx="3395">
                  <c:v>7</c:v>
                </c:pt>
                <c:pt idx="3396">
                  <c:v>30</c:v>
                </c:pt>
                <c:pt idx="3397">
                  <c:v>4.8</c:v>
                </c:pt>
                <c:pt idx="3398">
                  <c:v>2</c:v>
                </c:pt>
                <c:pt idx="3399">
                  <c:v>3</c:v>
                </c:pt>
                <c:pt idx="3400">
                  <c:v>12</c:v>
                </c:pt>
                <c:pt idx="3401">
                  <c:v>38.4</c:v>
                </c:pt>
                <c:pt idx="3402">
                  <c:v>53.4</c:v>
                </c:pt>
                <c:pt idx="3403">
                  <c:v>30</c:v>
                </c:pt>
                <c:pt idx="3404">
                  <c:v>13</c:v>
                </c:pt>
                <c:pt idx="3405">
                  <c:v>63</c:v>
                </c:pt>
                <c:pt idx="3406">
                  <c:v>55</c:v>
                </c:pt>
                <c:pt idx="3407">
                  <c:v>80</c:v>
                </c:pt>
                <c:pt idx="3408">
                  <c:v>20</c:v>
                </c:pt>
                <c:pt idx="3409">
                  <c:v>100</c:v>
                </c:pt>
                <c:pt idx="3410">
                  <c:v>32</c:v>
                </c:pt>
                <c:pt idx="3411">
                  <c:v>5</c:v>
                </c:pt>
                <c:pt idx="3412">
                  <c:v>22</c:v>
                </c:pt>
                <c:pt idx="3413">
                  <c:v>10</c:v>
                </c:pt>
                <c:pt idx="3414">
                  <c:v>8.5</c:v>
                </c:pt>
                <c:pt idx="3415">
                  <c:v>1</c:v>
                </c:pt>
                <c:pt idx="3416">
                  <c:v>13</c:v>
                </c:pt>
                <c:pt idx="3417">
                  <c:v>0.8</c:v>
                </c:pt>
                <c:pt idx="3418">
                  <c:v>5</c:v>
                </c:pt>
                <c:pt idx="3419">
                  <c:v>7</c:v>
                </c:pt>
                <c:pt idx="3420">
                  <c:v>30</c:v>
                </c:pt>
                <c:pt idx="3421">
                  <c:v>50</c:v>
                </c:pt>
                <c:pt idx="3422">
                  <c:v>0.6</c:v>
                </c:pt>
                <c:pt idx="3423">
                  <c:v>37.315205</c:v>
                </c:pt>
                <c:pt idx="3424">
                  <c:v>10</c:v>
                </c:pt>
                <c:pt idx="3425">
                  <c:v>75</c:v>
                </c:pt>
                <c:pt idx="3426">
                  <c:v>100</c:v>
                </c:pt>
                <c:pt idx="3427">
                  <c:v>15</c:v>
                </c:pt>
                <c:pt idx="3428">
                  <c:v>18</c:v>
                </c:pt>
                <c:pt idx="3429">
                  <c:v>4</c:v>
                </c:pt>
                <c:pt idx="3430">
                  <c:v>38.5</c:v>
                </c:pt>
                <c:pt idx="3431">
                  <c:v>8.8</c:v>
                </c:pt>
                <c:pt idx="3432">
                  <c:v>1.303</c:v>
                </c:pt>
                <c:pt idx="3433">
                  <c:v>5</c:v>
                </c:pt>
                <c:pt idx="3434">
                  <c:v>40</c:v>
                </c:pt>
                <c:pt idx="3435">
                  <c:v>15</c:v>
                </c:pt>
                <c:pt idx="3436">
                  <c:v>2</c:v>
                </c:pt>
                <c:pt idx="3437">
                  <c:v>25</c:v>
                </c:pt>
                <c:pt idx="3438">
                  <c:v>10</c:v>
                </c:pt>
                <c:pt idx="3439">
                  <c:v>15</c:v>
                </c:pt>
                <c:pt idx="3440">
                  <c:v>200</c:v>
                </c:pt>
                <c:pt idx="3441">
                  <c:v>36</c:v>
                </c:pt>
                <c:pt idx="3442">
                  <c:v>0.03</c:v>
                </c:pt>
                <c:pt idx="3443">
                  <c:v>40</c:v>
                </c:pt>
                <c:pt idx="3444">
                  <c:v>30</c:v>
                </c:pt>
                <c:pt idx="3445">
                  <c:v>25</c:v>
                </c:pt>
                <c:pt idx="3446">
                  <c:v>3</c:v>
                </c:pt>
                <c:pt idx="3447">
                  <c:v>3.467987</c:v>
                </c:pt>
                <c:pt idx="3448">
                  <c:v>15</c:v>
                </c:pt>
                <c:pt idx="3449">
                  <c:v>70</c:v>
                </c:pt>
                <c:pt idx="3450">
                  <c:v>8.4</c:v>
                </c:pt>
                <c:pt idx="3451">
                  <c:v>16</c:v>
                </c:pt>
                <c:pt idx="3452">
                  <c:v>6.7</c:v>
                </c:pt>
                <c:pt idx="3453">
                  <c:v>25</c:v>
                </c:pt>
                <c:pt idx="3454">
                  <c:v>19</c:v>
                </c:pt>
                <c:pt idx="3455">
                  <c:v>13</c:v>
                </c:pt>
                <c:pt idx="3456">
                  <c:v>5</c:v>
                </c:pt>
                <c:pt idx="3457">
                  <c:v>0.005</c:v>
                </c:pt>
                <c:pt idx="3458">
                  <c:v>40</c:v>
                </c:pt>
                <c:pt idx="3459">
                  <c:v>3</c:v>
                </c:pt>
                <c:pt idx="3460">
                  <c:v>8</c:v>
                </c:pt>
                <c:pt idx="3461">
                  <c:v>30.0695</c:v>
                </c:pt>
                <c:pt idx="3462">
                  <c:v>8</c:v>
                </c:pt>
                <c:pt idx="3463">
                  <c:v>6.4</c:v>
                </c:pt>
                <c:pt idx="3464">
                  <c:v>5.4</c:v>
                </c:pt>
                <c:pt idx="3465">
                  <c:v>9.8</c:v>
                </c:pt>
                <c:pt idx="3466">
                  <c:v>12</c:v>
                </c:pt>
                <c:pt idx="3467">
                  <c:v>0.15</c:v>
                </c:pt>
                <c:pt idx="3468">
                  <c:v>10</c:v>
                </c:pt>
                <c:pt idx="3469">
                  <c:v>28</c:v>
                </c:pt>
                <c:pt idx="3470">
                  <c:v>10</c:v>
                </c:pt>
                <c:pt idx="3471">
                  <c:v>0.2</c:v>
                </c:pt>
                <c:pt idx="3472">
                  <c:v>13.4</c:v>
                </c:pt>
                <c:pt idx="3473">
                  <c:v>13.8</c:v>
                </c:pt>
                <c:pt idx="3474">
                  <c:v>100</c:v>
                </c:pt>
                <c:pt idx="3475">
                  <c:v>8.5</c:v>
                </c:pt>
                <c:pt idx="3476">
                  <c:v>6.1</c:v>
                </c:pt>
                <c:pt idx="3477">
                  <c:v>1.5</c:v>
                </c:pt>
                <c:pt idx="3478">
                  <c:v>12</c:v>
                </c:pt>
                <c:pt idx="3479">
                  <c:v>12.6</c:v>
                </c:pt>
                <c:pt idx="3480">
                  <c:v>6</c:v>
                </c:pt>
                <c:pt idx="3481">
                  <c:v>3.7</c:v>
                </c:pt>
                <c:pt idx="3482">
                  <c:v>0.38</c:v>
                </c:pt>
                <c:pt idx="3483">
                  <c:v>5</c:v>
                </c:pt>
                <c:pt idx="3484">
                  <c:v>35.5</c:v>
                </c:pt>
                <c:pt idx="3485">
                  <c:v>5</c:v>
                </c:pt>
                <c:pt idx="3486">
                  <c:v>1</c:v>
                </c:pt>
                <c:pt idx="3487">
                  <c:v>40</c:v>
                </c:pt>
                <c:pt idx="3488">
                  <c:v>50</c:v>
                </c:pt>
                <c:pt idx="3489">
                  <c:v>7</c:v>
                </c:pt>
                <c:pt idx="3490">
                  <c:v>36</c:v>
                </c:pt>
                <c:pt idx="3491">
                  <c:v>1.955146</c:v>
                </c:pt>
                <c:pt idx="3492">
                  <c:v>6</c:v>
                </c:pt>
                <c:pt idx="3493">
                  <c:v>15</c:v>
                </c:pt>
                <c:pt idx="3494">
                  <c:v>2.5</c:v>
                </c:pt>
                <c:pt idx="3495">
                  <c:v>12</c:v>
                </c:pt>
                <c:pt idx="3496">
                  <c:v>3.592556</c:v>
                </c:pt>
                <c:pt idx="3497">
                  <c:v>3.4</c:v>
                </c:pt>
                <c:pt idx="3498">
                  <c:v>3.3</c:v>
                </c:pt>
                <c:pt idx="3499">
                  <c:v>25</c:v>
                </c:pt>
                <c:pt idx="3500">
                  <c:v>180</c:v>
                </c:pt>
                <c:pt idx="3501">
                  <c:v>10</c:v>
                </c:pt>
                <c:pt idx="3502">
                  <c:v>40</c:v>
                </c:pt>
                <c:pt idx="3503">
                  <c:v>25</c:v>
                </c:pt>
                <c:pt idx="3504">
                  <c:v>10</c:v>
                </c:pt>
                <c:pt idx="3505">
                  <c:v>50</c:v>
                </c:pt>
                <c:pt idx="3506">
                  <c:v>80</c:v>
                </c:pt>
                <c:pt idx="3507">
                  <c:v>40</c:v>
                </c:pt>
                <c:pt idx="3508">
                  <c:v>14</c:v>
                </c:pt>
                <c:pt idx="3509">
                  <c:v>15</c:v>
                </c:pt>
                <c:pt idx="3510">
                  <c:v>2.5</c:v>
                </c:pt>
                <c:pt idx="3511">
                  <c:v>18</c:v>
                </c:pt>
                <c:pt idx="3512">
                  <c:v>2</c:v>
                </c:pt>
                <c:pt idx="3513">
                  <c:v>120</c:v>
                </c:pt>
                <c:pt idx="3514">
                  <c:v>23.8</c:v>
                </c:pt>
                <c:pt idx="3515">
                  <c:v>0.2</c:v>
                </c:pt>
                <c:pt idx="3516">
                  <c:v>18</c:v>
                </c:pt>
                <c:pt idx="3517">
                  <c:v>10</c:v>
                </c:pt>
                <c:pt idx="3518">
                  <c:v>0.31</c:v>
                </c:pt>
                <c:pt idx="3519">
                  <c:v>9.1</c:v>
                </c:pt>
                <c:pt idx="3520">
                  <c:v>6</c:v>
                </c:pt>
                <c:pt idx="3521">
                  <c:v>41</c:v>
                </c:pt>
                <c:pt idx="3522">
                  <c:v>6.4</c:v>
                </c:pt>
              </c:numCache>
            </c:numRef>
          </c:xVal>
          <c:yVal>
            <c:numRef>
              <c:f>'Chart Data'!$B$2:$B$3524</c:f>
              <c:numCache>
                <c:formatCode>#,##0</c:formatCode>
                <c:ptCount val="3523"/>
                <c:pt idx="0">
                  <c:v>752.600867</c:v>
                </c:pt>
                <c:pt idx="1">
                  <c:v>839.03063</c:v>
                </c:pt>
                <c:pt idx="2">
                  <c:v>954.305868</c:v>
                </c:pt>
                <c:pt idx="3">
                  <c:v>592.461732</c:v>
                </c:pt>
                <c:pt idx="4">
                  <c:v>494.879471</c:v>
                </c:pt>
                <c:pt idx="5">
                  <c:v>294.804195</c:v>
                </c:pt>
                <c:pt idx="6">
                  <c:v>359.126022</c:v>
                </c:pt>
                <c:pt idx="7">
                  <c:v>623.933331</c:v>
                </c:pt>
                <c:pt idx="8">
                  <c:v>271.430189</c:v>
                </c:pt>
                <c:pt idx="9">
                  <c:v>543.284256</c:v>
                </c:pt>
                <c:pt idx="10">
                  <c:v>1067.316101</c:v>
                </c:pt>
                <c:pt idx="11">
                  <c:v>698.491347</c:v>
                </c:pt>
                <c:pt idx="12">
                  <c:v>1025.46711</c:v>
                </c:pt>
                <c:pt idx="13">
                  <c:v>0.282548</c:v>
                </c:pt>
                <c:pt idx="14">
                  <c:v>224.920315</c:v>
                </c:pt>
                <c:pt idx="15">
                  <c:v>226.497209</c:v>
                </c:pt>
                <c:pt idx="16">
                  <c:v>154.026136</c:v>
                </c:pt>
                <c:pt idx="17">
                  <c:v>127.2</c:v>
                </c:pt>
                <c:pt idx="18">
                  <c:v>321.885765</c:v>
                </c:pt>
                <c:pt idx="19">
                  <c:v>415.686217</c:v>
                </c:pt>
                <c:pt idx="20">
                  <c:v>274.470394</c:v>
                </c:pt>
                <c:pt idx="21">
                  <c:v>493.214993</c:v>
                </c:pt>
                <c:pt idx="22">
                  <c:v>329.398046</c:v>
                </c:pt>
                <c:pt idx="23">
                  <c:v>96.188903</c:v>
                </c:pt>
                <c:pt idx="24">
                  <c:v>400.062763</c:v>
                </c:pt>
                <c:pt idx="25">
                  <c:v>52.8</c:v>
                </c:pt>
                <c:pt idx="26">
                  <c:v>319.713881</c:v>
                </c:pt>
                <c:pt idx="27">
                  <c:v>170.432927</c:v>
                </c:pt>
                <c:pt idx="28">
                  <c:v>336.365676</c:v>
                </c:pt>
                <c:pt idx="29">
                  <c:v>51.691156</c:v>
                </c:pt>
                <c:pt idx="30">
                  <c:v>67.9</c:v>
                </c:pt>
                <c:pt idx="31">
                  <c:v>43.05979</c:v>
                </c:pt>
                <c:pt idx="32">
                  <c:v>0.572809</c:v>
                </c:pt>
                <c:pt idx="33">
                  <c:v>35.7</c:v>
                </c:pt>
                <c:pt idx="34">
                  <c:v>199.006387</c:v>
                </c:pt>
                <c:pt idx="35">
                  <c:v>34.604339</c:v>
                </c:pt>
                <c:pt idx="36">
                  <c:v>293.329073</c:v>
                </c:pt>
                <c:pt idx="37">
                  <c:v>6.788659</c:v>
                </c:pt>
                <c:pt idx="38">
                  <c:v>4.324817</c:v>
                </c:pt>
                <c:pt idx="39">
                  <c:v>102.8</c:v>
                </c:pt>
                <c:pt idx="40">
                  <c:v>93.251121</c:v>
                </c:pt>
                <c:pt idx="41">
                  <c:v>83.188165</c:v>
                </c:pt>
                <c:pt idx="42">
                  <c:v>157.107755</c:v>
                </c:pt>
                <c:pt idx="43">
                  <c:v>140.7</c:v>
                </c:pt>
                <c:pt idx="44">
                  <c:v>177.238796</c:v>
                </c:pt>
                <c:pt idx="45">
                  <c:v>204.594016</c:v>
                </c:pt>
                <c:pt idx="46">
                  <c:v>42.34536</c:v>
                </c:pt>
                <c:pt idx="47">
                  <c:v>12.966357</c:v>
                </c:pt>
                <c:pt idx="48">
                  <c:v>15.440333</c:v>
                </c:pt>
                <c:pt idx="49">
                  <c:v>76.196538</c:v>
                </c:pt>
                <c:pt idx="50">
                  <c:v>321.669741</c:v>
                </c:pt>
                <c:pt idx="51">
                  <c:v>149.660003</c:v>
                </c:pt>
                <c:pt idx="52">
                  <c:v>32.6865</c:v>
                </c:pt>
                <c:pt idx="53">
                  <c:v>215.3</c:v>
                </c:pt>
                <c:pt idx="54">
                  <c:v>49.8</c:v>
                </c:pt>
                <c:pt idx="55">
                  <c:v>136.15168</c:v>
                </c:pt>
                <c:pt idx="56">
                  <c:v>261.989769</c:v>
                </c:pt>
                <c:pt idx="57">
                  <c:v>5.224938</c:v>
                </c:pt>
                <c:pt idx="58">
                  <c:v>69.4</c:v>
                </c:pt>
                <c:pt idx="59">
                  <c:v>211.8</c:v>
                </c:pt>
                <c:pt idx="60">
                  <c:v>115.664037</c:v>
                </c:pt>
                <c:pt idx="61">
                  <c:v>80.205382</c:v>
                </c:pt>
                <c:pt idx="62">
                  <c:v>414.211549</c:v>
                </c:pt>
                <c:pt idx="63">
                  <c:v>56</c:v>
                </c:pt>
                <c:pt idx="64">
                  <c:v>75.026327</c:v>
                </c:pt>
                <c:pt idx="65">
                  <c:v>167.805466</c:v>
                </c:pt>
                <c:pt idx="66">
                  <c:v>290.7</c:v>
                </c:pt>
                <c:pt idx="67">
                  <c:v>23.081726</c:v>
                </c:pt>
                <c:pt idx="68">
                  <c:v>177.512032</c:v>
                </c:pt>
                <c:pt idx="69">
                  <c:v>278.731369</c:v>
                </c:pt>
                <c:pt idx="70">
                  <c:v>159.291809</c:v>
                </c:pt>
                <c:pt idx="71">
                  <c:v>252.3</c:v>
                </c:pt>
                <c:pt idx="72">
                  <c:v>67.448651</c:v>
                </c:pt>
                <c:pt idx="73">
                  <c:v>82.148538</c:v>
                </c:pt>
                <c:pt idx="74">
                  <c:v>64.780213</c:v>
                </c:pt>
                <c:pt idx="75">
                  <c:v>80.547866</c:v>
                </c:pt>
                <c:pt idx="76">
                  <c:v>66.166</c:v>
                </c:pt>
                <c:pt idx="77">
                  <c:v>0.194243</c:v>
                </c:pt>
                <c:pt idx="78">
                  <c:v>112.462508</c:v>
                </c:pt>
                <c:pt idx="79">
                  <c:v>140.07339</c:v>
                </c:pt>
                <c:pt idx="80">
                  <c:v>67.9</c:v>
                </c:pt>
                <c:pt idx="81">
                  <c:v>24.2</c:v>
                </c:pt>
                <c:pt idx="82">
                  <c:v>45.491656</c:v>
                </c:pt>
                <c:pt idx="83">
                  <c:v>19.15248</c:v>
                </c:pt>
                <c:pt idx="84">
                  <c:v>48.2</c:v>
                </c:pt>
                <c:pt idx="85">
                  <c:v>66.984887</c:v>
                </c:pt>
                <c:pt idx="86">
                  <c:v>13.657649</c:v>
                </c:pt>
                <c:pt idx="87">
                  <c:v>43.042835</c:v>
                </c:pt>
                <c:pt idx="88">
                  <c:v>4.159678</c:v>
                </c:pt>
                <c:pt idx="89">
                  <c:v>51.417188</c:v>
                </c:pt>
                <c:pt idx="90">
                  <c:v>9.918093</c:v>
                </c:pt>
                <c:pt idx="91">
                  <c:v>310.650585</c:v>
                </c:pt>
                <c:pt idx="92">
                  <c:v>136.3</c:v>
                </c:pt>
                <c:pt idx="93">
                  <c:v>60.3</c:v>
                </c:pt>
                <c:pt idx="94">
                  <c:v>24.145613</c:v>
                </c:pt>
                <c:pt idx="95">
                  <c:v>4.16</c:v>
                </c:pt>
                <c:pt idx="96">
                  <c:v>36.993168</c:v>
                </c:pt>
                <c:pt idx="97">
                  <c:v>129.190869</c:v>
                </c:pt>
                <c:pt idx="98">
                  <c:v>54.95614</c:v>
                </c:pt>
                <c:pt idx="99">
                  <c:v>6.890432</c:v>
                </c:pt>
                <c:pt idx="100">
                  <c:v>89.5</c:v>
                </c:pt>
                <c:pt idx="101">
                  <c:v>49.050886</c:v>
                </c:pt>
                <c:pt idx="102">
                  <c:v>134.748021</c:v>
                </c:pt>
                <c:pt idx="103">
                  <c:v>10.539</c:v>
                </c:pt>
                <c:pt idx="104">
                  <c:v>20.96766</c:v>
                </c:pt>
                <c:pt idx="105">
                  <c:v>216.5</c:v>
                </c:pt>
                <c:pt idx="106">
                  <c:v>237.382724</c:v>
                </c:pt>
                <c:pt idx="107">
                  <c:v>81.126522</c:v>
                </c:pt>
                <c:pt idx="108">
                  <c:v>23.58</c:v>
                </c:pt>
                <c:pt idx="109">
                  <c:v>114.977104</c:v>
                </c:pt>
                <c:pt idx="110">
                  <c:v>105.734416</c:v>
                </c:pt>
                <c:pt idx="111">
                  <c:v>33.885979</c:v>
                </c:pt>
                <c:pt idx="112">
                  <c:v>90.029656</c:v>
                </c:pt>
                <c:pt idx="113">
                  <c:v>55.6</c:v>
                </c:pt>
                <c:pt idx="114">
                  <c:v>48.668907</c:v>
                </c:pt>
                <c:pt idx="115">
                  <c:v>17.555141</c:v>
                </c:pt>
                <c:pt idx="116">
                  <c:v>60.3</c:v>
                </c:pt>
                <c:pt idx="117">
                  <c:v>107</c:v>
                </c:pt>
                <c:pt idx="118">
                  <c:v>16.533595</c:v>
                </c:pt>
                <c:pt idx="119">
                  <c:v>98.159963</c:v>
                </c:pt>
                <c:pt idx="120">
                  <c:v>117.224271</c:v>
                </c:pt>
                <c:pt idx="121">
                  <c:v>203.509374</c:v>
                </c:pt>
                <c:pt idx="122">
                  <c:v>152.3</c:v>
                </c:pt>
                <c:pt idx="123">
                  <c:v>33.583175</c:v>
                </c:pt>
                <c:pt idx="124">
                  <c:v>77.477008</c:v>
                </c:pt>
                <c:pt idx="125">
                  <c:v>0.12</c:v>
                </c:pt>
                <c:pt idx="126">
                  <c:v>41.424067</c:v>
                </c:pt>
                <c:pt idx="127">
                  <c:v>5.34382</c:v>
                </c:pt>
                <c:pt idx="128">
                  <c:v>13.831503</c:v>
                </c:pt>
                <c:pt idx="129">
                  <c:v>5.63973</c:v>
                </c:pt>
                <c:pt idx="130">
                  <c:v>17.177993</c:v>
                </c:pt>
                <c:pt idx="131">
                  <c:v>1.185012</c:v>
                </c:pt>
                <c:pt idx="132">
                  <c:v>0.15619</c:v>
                </c:pt>
                <c:pt idx="133">
                  <c:v>83.761844</c:v>
                </c:pt>
                <c:pt idx="134">
                  <c:v>5.144717</c:v>
                </c:pt>
                <c:pt idx="135">
                  <c:v>7.871522</c:v>
                </c:pt>
                <c:pt idx="136">
                  <c:v>45.7</c:v>
                </c:pt>
                <c:pt idx="137">
                  <c:v>94.882889</c:v>
                </c:pt>
                <c:pt idx="138">
                  <c:v>1.671196</c:v>
                </c:pt>
                <c:pt idx="139">
                  <c:v>112.483764</c:v>
                </c:pt>
                <c:pt idx="140">
                  <c:v>49.830607</c:v>
                </c:pt>
                <c:pt idx="141">
                  <c:v>50.507267</c:v>
                </c:pt>
                <c:pt idx="142">
                  <c:v>60.040976</c:v>
                </c:pt>
                <c:pt idx="143">
                  <c:v>0.358399</c:v>
                </c:pt>
                <c:pt idx="144">
                  <c:v>0.967</c:v>
                </c:pt>
                <c:pt idx="145">
                  <c:v>25.806953</c:v>
                </c:pt>
                <c:pt idx="146">
                  <c:v>6.49124</c:v>
                </c:pt>
                <c:pt idx="147">
                  <c:v>3.977192</c:v>
                </c:pt>
                <c:pt idx="148">
                  <c:v>8.307227</c:v>
                </c:pt>
                <c:pt idx="149">
                  <c:v>89.137047</c:v>
                </c:pt>
                <c:pt idx="150">
                  <c:v>6.82</c:v>
                </c:pt>
                <c:pt idx="151">
                  <c:v>20.768906</c:v>
                </c:pt>
                <c:pt idx="152">
                  <c:v>0.863</c:v>
                </c:pt>
                <c:pt idx="153">
                  <c:v>32.054369</c:v>
                </c:pt>
                <c:pt idx="154">
                  <c:v>42.045846</c:v>
                </c:pt>
                <c:pt idx="155">
                  <c:v>48.53147</c:v>
                </c:pt>
                <c:pt idx="156">
                  <c:v>6.2</c:v>
                </c:pt>
                <c:pt idx="157">
                  <c:v>86.387857</c:v>
                </c:pt>
                <c:pt idx="158">
                  <c:v>7.644937</c:v>
                </c:pt>
                <c:pt idx="159">
                  <c:v>3.453043</c:v>
                </c:pt>
                <c:pt idx="160">
                  <c:v>25.346148</c:v>
                </c:pt>
                <c:pt idx="161">
                  <c:v>0.851517</c:v>
                </c:pt>
                <c:pt idx="162">
                  <c:v>12.014663</c:v>
                </c:pt>
                <c:pt idx="163">
                  <c:v>3.470487</c:v>
                </c:pt>
                <c:pt idx="164">
                  <c:v>21.500813</c:v>
                </c:pt>
                <c:pt idx="165">
                  <c:v>0.033245</c:v>
                </c:pt>
                <c:pt idx="166">
                  <c:v>27.293743</c:v>
                </c:pt>
                <c:pt idx="167">
                  <c:v>62</c:v>
                </c:pt>
                <c:pt idx="168">
                  <c:v>9.479718</c:v>
                </c:pt>
                <c:pt idx="169">
                  <c:v>7.022728</c:v>
                </c:pt>
                <c:pt idx="170">
                  <c:v>4.882577</c:v>
                </c:pt>
                <c:pt idx="171">
                  <c:v>14.788642</c:v>
                </c:pt>
                <c:pt idx="172">
                  <c:v>18.14403</c:v>
                </c:pt>
                <c:pt idx="173">
                  <c:v>34.70585</c:v>
                </c:pt>
                <c:pt idx="174">
                  <c:v>1.451343</c:v>
                </c:pt>
                <c:pt idx="175">
                  <c:v>11.1</c:v>
                </c:pt>
                <c:pt idx="176">
                  <c:v>6.007194</c:v>
                </c:pt>
                <c:pt idx="177">
                  <c:v>47.355187</c:v>
                </c:pt>
                <c:pt idx="178">
                  <c:v>13.004198</c:v>
                </c:pt>
                <c:pt idx="179">
                  <c:v>15.134293</c:v>
                </c:pt>
                <c:pt idx="180">
                  <c:v>18.409891</c:v>
                </c:pt>
                <c:pt idx="181">
                  <c:v>6.775121</c:v>
                </c:pt>
                <c:pt idx="182">
                  <c:v>10</c:v>
                </c:pt>
                <c:pt idx="183">
                  <c:v>45.636368</c:v>
                </c:pt>
                <c:pt idx="184">
                  <c:v>0.129706</c:v>
                </c:pt>
                <c:pt idx="185">
                  <c:v>17.511906</c:v>
                </c:pt>
                <c:pt idx="186">
                  <c:v>0.871279</c:v>
                </c:pt>
                <c:pt idx="187">
                  <c:v>1</c:v>
                </c:pt>
                <c:pt idx="188">
                  <c:v>51.723285</c:v>
                </c:pt>
                <c:pt idx="189">
                  <c:v>0.12382</c:v>
                </c:pt>
                <c:pt idx="190">
                  <c:v>0.22159</c:v>
                </c:pt>
                <c:pt idx="191">
                  <c:v>2.995811</c:v>
                </c:pt>
                <c:pt idx="192">
                  <c:v>36.23671</c:v>
                </c:pt>
                <c:pt idx="193">
                  <c:v>0.744816</c:v>
                </c:pt>
                <c:pt idx="194">
                  <c:v>49.827298</c:v>
                </c:pt>
                <c:pt idx="195">
                  <c:v>12.629471</c:v>
                </c:pt>
                <c:pt idx="196">
                  <c:v>65.584679</c:v>
                </c:pt>
                <c:pt idx="197">
                  <c:v>0.453708</c:v>
                </c:pt>
                <c:pt idx="198">
                  <c:v>3.9</c:v>
                </c:pt>
                <c:pt idx="199">
                  <c:v>0.449702</c:v>
                </c:pt>
                <c:pt idx="200">
                  <c:v>4.404729</c:v>
                </c:pt>
                <c:pt idx="201">
                  <c:v>3.604598</c:v>
                </c:pt>
                <c:pt idx="202">
                  <c:v>10.522511</c:v>
                </c:pt>
                <c:pt idx="203">
                  <c:v>9.322895</c:v>
                </c:pt>
                <c:pt idx="204">
                  <c:v>0.636706</c:v>
                </c:pt>
                <c:pt idx="205">
                  <c:v>18.124262</c:v>
                </c:pt>
                <c:pt idx="206">
                  <c:v>0.346594</c:v>
                </c:pt>
                <c:pt idx="207">
                  <c:v>4.791599</c:v>
                </c:pt>
                <c:pt idx="208">
                  <c:v>100.297064</c:v>
                </c:pt>
                <c:pt idx="209">
                  <c:v>60.673972</c:v>
                </c:pt>
                <c:pt idx="210">
                  <c:v>0.143485</c:v>
                </c:pt>
                <c:pt idx="211">
                  <c:v>20.601987</c:v>
                </c:pt>
                <c:pt idx="212">
                  <c:v>0.098017</c:v>
                </c:pt>
                <c:pt idx="213">
                  <c:v>93.8</c:v>
                </c:pt>
                <c:pt idx="214">
                  <c:v>11.82698</c:v>
                </c:pt>
                <c:pt idx="215">
                  <c:v>0.062985</c:v>
                </c:pt>
                <c:pt idx="216">
                  <c:v>38</c:v>
                </c:pt>
                <c:pt idx="217">
                  <c:v>1.183258</c:v>
                </c:pt>
                <c:pt idx="218">
                  <c:v>8.454301</c:v>
                </c:pt>
                <c:pt idx="219">
                  <c:v>0.050113</c:v>
                </c:pt>
                <c:pt idx="220">
                  <c:v>1.083683</c:v>
                </c:pt>
                <c:pt idx="221">
                  <c:v>0.143</c:v>
                </c:pt>
                <c:pt idx="222">
                  <c:v>16</c:v>
                </c:pt>
                <c:pt idx="223">
                  <c:v>8.220215</c:v>
                </c:pt>
                <c:pt idx="224">
                  <c:v>7.736632</c:v>
                </c:pt>
                <c:pt idx="225">
                  <c:v>2.2</c:v>
                </c:pt>
                <c:pt idx="226">
                  <c:v>1.790061</c:v>
                </c:pt>
                <c:pt idx="227">
                  <c:v>0.055089</c:v>
                </c:pt>
                <c:pt idx="228">
                  <c:v>3.045943</c:v>
                </c:pt>
                <c:pt idx="229">
                  <c:v>15.30285</c:v>
                </c:pt>
                <c:pt idx="230">
                  <c:v>1.163967</c:v>
                </c:pt>
                <c:pt idx="231">
                  <c:v>21.409028</c:v>
                </c:pt>
                <c:pt idx="232">
                  <c:v>13.851432</c:v>
                </c:pt>
                <c:pt idx="233">
                  <c:v>9.9</c:v>
                </c:pt>
                <c:pt idx="234">
                  <c:v>0.52</c:v>
                </c:pt>
                <c:pt idx="235">
                  <c:v>9.7</c:v>
                </c:pt>
                <c:pt idx="236">
                  <c:v>0.23182</c:v>
                </c:pt>
                <c:pt idx="237">
                  <c:v>4</c:v>
                </c:pt>
                <c:pt idx="238">
                  <c:v>25.030264</c:v>
                </c:pt>
                <c:pt idx="239">
                  <c:v>0.187716</c:v>
                </c:pt>
                <c:pt idx="240">
                  <c:v>8.786756</c:v>
                </c:pt>
                <c:pt idx="241">
                  <c:v>12.005838</c:v>
                </c:pt>
                <c:pt idx="242">
                  <c:v>0.515065</c:v>
                </c:pt>
                <c:pt idx="243">
                  <c:v>0.5</c:v>
                </c:pt>
                <c:pt idx="244">
                  <c:v>8.3</c:v>
                </c:pt>
                <c:pt idx="245">
                  <c:v>0.453079</c:v>
                </c:pt>
                <c:pt idx="246">
                  <c:v>0.046488</c:v>
                </c:pt>
                <c:pt idx="247">
                  <c:v>1.30958</c:v>
                </c:pt>
                <c:pt idx="248">
                  <c:v>8.553835</c:v>
                </c:pt>
                <c:pt idx="249">
                  <c:v>5.380142</c:v>
                </c:pt>
                <c:pt idx="250">
                  <c:v>9.7</c:v>
                </c:pt>
                <c:pt idx="251">
                  <c:v>5.9</c:v>
                </c:pt>
                <c:pt idx="252">
                  <c:v>7.1</c:v>
                </c:pt>
                <c:pt idx="253">
                  <c:v>0.622644</c:v>
                </c:pt>
                <c:pt idx="254">
                  <c:v>20.157447</c:v>
                </c:pt>
                <c:pt idx="255">
                  <c:v>20</c:v>
                </c:pt>
                <c:pt idx="256">
                  <c:v>3.770657</c:v>
                </c:pt>
                <c:pt idx="257">
                  <c:v>0.208475</c:v>
                </c:pt>
                <c:pt idx="258">
                  <c:v>33.02</c:v>
                </c:pt>
                <c:pt idx="259">
                  <c:v>0.103735</c:v>
                </c:pt>
                <c:pt idx="260">
                  <c:v>0.300849</c:v>
                </c:pt>
                <c:pt idx="261">
                  <c:v>8.628997</c:v>
                </c:pt>
                <c:pt idx="262">
                  <c:v>4.80008</c:v>
                </c:pt>
                <c:pt idx="263">
                  <c:v>0.486756</c:v>
                </c:pt>
                <c:pt idx="264">
                  <c:v>5</c:v>
                </c:pt>
                <c:pt idx="265">
                  <c:v>0.416498</c:v>
                </c:pt>
                <c:pt idx="266">
                  <c:v>8.929413</c:v>
                </c:pt>
                <c:pt idx="267">
                  <c:v>12</c:v>
                </c:pt>
                <c:pt idx="268">
                  <c:v>0.01</c:v>
                </c:pt>
                <c:pt idx="269">
                  <c:v>2.8</c:v>
                </c:pt>
                <c:pt idx="270">
                  <c:v>0.288512</c:v>
                </c:pt>
                <c:pt idx="271">
                  <c:v>2.7</c:v>
                </c:pt>
                <c:pt idx="272">
                  <c:v>10</c:v>
                </c:pt>
                <c:pt idx="273">
                  <c:v>0.621262</c:v>
                </c:pt>
                <c:pt idx="274">
                  <c:v>22.212223</c:v>
                </c:pt>
                <c:pt idx="275">
                  <c:v>20</c:v>
                </c:pt>
                <c:pt idx="276">
                  <c:v>4.214668</c:v>
                </c:pt>
                <c:pt idx="277">
                  <c:v>0.771499</c:v>
                </c:pt>
                <c:pt idx="278">
                  <c:v>2.124145</c:v>
                </c:pt>
                <c:pt idx="279">
                  <c:v>12</c:v>
                </c:pt>
                <c:pt idx="280">
                  <c:v>0.033042</c:v>
                </c:pt>
                <c:pt idx="281">
                  <c:v>5</c:v>
                </c:pt>
                <c:pt idx="282">
                  <c:v>3.785593</c:v>
                </c:pt>
                <c:pt idx="283">
                  <c:v>1.95</c:v>
                </c:pt>
                <c:pt idx="284">
                  <c:v>0.399611</c:v>
                </c:pt>
                <c:pt idx="285">
                  <c:v>0.035556</c:v>
                </c:pt>
                <c:pt idx="286">
                  <c:v>1341.511219</c:v>
                </c:pt>
                <c:pt idx="287">
                  <c:v>1046.721266</c:v>
                </c:pt>
                <c:pt idx="288">
                  <c:v>712.171856</c:v>
                </c:pt>
                <c:pt idx="289">
                  <c:v>559.852396</c:v>
                </c:pt>
                <c:pt idx="290">
                  <c:v>370.569774</c:v>
                </c:pt>
                <c:pt idx="291">
                  <c:v>449.326618</c:v>
                </c:pt>
                <c:pt idx="292">
                  <c:v>299.3</c:v>
                </c:pt>
                <c:pt idx="293">
                  <c:v>426.590315</c:v>
                </c:pt>
                <c:pt idx="294">
                  <c:v>586.764305</c:v>
                </c:pt>
                <c:pt idx="295">
                  <c:v>245.7</c:v>
                </c:pt>
                <c:pt idx="296">
                  <c:v>554.987477</c:v>
                </c:pt>
                <c:pt idx="297">
                  <c:v>216.6</c:v>
                </c:pt>
                <c:pt idx="298">
                  <c:v>694.71338</c:v>
                </c:pt>
                <c:pt idx="299">
                  <c:v>665.692281</c:v>
                </c:pt>
                <c:pt idx="300">
                  <c:v>214.945591</c:v>
                </c:pt>
                <c:pt idx="301">
                  <c:v>483.866772</c:v>
                </c:pt>
                <c:pt idx="302">
                  <c:v>51.070807</c:v>
                </c:pt>
                <c:pt idx="303">
                  <c:v>97.23142</c:v>
                </c:pt>
                <c:pt idx="304">
                  <c:v>100.106454</c:v>
                </c:pt>
                <c:pt idx="305">
                  <c:v>33.750478</c:v>
                </c:pt>
                <c:pt idx="306">
                  <c:v>71.50844</c:v>
                </c:pt>
                <c:pt idx="307">
                  <c:v>157.887643</c:v>
                </c:pt>
                <c:pt idx="308">
                  <c:v>78.309131</c:v>
                </c:pt>
                <c:pt idx="309">
                  <c:v>145.079584</c:v>
                </c:pt>
                <c:pt idx="310">
                  <c:v>161.9</c:v>
                </c:pt>
                <c:pt idx="311">
                  <c:v>173.9</c:v>
                </c:pt>
                <c:pt idx="312">
                  <c:v>481.800873</c:v>
                </c:pt>
                <c:pt idx="313">
                  <c:v>78.1</c:v>
                </c:pt>
                <c:pt idx="314">
                  <c:v>89.162162</c:v>
                </c:pt>
                <c:pt idx="315">
                  <c:v>98</c:v>
                </c:pt>
                <c:pt idx="316">
                  <c:v>59.4</c:v>
                </c:pt>
                <c:pt idx="317">
                  <c:v>10.8</c:v>
                </c:pt>
                <c:pt idx="318">
                  <c:v>563.749323</c:v>
                </c:pt>
                <c:pt idx="319">
                  <c:v>132.56393</c:v>
                </c:pt>
                <c:pt idx="320">
                  <c:v>232.61743</c:v>
                </c:pt>
                <c:pt idx="321">
                  <c:v>149.9</c:v>
                </c:pt>
                <c:pt idx="322">
                  <c:v>334.615</c:v>
                </c:pt>
                <c:pt idx="323">
                  <c:v>226.904017</c:v>
                </c:pt>
                <c:pt idx="324">
                  <c:v>373.993951</c:v>
                </c:pt>
                <c:pt idx="325">
                  <c:v>211.8</c:v>
                </c:pt>
                <c:pt idx="326">
                  <c:v>151.119219</c:v>
                </c:pt>
                <c:pt idx="327">
                  <c:v>149.2</c:v>
                </c:pt>
                <c:pt idx="328">
                  <c:v>149.5</c:v>
                </c:pt>
                <c:pt idx="329">
                  <c:v>288.383523</c:v>
                </c:pt>
                <c:pt idx="330">
                  <c:v>147.332697</c:v>
                </c:pt>
                <c:pt idx="331">
                  <c:v>219.851172</c:v>
                </c:pt>
                <c:pt idx="332">
                  <c:v>23.3</c:v>
                </c:pt>
                <c:pt idx="333">
                  <c:v>15.8</c:v>
                </c:pt>
                <c:pt idx="334">
                  <c:v>19.504039</c:v>
                </c:pt>
                <c:pt idx="335">
                  <c:v>342.695435</c:v>
                </c:pt>
                <c:pt idx="336">
                  <c:v>72.526996</c:v>
                </c:pt>
                <c:pt idx="337">
                  <c:v>31.5</c:v>
                </c:pt>
                <c:pt idx="338">
                  <c:v>63.523283</c:v>
                </c:pt>
                <c:pt idx="339">
                  <c:v>91.627228</c:v>
                </c:pt>
                <c:pt idx="340">
                  <c:v>209.838559</c:v>
                </c:pt>
                <c:pt idx="341">
                  <c:v>260.1</c:v>
                </c:pt>
                <c:pt idx="342">
                  <c:v>63.543328</c:v>
                </c:pt>
                <c:pt idx="343">
                  <c:v>75.5</c:v>
                </c:pt>
                <c:pt idx="344">
                  <c:v>120.081841</c:v>
                </c:pt>
                <c:pt idx="345">
                  <c:v>85.412898</c:v>
                </c:pt>
                <c:pt idx="346">
                  <c:v>31.505287</c:v>
                </c:pt>
                <c:pt idx="347">
                  <c:v>89.792502</c:v>
                </c:pt>
                <c:pt idx="348">
                  <c:v>3.909002</c:v>
                </c:pt>
                <c:pt idx="349">
                  <c:v>57.777106</c:v>
                </c:pt>
                <c:pt idx="350">
                  <c:v>35.690739</c:v>
                </c:pt>
                <c:pt idx="351">
                  <c:v>3.424648</c:v>
                </c:pt>
                <c:pt idx="352">
                  <c:v>160.078586</c:v>
                </c:pt>
                <c:pt idx="353">
                  <c:v>85.56431</c:v>
                </c:pt>
                <c:pt idx="354">
                  <c:v>82.686066</c:v>
                </c:pt>
                <c:pt idx="355">
                  <c:v>174.822325</c:v>
                </c:pt>
                <c:pt idx="356">
                  <c:v>127.9</c:v>
                </c:pt>
                <c:pt idx="357">
                  <c:v>110.206216</c:v>
                </c:pt>
                <c:pt idx="358">
                  <c:v>150.406466</c:v>
                </c:pt>
                <c:pt idx="359">
                  <c:v>0.078396</c:v>
                </c:pt>
                <c:pt idx="360">
                  <c:v>177.584879</c:v>
                </c:pt>
                <c:pt idx="361">
                  <c:v>137.551594</c:v>
                </c:pt>
                <c:pt idx="362">
                  <c:v>216.197492</c:v>
                </c:pt>
                <c:pt idx="363">
                  <c:v>39</c:v>
                </c:pt>
                <c:pt idx="364">
                  <c:v>108.60931</c:v>
                </c:pt>
                <c:pt idx="365">
                  <c:v>5.151023</c:v>
                </c:pt>
                <c:pt idx="366">
                  <c:v>80.6</c:v>
                </c:pt>
                <c:pt idx="367">
                  <c:v>39.8</c:v>
                </c:pt>
                <c:pt idx="368">
                  <c:v>185.77016</c:v>
                </c:pt>
                <c:pt idx="369">
                  <c:v>189.712432</c:v>
                </c:pt>
                <c:pt idx="370">
                  <c:v>207.039844</c:v>
                </c:pt>
                <c:pt idx="371">
                  <c:v>169.9</c:v>
                </c:pt>
                <c:pt idx="372">
                  <c:v>64.626786</c:v>
                </c:pt>
                <c:pt idx="373">
                  <c:v>13.5</c:v>
                </c:pt>
                <c:pt idx="374">
                  <c:v>132.274484</c:v>
                </c:pt>
                <c:pt idx="375">
                  <c:v>76.338111</c:v>
                </c:pt>
                <c:pt idx="376">
                  <c:v>149.7</c:v>
                </c:pt>
                <c:pt idx="377">
                  <c:v>187.361754</c:v>
                </c:pt>
                <c:pt idx="378">
                  <c:v>152.930623</c:v>
                </c:pt>
                <c:pt idx="379">
                  <c:v>41.002607</c:v>
                </c:pt>
                <c:pt idx="380">
                  <c:v>227.817248</c:v>
                </c:pt>
                <c:pt idx="381">
                  <c:v>75.05507</c:v>
                </c:pt>
                <c:pt idx="382">
                  <c:v>0.40868</c:v>
                </c:pt>
                <c:pt idx="383">
                  <c:v>130.786397</c:v>
                </c:pt>
                <c:pt idx="384">
                  <c:v>142</c:v>
                </c:pt>
                <c:pt idx="385">
                  <c:v>1.072602</c:v>
                </c:pt>
                <c:pt idx="386">
                  <c:v>96.047633</c:v>
                </c:pt>
                <c:pt idx="387">
                  <c:v>83.2</c:v>
                </c:pt>
                <c:pt idx="388">
                  <c:v>65.090821</c:v>
                </c:pt>
                <c:pt idx="389">
                  <c:v>82.087155</c:v>
                </c:pt>
                <c:pt idx="390">
                  <c:v>40.909909</c:v>
                </c:pt>
                <c:pt idx="391">
                  <c:v>14.46</c:v>
                </c:pt>
                <c:pt idx="392">
                  <c:v>183.953723</c:v>
                </c:pt>
                <c:pt idx="393">
                  <c:v>2.527904</c:v>
                </c:pt>
                <c:pt idx="394">
                  <c:v>10.126458</c:v>
                </c:pt>
                <c:pt idx="395">
                  <c:v>19.560274</c:v>
                </c:pt>
                <c:pt idx="396">
                  <c:v>95.311434</c:v>
                </c:pt>
                <c:pt idx="397">
                  <c:v>34.710627</c:v>
                </c:pt>
                <c:pt idx="398">
                  <c:v>26.61165</c:v>
                </c:pt>
                <c:pt idx="399">
                  <c:v>36.192775</c:v>
                </c:pt>
                <c:pt idx="400">
                  <c:v>33.372606</c:v>
                </c:pt>
                <c:pt idx="401">
                  <c:v>61.037844</c:v>
                </c:pt>
                <c:pt idx="402">
                  <c:v>151.3</c:v>
                </c:pt>
                <c:pt idx="403">
                  <c:v>15.946321</c:v>
                </c:pt>
                <c:pt idx="404">
                  <c:v>27.12204</c:v>
                </c:pt>
                <c:pt idx="405">
                  <c:v>40.5</c:v>
                </c:pt>
                <c:pt idx="406">
                  <c:v>30.426096</c:v>
                </c:pt>
                <c:pt idx="407">
                  <c:v>1123.794079</c:v>
                </c:pt>
                <c:pt idx="408">
                  <c:v>6.638849</c:v>
                </c:pt>
                <c:pt idx="409">
                  <c:v>9.612469</c:v>
                </c:pt>
                <c:pt idx="410">
                  <c:v>33.662874</c:v>
                </c:pt>
                <c:pt idx="411">
                  <c:v>54.7</c:v>
                </c:pt>
                <c:pt idx="412">
                  <c:v>63.782078</c:v>
                </c:pt>
                <c:pt idx="413">
                  <c:v>55.2</c:v>
                </c:pt>
                <c:pt idx="414">
                  <c:v>39.9844</c:v>
                </c:pt>
                <c:pt idx="415">
                  <c:v>160</c:v>
                </c:pt>
                <c:pt idx="416">
                  <c:v>3.5</c:v>
                </c:pt>
                <c:pt idx="417">
                  <c:v>43.2</c:v>
                </c:pt>
                <c:pt idx="418">
                  <c:v>0.005206</c:v>
                </c:pt>
                <c:pt idx="419">
                  <c:v>177.2</c:v>
                </c:pt>
                <c:pt idx="420">
                  <c:v>14.4</c:v>
                </c:pt>
                <c:pt idx="421">
                  <c:v>39.187783</c:v>
                </c:pt>
                <c:pt idx="422">
                  <c:v>6.879667</c:v>
                </c:pt>
                <c:pt idx="423">
                  <c:v>3.741098</c:v>
                </c:pt>
                <c:pt idx="424">
                  <c:v>25.345</c:v>
                </c:pt>
                <c:pt idx="425">
                  <c:v>34.942188</c:v>
                </c:pt>
                <c:pt idx="426">
                  <c:v>165.184237</c:v>
                </c:pt>
                <c:pt idx="427">
                  <c:v>14.089528</c:v>
                </c:pt>
                <c:pt idx="428">
                  <c:v>10.324441</c:v>
                </c:pt>
                <c:pt idx="429">
                  <c:v>1.104682</c:v>
                </c:pt>
                <c:pt idx="430">
                  <c:v>1.742215</c:v>
                </c:pt>
                <c:pt idx="431">
                  <c:v>3.964682</c:v>
                </c:pt>
                <c:pt idx="432">
                  <c:v>24</c:v>
                </c:pt>
                <c:pt idx="433">
                  <c:v>1.743743</c:v>
                </c:pt>
                <c:pt idx="434">
                  <c:v>47.08899</c:v>
                </c:pt>
                <c:pt idx="435">
                  <c:v>8.79159</c:v>
                </c:pt>
                <c:pt idx="436">
                  <c:v>2.295733</c:v>
                </c:pt>
                <c:pt idx="437">
                  <c:v>27.462041</c:v>
                </c:pt>
                <c:pt idx="438">
                  <c:v>117.094902</c:v>
                </c:pt>
                <c:pt idx="439">
                  <c:v>52.545707</c:v>
                </c:pt>
                <c:pt idx="440">
                  <c:v>24.426169</c:v>
                </c:pt>
                <c:pt idx="441">
                  <c:v>115.890792</c:v>
                </c:pt>
                <c:pt idx="442">
                  <c:v>0.450275</c:v>
                </c:pt>
                <c:pt idx="443">
                  <c:v>0.911466</c:v>
                </c:pt>
                <c:pt idx="444">
                  <c:v>133.432856</c:v>
                </c:pt>
                <c:pt idx="445">
                  <c:v>1.938783</c:v>
                </c:pt>
                <c:pt idx="446">
                  <c:v>5.728213</c:v>
                </c:pt>
                <c:pt idx="447">
                  <c:v>28.013733</c:v>
                </c:pt>
                <c:pt idx="448">
                  <c:v>6.9</c:v>
                </c:pt>
                <c:pt idx="449">
                  <c:v>2.5</c:v>
                </c:pt>
                <c:pt idx="450">
                  <c:v>25.562924</c:v>
                </c:pt>
                <c:pt idx="451">
                  <c:v>2.639616</c:v>
                </c:pt>
                <c:pt idx="452">
                  <c:v>29.737384</c:v>
                </c:pt>
                <c:pt idx="453">
                  <c:v>9.92726</c:v>
                </c:pt>
                <c:pt idx="454">
                  <c:v>16.653488</c:v>
                </c:pt>
                <c:pt idx="455">
                  <c:v>22.939027</c:v>
                </c:pt>
                <c:pt idx="456">
                  <c:v>0.618425</c:v>
                </c:pt>
                <c:pt idx="457">
                  <c:v>2.614773</c:v>
                </c:pt>
                <c:pt idx="458">
                  <c:v>95.404397</c:v>
                </c:pt>
                <c:pt idx="459">
                  <c:v>19.66</c:v>
                </c:pt>
                <c:pt idx="460">
                  <c:v>5.46865</c:v>
                </c:pt>
                <c:pt idx="461">
                  <c:v>48.147945</c:v>
                </c:pt>
                <c:pt idx="462">
                  <c:v>15.786086</c:v>
                </c:pt>
                <c:pt idx="463">
                  <c:v>0.610986</c:v>
                </c:pt>
                <c:pt idx="464">
                  <c:v>15.395087</c:v>
                </c:pt>
                <c:pt idx="465">
                  <c:v>14.311701</c:v>
                </c:pt>
                <c:pt idx="466">
                  <c:v>4.729855</c:v>
                </c:pt>
                <c:pt idx="467">
                  <c:v>30.722632</c:v>
                </c:pt>
                <c:pt idx="468">
                  <c:v>35.911689</c:v>
                </c:pt>
                <c:pt idx="469">
                  <c:v>37.7</c:v>
                </c:pt>
                <c:pt idx="470">
                  <c:v>0.162088</c:v>
                </c:pt>
                <c:pt idx="471">
                  <c:v>0.484592</c:v>
                </c:pt>
                <c:pt idx="472">
                  <c:v>3.01221</c:v>
                </c:pt>
                <c:pt idx="473">
                  <c:v>3.542353</c:v>
                </c:pt>
                <c:pt idx="474">
                  <c:v>1.941667</c:v>
                </c:pt>
                <c:pt idx="475">
                  <c:v>11.790979</c:v>
                </c:pt>
                <c:pt idx="476">
                  <c:v>2.9</c:v>
                </c:pt>
                <c:pt idx="477">
                  <c:v>84.60603</c:v>
                </c:pt>
                <c:pt idx="478">
                  <c:v>0.972512</c:v>
                </c:pt>
                <c:pt idx="479">
                  <c:v>3.265941</c:v>
                </c:pt>
                <c:pt idx="480">
                  <c:v>4.878284</c:v>
                </c:pt>
                <c:pt idx="481">
                  <c:v>0.970816</c:v>
                </c:pt>
                <c:pt idx="482">
                  <c:v>48</c:v>
                </c:pt>
                <c:pt idx="483">
                  <c:v>8.2</c:v>
                </c:pt>
                <c:pt idx="484">
                  <c:v>67.112664</c:v>
                </c:pt>
                <c:pt idx="485">
                  <c:v>3.807134</c:v>
                </c:pt>
                <c:pt idx="486">
                  <c:v>49</c:v>
                </c:pt>
                <c:pt idx="487">
                  <c:v>0.868439</c:v>
                </c:pt>
                <c:pt idx="488">
                  <c:v>99.036827</c:v>
                </c:pt>
                <c:pt idx="489">
                  <c:v>24.816118</c:v>
                </c:pt>
                <c:pt idx="490">
                  <c:v>5.634828</c:v>
                </c:pt>
                <c:pt idx="491">
                  <c:v>2.128186</c:v>
                </c:pt>
                <c:pt idx="492">
                  <c:v>35.1</c:v>
                </c:pt>
                <c:pt idx="493">
                  <c:v>3.142154</c:v>
                </c:pt>
                <c:pt idx="494">
                  <c:v>0.025603</c:v>
                </c:pt>
                <c:pt idx="495">
                  <c:v>15.4788</c:v>
                </c:pt>
                <c:pt idx="496">
                  <c:v>0.127709</c:v>
                </c:pt>
                <c:pt idx="497">
                  <c:v>0.087793</c:v>
                </c:pt>
                <c:pt idx="498">
                  <c:v>626.1</c:v>
                </c:pt>
                <c:pt idx="499">
                  <c:v>54.161287</c:v>
                </c:pt>
                <c:pt idx="500">
                  <c:v>0.355688</c:v>
                </c:pt>
                <c:pt idx="501">
                  <c:v>29</c:v>
                </c:pt>
                <c:pt idx="502">
                  <c:v>16.611575</c:v>
                </c:pt>
                <c:pt idx="503">
                  <c:v>1.332231</c:v>
                </c:pt>
                <c:pt idx="504">
                  <c:v>10.654385</c:v>
                </c:pt>
                <c:pt idx="505">
                  <c:v>88.823111</c:v>
                </c:pt>
                <c:pt idx="506">
                  <c:v>0.051917</c:v>
                </c:pt>
                <c:pt idx="507">
                  <c:v>0.533235</c:v>
                </c:pt>
                <c:pt idx="508">
                  <c:v>30</c:v>
                </c:pt>
                <c:pt idx="509">
                  <c:v>4.627375</c:v>
                </c:pt>
                <c:pt idx="510">
                  <c:v>29</c:v>
                </c:pt>
                <c:pt idx="511">
                  <c:v>14.166853</c:v>
                </c:pt>
                <c:pt idx="512">
                  <c:v>0.748453</c:v>
                </c:pt>
                <c:pt idx="513">
                  <c:v>0.046495</c:v>
                </c:pt>
                <c:pt idx="514">
                  <c:v>0.00214</c:v>
                </c:pt>
                <c:pt idx="515">
                  <c:v>30.857747</c:v>
                </c:pt>
                <c:pt idx="516">
                  <c:v>31.410151</c:v>
                </c:pt>
                <c:pt idx="517">
                  <c:v>0.253899</c:v>
                </c:pt>
                <c:pt idx="518">
                  <c:v>10.306807</c:v>
                </c:pt>
                <c:pt idx="519">
                  <c:v>0.647839</c:v>
                </c:pt>
                <c:pt idx="520">
                  <c:v>4.634062</c:v>
                </c:pt>
                <c:pt idx="521">
                  <c:v>14.624826</c:v>
                </c:pt>
                <c:pt idx="522">
                  <c:v>1.349387</c:v>
                </c:pt>
                <c:pt idx="523">
                  <c:v>18.7</c:v>
                </c:pt>
                <c:pt idx="524">
                  <c:v>0.154098</c:v>
                </c:pt>
                <c:pt idx="525">
                  <c:v>3.242802</c:v>
                </c:pt>
                <c:pt idx="526">
                  <c:v>0.303877</c:v>
                </c:pt>
                <c:pt idx="527">
                  <c:v>4.040142</c:v>
                </c:pt>
                <c:pt idx="528">
                  <c:v>10.13</c:v>
                </c:pt>
                <c:pt idx="529">
                  <c:v>5.446</c:v>
                </c:pt>
                <c:pt idx="530">
                  <c:v>1.8</c:v>
                </c:pt>
                <c:pt idx="531">
                  <c:v>2.777</c:v>
                </c:pt>
                <c:pt idx="532">
                  <c:v>13.101672</c:v>
                </c:pt>
                <c:pt idx="533">
                  <c:v>43</c:v>
                </c:pt>
                <c:pt idx="534">
                  <c:v>0.201607</c:v>
                </c:pt>
                <c:pt idx="535">
                  <c:v>0.015292</c:v>
                </c:pt>
                <c:pt idx="536">
                  <c:v>4.230854</c:v>
                </c:pt>
                <c:pt idx="537">
                  <c:v>0.065708</c:v>
                </c:pt>
                <c:pt idx="538">
                  <c:v>0.018463</c:v>
                </c:pt>
                <c:pt idx="539">
                  <c:v>2.5</c:v>
                </c:pt>
                <c:pt idx="540">
                  <c:v>0.108139</c:v>
                </c:pt>
                <c:pt idx="541">
                  <c:v>21</c:v>
                </c:pt>
                <c:pt idx="542">
                  <c:v>2.963639</c:v>
                </c:pt>
                <c:pt idx="543">
                  <c:v>15.5</c:v>
                </c:pt>
                <c:pt idx="544">
                  <c:v>1.809527</c:v>
                </c:pt>
                <c:pt idx="545">
                  <c:v>1.248748</c:v>
                </c:pt>
                <c:pt idx="546">
                  <c:v>0.030905</c:v>
                </c:pt>
                <c:pt idx="547">
                  <c:v>17</c:v>
                </c:pt>
                <c:pt idx="548">
                  <c:v>18.035</c:v>
                </c:pt>
                <c:pt idx="549">
                  <c:v>0.089182</c:v>
                </c:pt>
                <c:pt idx="550">
                  <c:v>0.077348</c:v>
                </c:pt>
                <c:pt idx="551">
                  <c:v>18.05</c:v>
                </c:pt>
                <c:pt idx="552">
                  <c:v>0.101236</c:v>
                </c:pt>
                <c:pt idx="553">
                  <c:v>1.373312</c:v>
                </c:pt>
                <c:pt idx="554">
                  <c:v>28</c:v>
                </c:pt>
                <c:pt idx="555">
                  <c:v>13.970489</c:v>
                </c:pt>
                <c:pt idx="556">
                  <c:v>3.33305</c:v>
                </c:pt>
                <c:pt idx="557">
                  <c:v>0.225861</c:v>
                </c:pt>
                <c:pt idx="558">
                  <c:v>3.483795</c:v>
                </c:pt>
                <c:pt idx="559">
                  <c:v>7.586448</c:v>
                </c:pt>
                <c:pt idx="560">
                  <c:v>7.2</c:v>
                </c:pt>
                <c:pt idx="561">
                  <c:v>1</c:v>
                </c:pt>
                <c:pt idx="562">
                  <c:v>12.9358</c:v>
                </c:pt>
                <c:pt idx="563">
                  <c:v>1.154901</c:v>
                </c:pt>
                <c:pt idx="564">
                  <c:v>0.517069</c:v>
                </c:pt>
                <c:pt idx="565">
                  <c:v>0.378187</c:v>
                </c:pt>
                <c:pt idx="566">
                  <c:v>5.396618</c:v>
                </c:pt>
                <c:pt idx="567">
                  <c:v>4.82</c:v>
                </c:pt>
                <c:pt idx="568">
                  <c:v>27</c:v>
                </c:pt>
                <c:pt idx="569">
                  <c:v>0.769552</c:v>
                </c:pt>
                <c:pt idx="570">
                  <c:v>43.5</c:v>
                </c:pt>
                <c:pt idx="571">
                  <c:v>0.159846</c:v>
                </c:pt>
                <c:pt idx="572">
                  <c:v>0.252</c:v>
                </c:pt>
                <c:pt idx="573">
                  <c:v>5.012245</c:v>
                </c:pt>
                <c:pt idx="574">
                  <c:v>1.208479</c:v>
                </c:pt>
                <c:pt idx="575">
                  <c:v>1518.815515</c:v>
                </c:pt>
                <c:pt idx="576">
                  <c:v>829.747654</c:v>
                </c:pt>
                <c:pt idx="577">
                  <c:v>1021.103568</c:v>
                </c:pt>
                <c:pt idx="578">
                  <c:v>877.244782</c:v>
                </c:pt>
                <c:pt idx="579">
                  <c:v>349.305397</c:v>
                </c:pt>
                <c:pt idx="580">
                  <c:v>757.930663</c:v>
                </c:pt>
                <c:pt idx="581">
                  <c:v>1081.041287</c:v>
                </c:pt>
                <c:pt idx="582">
                  <c:v>218.3</c:v>
                </c:pt>
                <c:pt idx="583">
                  <c:v>539</c:v>
                </c:pt>
                <c:pt idx="584">
                  <c:v>746.921274</c:v>
                </c:pt>
                <c:pt idx="585">
                  <c:v>694.394724</c:v>
                </c:pt>
                <c:pt idx="586">
                  <c:v>425.368238</c:v>
                </c:pt>
                <c:pt idx="587">
                  <c:v>471.222889</c:v>
                </c:pt>
                <c:pt idx="588">
                  <c:v>358.375603</c:v>
                </c:pt>
                <c:pt idx="589">
                  <c:v>71.038838</c:v>
                </c:pt>
                <c:pt idx="590">
                  <c:v>549.368315</c:v>
                </c:pt>
                <c:pt idx="591">
                  <c:v>102.731865</c:v>
                </c:pt>
                <c:pt idx="592">
                  <c:v>303.025485</c:v>
                </c:pt>
                <c:pt idx="593">
                  <c:v>306.94167</c:v>
                </c:pt>
                <c:pt idx="594">
                  <c:v>201.585328</c:v>
                </c:pt>
                <c:pt idx="595">
                  <c:v>234.989584</c:v>
                </c:pt>
                <c:pt idx="596">
                  <c:v>145</c:v>
                </c:pt>
                <c:pt idx="597">
                  <c:v>301.970083</c:v>
                </c:pt>
                <c:pt idx="598">
                  <c:v>403.354469</c:v>
                </c:pt>
                <c:pt idx="599">
                  <c:v>376.1</c:v>
                </c:pt>
                <c:pt idx="600">
                  <c:v>58.1</c:v>
                </c:pt>
                <c:pt idx="601">
                  <c:v>355.69276</c:v>
                </c:pt>
                <c:pt idx="602">
                  <c:v>284.1</c:v>
                </c:pt>
                <c:pt idx="603">
                  <c:v>115.647426</c:v>
                </c:pt>
                <c:pt idx="604">
                  <c:v>1108.594176</c:v>
                </c:pt>
                <c:pt idx="605">
                  <c:v>18.3</c:v>
                </c:pt>
                <c:pt idx="606">
                  <c:v>314.975955</c:v>
                </c:pt>
                <c:pt idx="607">
                  <c:v>82.515113</c:v>
                </c:pt>
                <c:pt idx="608">
                  <c:v>9.148519</c:v>
                </c:pt>
                <c:pt idx="609">
                  <c:v>609.016565</c:v>
                </c:pt>
                <c:pt idx="610">
                  <c:v>624</c:v>
                </c:pt>
                <c:pt idx="611">
                  <c:v>99.4</c:v>
                </c:pt>
                <c:pt idx="612">
                  <c:v>396.6</c:v>
                </c:pt>
                <c:pt idx="613">
                  <c:v>160.112671</c:v>
                </c:pt>
                <c:pt idx="614">
                  <c:v>33.384127</c:v>
                </c:pt>
                <c:pt idx="615">
                  <c:v>179.379533</c:v>
                </c:pt>
                <c:pt idx="616">
                  <c:v>161.772575</c:v>
                </c:pt>
                <c:pt idx="617">
                  <c:v>245.527149</c:v>
                </c:pt>
                <c:pt idx="618">
                  <c:v>47.042</c:v>
                </c:pt>
                <c:pt idx="619">
                  <c:v>276.6</c:v>
                </c:pt>
                <c:pt idx="620">
                  <c:v>132.8</c:v>
                </c:pt>
                <c:pt idx="621">
                  <c:v>32.5</c:v>
                </c:pt>
                <c:pt idx="622">
                  <c:v>55.362705</c:v>
                </c:pt>
                <c:pt idx="623">
                  <c:v>198.8</c:v>
                </c:pt>
                <c:pt idx="624">
                  <c:v>23</c:v>
                </c:pt>
                <c:pt idx="625">
                  <c:v>116.5</c:v>
                </c:pt>
                <c:pt idx="626">
                  <c:v>198.1</c:v>
                </c:pt>
                <c:pt idx="627">
                  <c:v>442.636309</c:v>
                </c:pt>
                <c:pt idx="628">
                  <c:v>81.493846</c:v>
                </c:pt>
                <c:pt idx="629">
                  <c:v>232.3</c:v>
                </c:pt>
                <c:pt idx="630">
                  <c:v>130.482868</c:v>
                </c:pt>
                <c:pt idx="631">
                  <c:v>183.018522</c:v>
                </c:pt>
                <c:pt idx="632">
                  <c:v>44.806783</c:v>
                </c:pt>
                <c:pt idx="633">
                  <c:v>79.781695</c:v>
                </c:pt>
                <c:pt idx="634">
                  <c:v>236.412453</c:v>
                </c:pt>
                <c:pt idx="635">
                  <c:v>107.139399</c:v>
                </c:pt>
                <c:pt idx="636">
                  <c:v>41.037742</c:v>
                </c:pt>
                <c:pt idx="637">
                  <c:v>40.3</c:v>
                </c:pt>
                <c:pt idx="638">
                  <c:v>49</c:v>
                </c:pt>
                <c:pt idx="639">
                  <c:v>171.3</c:v>
                </c:pt>
                <c:pt idx="640">
                  <c:v>9.368803</c:v>
                </c:pt>
                <c:pt idx="641">
                  <c:v>88.2</c:v>
                </c:pt>
                <c:pt idx="642">
                  <c:v>9.138338</c:v>
                </c:pt>
                <c:pt idx="643">
                  <c:v>196.11457</c:v>
                </c:pt>
                <c:pt idx="644">
                  <c:v>2.106557</c:v>
                </c:pt>
                <c:pt idx="645">
                  <c:v>8.493728</c:v>
                </c:pt>
                <c:pt idx="646">
                  <c:v>140.470746</c:v>
                </c:pt>
                <c:pt idx="647">
                  <c:v>76.196538</c:v>
                </c:pt>
                <c:pt idx="648">
                  <c:v>79.7</c:v>
                </c:pt>
                <c:pt idx="649">
                  <c:v>275.3</c:v>
                </c:pt>
                <c:pt idx="650">
                  <c:v>82.499399</c:v>
                </c:pt>
                <c:pt idx="651">
                  <c:v>85.4</c:v>
                </c:pt>
                <c:pt idx="652">
                  <c:v>129</c:v>
                </c:pt>
                <c:pt idx="653">
                  <c:v>156.974557</c:v>
                </c:pt>
                <c:pt idx="654">
                  <c:v>10.109659</c:v>
                </c:pt>
                <c:pt idx="655">
                  <c:v>13.551174</c:v>
                </c:pt>
                <c:pt idx="656">
                  <c:v>68.263166</c:v>
                </c:pt>
                <c:pt idx="657">
                  <c:v>0.024267</c:v>
                </c:pt>
                <c:pt idx="658">
                  <c:v>38.39002</c:v>
                </c:pt>
                <c:pt idx="659">
                  <c:v>8.10916</c:v>
                </c:pt>
                <c:pt idx="660">
                  <c:v>96.262212</c:v>
                </c:pt>
                <c:pt idx="661">
                  <c:v>67.282623</c:v>
                </c:pt>
                <c:pt idx="662">
                  <c:v>73.1</c:v>
                </c:pt>
                <c:pt idx="663">
                  <c:v>55.078146</c:v>
                </c:pt>
                <c:pt idx="664">
                  <c:v>68.92915</c:v>
                </c:pt>
                <c:pt idx="665">
                  <c:v>54.819301</c:v>
                </c:pt>
                <c:pt idx="666">
                  <c:v>0.592116</c:v>
                </c:pt>
                <c:pt idx="667">
                  <c:v>22.044277</c:v>
                </c:pt>
                <c:pt idx="668">
                  <c:v>37.930465</c:v>
                </c:pt>
                <c:pt idx="669">
                  <c:v>8.826837</c:v>
                </c:pt>
                <c:pt idx="670">
                  <c:v>68.267862</c:v>
                </c:pt>
                <c:pt idx="671">
                  <c:v>50.365377</c:v>
                </c:pt>
                <c:pt idx="672">
                  <c:v>208.076205</c:v>
                </c:pt>
                <c:pt idx="673">
                  <c:v>11.019975</c:v>
                </c:pt>
                <c:pt idx="674">
                  <c:v>2.631275</c:v>
                </c:pt>
                <c:pt idx="675">
                  <c:v>10.5</c:v>
                </c:pt>
                <c:pt idx="676">
                  <c:v>167.2</c:v>
                </c:pt>
                <c:pt idx="677">
                  <c:v>44.287131</c:v>
                </c:pt>
                <c:pt idx="678">
                  <c:v>28.25806</c:v>
                </c:pt>
                <c:pt idx="679">
                  <c:v>0.156362</c:v>
                </c:pt>
                <c:pt idx="680">
                  <c:v>56.012642</c:v>
                </c:pt>
                <c:pt idx="681">
                  <c:v>13.231461</c:v>
                </c:pt>
                <c:pt idx="682">
                  <c:v>142.802657</c:v>
                </c:pt>
                <c:pt idx="683">
                  <c:v>32.948113</c:v>
                </c:pt>
                <c:pt idx="684">
                  <c:v>22.187813</c:v>
                </c:pt>
                <c:pt idx="685">
                  <c:v>24.719215</c:v>
                </c:pt>
                <c:pt idx="686">
                  <c:v>55.404207</c:v>
                </c:pt>
                <c:pt idx="687">
                  <c:v>104.907746</c:v>
                </c:pt>
                <c:pt idx="688">
                  <c:v>136.8</c:v>
                </c:pt>
                <c:pt idx="689">
                  <c:v>8.1</c:v>
                </c:pt>
                <c:pt idx="690">
                  <c:v>1.402307</c:v>
                </c:pt>
                <c:pt idx="691">
                  <c:v>1.969193</c:v>
                </c:pt>
                <c:pt idx="692">
                  <c:v>0.6411</c:v>
                </c:pt>
                <c:pt idx="693">
                  <c:v>2.5</c:v>
                </c:pt>
                <c:pt idx="694">
                  <c:v>82.966152</c:v>
                </c:pt>
                <c:pt idx="695">
                  <c:v>0.095</c:v>
                </c:pt>
                <c:pt idx="696">
                  <c:v>61.319383</c:v>
                </c:pt>
                <c:pt idx="697">
                  <c:v>9.489829</c:v>
                </c:pt>
                <c:pt idx="698">
                  <c:v>123.054041</c:v>
                </c:pt>
                <c:pt idx="699">
                  <c:v>20.546518</c:v>
                </c:pt>
                <c:pt idx="700">
                  <c:v>8.784318</c:v>
                </c:pt>
                <c:pt idx="701">
                  <c:v>59.4</c:v>
                </c:pt>
                <c:pt idx="702">
                  <c:v>1.353868</c:v>
                </c:pt>
                <c:pt idx="703">
                  <c:v>0.722714</c:v>
                </c:pt>
                <c:pt idx="704">
                  <c:v>74.597643</c:v>
                </c:pt>
                <c:pt idx="705">
                  <c:v>96.070507</c:v>
                </c:pt>
                <c:pt idx="706">
                  <c:v>11.62</c:v>
                </c:pt>
                <c:pt idx="707">
                  <c:v>54.169363</c:v>
                </c:pt>
                <c:pt idx="708">
                  <c:v>10.079201</c:v>
                </c:pt>
                <c:pt idx="709">
                  <c:v>34.564651</c:v>
                </c:pt>
                <c:pt idx="710">
                  <c:v>9.627492</c:v>
                </c:pt>
                <c:pt idx="711">
                  <c:v>4.1</c:v>
                </c:pt>
                <c:pt idx="712">
                  <c:v>33.035736</c:v>
                </c:pt>
                <c:pt idx="713">
                  <c:v>101.8</c:v>
                </c:pt>
                <c:pt idx="714">
                  <c:v>66.899242</c:v>
                </c:pt>
                <c:pt idx="715">
                  <c:v>24.2</c:v>
                </c:pt>
                <c:pt idx="716">
                  <c:v>30.353232</c:v>
                </c:pt>
                <c:pt idx="717">
                  <c:v>29.8</c:v>
                </c:pt>
                <c:pt idx="718">
                  <c:v>23.570541</c:v>
                </c:pt>
                <c:pt idx="719">
                  <c:v>14.8</c:v>
                </c:pt>
                <c:pt idx="720">
                  <c:v>31.1</c:v>
                </c:pt>
                <c:pt idx="721">
                  <c:v>29.657751</c:v>
                </c:pt>
                <c:pt idx="722">
                  <c:v>1.9</c:v>
                </c:pt>
                <c:pt idx="723">
                  <c:v>10.173682</c:v>
                </c:pt>
                <c:pt idx="724">
                  <c:v>36.893721</c:v>
                </c:pt>
                <c:pt idx="725">
                  <c:v>119.772232</c:v>
                </c:pt>
                <c:pt idx="726">
                  <c:v>46.221189</c:v>
                </c:pt>
                <c:pt idx="727">
                  <c:v>0.008315</c:v>
                </c:pt>
                <c:pt idx="728">
                  <c:v>2.500277</c:v>
                </c:pt>
                <c:pt idx="729">
                  <c:v>20.01468</c:v>
                </c:pt>
                <c:pt idx="730">
                  <c:v>7.419431</c:v>
                </c:pt>
                <c:pt idx="731">
                  <c:v>0.018295</c:v>
                </c:pt>
                <c:pt idx="732">
                  <c:v>20.4</c:v>
                </c:pt>
                <c:pt idx="733">
                  <c:v>41.863726</c:v>
                </c:pt>
                <c:pt idx="734">
                  <c:v>7.339398</c:v>
                </c:pt>
                <c:pt idx="735">
                  <c:v>11.947954</c:v>
                </c:pt>
                <c:pt idx="736">
                  <c:v>0.092654</c:v>
                </c:pt>
                <c:pt idx="737">
                  <c:v>6.063556</c:v>
                </c:pt>
                <c:pt idx="738">
                  <c:v>4.633668</c:v>
                </c:pt>
                <c:pt idx="739">
                  <c:v>50.1</c:v>
                </c:pt>
                <c:pt idx="740">
                  <c:v>1.581252</c:v>
                </c:pt>
                <c:pt idx="741">
                  <c:v>9.636289</c:v>
                </c:pt>
                <c:pt idx="742">
                  <c:v>12.4</c:v>
                </c:pt>
                <c:pt idx="743">
                  <c:v>16.722143</c:v>
                </c:pt>
                <c:pt idx="744">
                  <c:v>4.424699</c:v>
                </c:pt>
                <c:pt idx="745">
                  <c:v>0.05851</c:v>
                </c:pt>
                <c:pt idx="746">
                  <c:v>14.4</c:v>
                </c:pt>
                <c:pt idx="747">
                  <c:v>6.616296</c:v>
                </c:pt>
                <c:pt idx="748">
                  <c:v>35.5</c:v>
                </c:pt>
                <c:pt idx="749">
                  <c:v>1.243961</c:v>
                </c:pt>
                <c:pt idx="750">
                  <c:v>3.325038</c:v>
                </c:pt>
                <c:pt idx="751">
                  <c:v>0.479226</c:v>
                </c:pt>
                <c:pt idx="752">
                  <c:v>8.303261</c:v>
                </c:pt>
                <c:pt idx="753">
                  <c:v>73.2</c:v>
                </c:pt>
                <c:pt idx="754">
                  <c:v>0.073706</c:v>
                </c:pt>
                <c:pt idx="755">
                  <c:v>13.749809</c:v>
                </c:pt>
                <c:pt idx="756">
                  <c:v>7.2</c:v>
                </c:pt>
                <c:pt idx="757">
                  <c:v>114.281051</c:v>
                </c:pt>
                <c:pt idx="758">
                  <c:v>2.7</c:v>
                </c:pt>
                <c:pt idx="759">
                  <c:v>3.3</c:v>
                </c:pt>
                <c:pt idx="760">
                  <c:v>2.750275</c:v>
                </c:pt>
                <c:pt idx="761">
                  <c:v>30.962335</c:v>
                </c:pt>
                <c:pt idx="762">
                  <c:v>3.696196</c:v>
                </c:pt>
                <c:pt idx="763">
                  <c:v>2.804874</c:v>
                </c:pt>
                <c:pt idx="764">
                  <c:v>9.001826</c:v>
                </c:pt>
                <c:pt idx="765">
                  <c:v>1.653792</c:v>
                </c:pt>
                <c:pt idx="766">
                  <c:v>0.432274</c:v>
                </c:pt>
                <c:pt idx="767">
                  <c:v>59.520298</c:v>
                </c:pt>
                <c:pt idx="768">
                  <c:v>25.762027</c:v>
                </c:pt>
                <c:pt idx="769">
                  <c:v>23</c:v>
                </c:pt>
                <c:pt idx="770">
                  <c:v>21.107746</c:v>
                </c:pt>
                <c:pt idx="771">
                  <c:v>19.45</c:v>
                </c:pt>
                <c:pt idx="772">
                  <c:v>9.20647</c:v>
                </c:pt>
                <c:pt idx="773">
                  <c:v>8.249053</c:v>
                </c:pt>
                <c:pt idx="774">
                  <c:v>0.97</c:v>
                </c:pt>
                <c:pt idx="775">
                  <c:v>32.726956</c:v>
                </c:pt>
                <c:pt idx="776">
                  <c:v>16.863583</c:v>
                </c:pt>
                <c:pt idx="777">
                  <c:v>12.434778</c:v>
                </c:pt>
                <c:pt idx="778">
                  <c:v>0.03747</c:v>
                </c:pt>
                <c:pt idx="779">
                  <c:v>0.377</c:v>
                </c:pt>
                <c:pt idx="780">
                  <c:v>24.637469</c:v>
                </c:pt>
                <c:pt idx="781">
                  <c:v>12.197574</c:v>
                </c:pt>
                <c:pt idx="782">
                  <c:v>0.130781</c:v>
                </c:pt>
                <c:pt idx="783">
                  <c:v>31</c:v>
                </c:pt>
                <c:pt idx="784">
                  <c:v>6.294161</c:v>
                </c:pt>
                <c:pt idx="785">
                  <c:v>27.942181</c:v>
                </c:pt>
                <c:pt idx="786">
                  <c:v>0.197911</c:v>
                </c:pt>
                <c:pt idx="787">
                  <c:v>29.19333</c:v>
                </c:pt>
                <c:pt idx="788">
                  <c:v>0.587211</c:v>
                </c:pt>
                <c:pt idx="789">
                  <c:v>19</c:v>
                </c:pt>
                <c:pt idx="790">
                  <c:v>1.777709</c:v>
                </c:pt>
                <c:pt idx="791">
                  <c:v>4.408087</c:v>
                </c:pt>
                <c:pt idx="792">
                  <c:v>35.579177</c:v>
                </c:pt>
                <c:pt idx="793">
                  <c:v>0.921752</c:v>
                </c:pt>
                <c:pt idx="794">
                  <c:v>11.417362</c:v>
                </c:pt>
                <c:pt idx="795">
                  <c:v>208</c:v>
                </c:pt>
                <c:pt idx="796">
                  <c:v>0.058387</c:v>
                </c:pt>
                <c:pt idx="797">
                  <c:v>34.823764</c:v>
                </c:pt>
                <c:pt idx="798">
                  <c:v>4.4</c:v>
                </c:pt>
                <c:pt idx="799">
                  <c:v>2.395</c:v>
                </c:pt>
                <c:pt idx="800">
                  <c:v>31.158113</c:v>
                </c:pt>
                <c:pt idx="801">
                  <c:v>0.001938</c:v>
                </c:pt>
                <c:pt idx="802">
                  <c:v>3.377891</c:v>
                </c:pt>
                <c:pt idx="803">
                  <c:v>3.336053</c:v>
                </c:pt>
                <c:pt idx="804">
                  <c:v>0.562878</c:v>
                </c:pt>
                <c:pt idx="805">
                  <c:v>1.576687</c:v>
                </c:pt>
                <c:pt idx="806">
                  <c:v>0.002521</c:v>
                </c:pt>
                <c:pt idx="807">
                  <c:v>0.023998</c:v>
                </c:pt>
                <c:pt idx="808">
                  <c:v>62.58</c:v>
                </c:pt>
                <c:pt idx="809">
                  <c:v>1.8</c:v>
                </c:pt>
                <c:pt idx="810">
                  <c:v>35</c:v>
                </c:pt>
                <c:pt idx="811">
                  <c:v>4.709246</c:v>
                </c:pt>
                <c:pt idx="812">
                  <c:v>25.097277</c:v>
                </c:pt>
                <c:pt idx="813">
                  <c:v>28</c:v>
                </c:pt>
                <c:pt idx="814">
                  <c:v>16</c:v>
                </c:pt>
                <c:pt idx="815">
                  <c:v>0.05981</c:v>
                </c:pt>
                <c:pt idx="816">
                  <c:v>40.924982</c:v>
                </c:pt>
                <c:pt idx="817">
                  <c:v>9.303603</c:v>
                </c:pt>
                <c:pt idx="818">
                  <c:v>1.671445</c:v>
                </c:pt>
                <c:pt idx="819">
                  <c:v>10.703234</c:v>
                </c:pt>
                <c:pt idx="820">
                  <c:v>1.52858</c:v>
                </c:pt>
                <c:pt idx="821">
                  <c:v>18</c:v>
                </c:pt>
                <c:pt idx="822">
                  <c:v>0.532777</c:v>
                </c:pt>
                <c:pt idx="823">
                  <c:v>4.9</c:v>
                </c:pt>
                <c:pt idx="824">
                  <c:v>3.216359</c:v>
                </c:pt>
                <c:pt idx="825">
                  <c:v>0.00529</c:v>
                </c:pt>
                <c:pt idx="826">
                  <c:v>2.9</c:v>
                </c:pt>
                <c:pt idx="827">
                  <c:v>0.5</c:v>
                </c:pt>
                <c:pt idx="828">
                  <c:v>1.832541</c:v>
                </c:pt>
                <c:pt idx="829">
                  <c:v>0.610792</c:v>
                </c:pt>
                <c:pt idx="830">
                  <c:v>1.620436</c:v>
                </c:pt>
                <c:pt idx="831">
                  <c:v>0.116207</c:v>
                </c:pt>
                <c:pt idx="832">
                  <c:v>10</c:v>
                </c:pt>
                <c:pt idx="833">
                  <c:v>21</c:v>
                </c:pt>
                <c:pt idx="834">
                  <c:v>8.9276</c:v>
                </c:pt>
                <c:pt idx="835">
                  <c:v>7.040609</c:v>
                </c:pt>
                <c:pt idx="836">
                  <c:v>0.031307</c:v>
                </c:pt>
                <c:pt idx="837">
                  <c:v>13.21898</c:v>
                </c:pt>
                <c:pt idx="838">
                  <c:v>2.943372</c:v>
                </c:pt>
                <c:pt idx="839">
                  <c:v>320.415166</c:v>
                </c:pt>
                <c:pt idx="840">
                  <c:v>392</c:v>
                </c:pt>
                <c:pt idx="841">
                  <c:v>1274.219009</c:v>
                </c:pt>
                <c:pt idx="842">
                  <c:v>122.126687</c:v>
                </c:pt>
                <c:pt idx="843">
                  <c:v>247.022278</c:v>
                </c:pt>
                <c:pt idx="844">
                  <c:v>531.865</c:v>
                </c:pt>
                <c:pt idx="845">
                  <c:v>86.758912</c:v>
                </c:pt>
                <c:pt idx="846">
                  <c:v>411</c:v>
                </c:pt>
                <c:pt idx="847">
                  <c:v>958.4</c:v>
                </c:pt>
                <c:pt idx="848">
                  <c:v>970.766005</c:v>
                </c:pt>
                <c:pt idx="849">
                  <c:v>865.011746</c:v>
                </c:pt>
                <c:pt idx="850">
                  <c:v>1215.577205</c:v>
                </c:pt>
                <c:pt idx="851">
                  <c:v>644.78314</c:v>
                </c:pt>
                <c:pt idx="852">
                  <c:v>743.6</c:v>
                </c:pt>
                <c:pt idx="853">
                  <c:v>587.204668</c:v>
                </c:pt>
                <c:pt idx="854">
                  <c:v>51.695362</c:v>
                </c:pt>
                <c:pt idx="855">
                  <c:v>362.000072</c:v>
                </c:pt>
                <c:pt idx="856">
                  <c:v>668.045518</c:v>
                </c:pt>
                <c:pt idx="857">
                  <c:v>87.100449</c:v>
                </c:pt>
                <c:pt idx="858">
                  <c:v>47.351251</c:v>
                </c:pt>
                <c:pt idx="859">
                  <c:v>371.9</c:v>
                </c:pt>
                <c:pt idx="860">
                  <c:v>188.133322</c:v>
                </c:pt>
                <c:pt idx="861">
                  <c:v>91.266581</c:v>
                </c:pt>
                <c:pt idx="862">
                  <c:v>4.934725</c:v>
                </c:pt>
                <c:pt idx="863">
                  <c:v>170.270201</c:v>
                </c:pt>
                <c:pt idx="864">
                  <c:v>9.757417</c:v>
                </c:pt>
                <c:pt idx="865">
                  <c:v>78.378744</c:v>
                </c:pt>
                <c:pt idx="866">
                  <c:v>226.349749</c:v>
                </c:pt>
                <c:pt idx="867">
                  <c:v>137.328301</c:v>
                </c:pt>
                <c:pt idx="868">
                  <c:v>99.010045</c:v>
                </c:pt>
                <c:pt idx="869">
                  <c:v>149.295601</c:v>
                </c:pt>
                <c:pt idx="870">
                  <c:v>60.141683</c:v>
                </c:pt>
                <c:pt idx="871">
                  <c:v>270</c:v>
                </c:pt>
                <c:pt idx="872">
                  <c:v>47.3</c:v>
                </c:pt>
                <c:pt idx="873">
                  <c:v>0.139745</c:v>
                </c:pt>
                <c:pt idx="874">
                  <c:v>87.305549</c:v>
                </c:pt>
                <c:pt idx="875">
                  <c:v>205.366737</c:v>
                </c:pt>
                <c:pt idx="876">
                  <c:v>248.384621</c:v>
                </c:pt>
                <c:pt idx="877">
                  <c:v>95.396573</c:v>
                </c:pt>
                <c:pt idx="878">
                  <c:v>286.168572</c:v>
                </c:pt>
                <c:pt idx="879">
                  <c:v>467.381584</c:v>
                </c:pt>
                <c:pt idx="880">
                  <c:v>126.041322</c:v>
                </c:pt>
                <c:pt idx="881">
                  <c:v>351.040419</c:v>
                </c:pt>
                <c:pt idx="882">
                  <c:v>197.7</c:v>
                </c:pt>
                <c:pt idx="883">
                  <c:v>351.723989</c:v>
                </c:pt>
                <c:pt idx="884">
                  <c:v>63.3</c:v>
                </c:pt>
                <c:pt idx="885">
                  <c:v>16</c:v>
                </c:pt>
                <c:pt idx="886">
                  <c:v>3.876587</c:v>
                </c:pt>
                <c:pt idx="887">
                  <c:v>117.932401</c:v>
                </c:pt>
                <c:pt idx="888">
                  <c:v>491.868548</c:v>
                </c:pt>
                <c:pt idx="889">
                  <c:v>12.666449</c:v>
                </c:pt>
                <c:pt idx="890">
                  <c:v>146.42818</c:v>
                </c:pt>
                <c:pt idx="891">
                  <c:v>158.67418</c:v>
                </c:pt>
                <c:pt idx="892">
                  <c:v>187</c:v>
                </c:pt>
                <c:pt idx="893">
                  <c:v>8.352885</c:v>
                </c:pt>
                <c:pt idx="894">
                  <c:v>268.426634</c:v>
                </c:pt>
                <c:pt idx="895">
                  <c:v>84.790678</c:v>
                </c:pt>
                <c:pt idx="896">
                  <c:v>218.791811</c:v>
                </c:pt>
                <c:pt idx="897">
                  <c:v>19.465835</c:v>
                </c:pt>
                <c:pt idx="898">
                  <c:v>161.921515</c:v>
                </c:pt>
                <c:pt idx="899">
                  <c:v>304.654182</c:v>
                </c:pt>
                <c:pt idx="900">
                  <c:v>32.443111</c:v>
                </c:pt>
                <c:pt idx="901">
                  <c:v>723.192705</c:v>
                </c:pt>
                <c:pt idx="902">
                  <c:v>131.940411</c:v>
                </c:pt>
                <c:pt idx="903">
                  <c:v>98.337295</c:v>
                </c:pt>
                <c:pt idx="904">
                  <c:v>286.1407</c:v>
                </c:pt>
                <c:pt idx="905">
                  <c:v>46.216641</c:v>
                </c:pt>
                <c:pt idx="906">
                  <c:v>32.76894</c:v>
                </c:pt>
                <c:pt idx="907">
                  <c:v>148.075565</c:v>
                </c:pt>
                <c:pt idx="908">
                  <c:v>24.366656</c:v>
                </c:pt>
                <c:pt idx="909">
                  <c:v>55.736588</c:v>
                </c:pt>
                <c:pt idx="910">
                  <c:v>219.788712</c:v>
                </c:pt>
                <c:pt idx="911">
                  <c:v>282.570682</c:v>
                </c:pt>
                <c:pt idx="912">
                  <c:v>68.572378</c:v>
                </c:pt>
                <c:pt idx="913">
                  <c:v>347.434178</c:v>
                </c:pt>
                <c:pt idx="914">
                  <c:v>44.459951</c:v>
                </c:pt>
                <c:pt idx="915">
                  <c:v>61.6</c:v>
                </c:pt>
                <c:pt idx="916">
                  <c:v>251.171807</c:v>
                </c:pt>
                <c:pt idx="917">
                  <c:v>1.149267</c:v>
                </c:pt>
                <c:pt idx="918">
                  <c:v>90.2</c:v>
                </c:pt>
                <c:pt idx="919">
                  <c:v>126.5</c:v>
                </c:pt>
                <c:pt idx="920">
                  <c:v>125.537191</c:v>
                </c:pt>
                <c:pt idx="921">
                  <c:v>243.843127</c:v>
                </c:pt>
                <c:pt idx="922">
                  <c:v>60.052138</c:v>
                </c:pt>
                <c:pt idx="923">
                  <c:v>60.795985</c:v>
                </c:pt>
                <c:pt idx="924">
                  <c:v>117</c:v>
                </c:pt>
                <c:pt idx="925">
                  <c:v>1.6</c:v>
                </c:pt>
                <c:pt idx="926">
                  <c:v>151.783839</c:v>
                </c:pt>
                <c:pt idx="927">
                  <c:v>173.7</c:v>
                </c:pt>
                <c:pt idx="928">
                  <c:v>5.2</c:v>
                </c:pt>
                <c:pt idx="929">
                  <c:v>20.275812</c:v>
                </c:pt>
                <c:pt idx="930">
                  <c:v>19.6</c:v>
                </c:pt>
                <c:pt idx="931">
                  <c:v>71.009334</c:v>
                </c:pt>
                <c:pt idx="932">
                  <c:v>95.020213</c:v>
                </c:pt>
                <c:pt idx="933">
                  <c:v>63.414135</c:v>
                </c:pt>
                <c:pt idx="934">
                  <c:v>36.894225</c:v>
                </c:pt>
                <c:pt idx="935">
                  <c:v>14.347</c:v>
                </c:pt>
                <c:pt idx="936">
                  <c:v>260.5</c:v>
                </c:pt>
                <c:pt idx="937">
                  <c:v>42.930462</c:v>
                </c:pt>
                <c:pt idx="938">
                  <c:v>6.854611</c:v>
                </c:pt>
                <c:pt idx="939">
                  <c:v>110</c:v>
                </c:pt>
                <c:pt idx="940">
                  <c:v>9.494789</c:v>
                </c:pt>
                <c:pt idx="941">
                  <c:v>25.174316</c:v>
                </c:pt>
                <c:pt idx="942">
                  <c:v>18.010317</c:v>
                </c:pt>
                <c:pt idx="943">
                  <c:v>12.077441</c:v>
                </c:pt>
                <c:pt idx="944">
                  <c:v>76.586316</c:v>
                </c:pt>
                <c:pt idx="945">
                  <c:v>32.613173</c:v>
                </c:pt>
                <c:pt idx="946">
                  <c:v>19.255873</c:v>
                </c:pt>
                <c:pt idx="947">
                  <c:v>11.176469</c:v>
                </c:pt>
                <c:pt idx="948">
                  <c:v>97.6</c:v>
                </c:pt>
                <c:pt idx="949">
                  <c:v>64.076736</c:v>
                </c:pt>
                <c:pt idx="950">
                  <c:v>26.433651</c:v>
                </c:pt>
                <c:pt idx="951">
                  <c:v>0.089237</c:v>
                </c:pt>
                <c:pt idx="952">
                  <c:v>47.135966</c:v>
                </c:pt>
                <c:pt idx="953">
                  <c:v>27.437881</c:v>
                </c:pt>
                <c:pt idx="954">
                  <c:v>24.930592</c:v>
                </c:pt>
                <c:pt idx="955">
                  <c:v>5.867686</c:v>
                </c:pt>
                <c:pt idx="956">
                  <c:v>31.7</c:v>
                </c:pt>
                <c:pt idx="957">
                  <c:v>46.1</c:v>
                </c:pt>
                <c:pt idx="958">
                  <c:v>91</c:v>
                </c:pt>
                <c:pt idx="959">
                  <c:v>199.850315</c:v>
                </c:pt>
                <c:pt idx="960">
                  <c:v>0.024084</c:v>
                </c:pt>
                <c:pt idx="961">
                  <c:v>99.067206</c:v>
                </c:pt>
                <c:pt idx="962">
                  <c:v>15.4</c:v>
                </c:pt>
                <c:pt idx="963">
                  <c:v>112.54458</c:v>
                </c:pt>
                <c:pt idx="964">
                  <c:v>173.96501</c:v>
                </c:pt>
                <c:pt idx="965">
                  <c:v>15</c:v>
                </c:pt>
                <c:pt idx="966">
                  <c:v>27.2</c:v>
                </c:pt>
                <c:pt idx="967">
                  <c:v>9.630444</c:v>
                </c:pt>
                <c:pt idx="968">
                  <c:v>57.3</c:v>
                </c:pt>
                <c:pt idx="969">
                  <c:v>64.197205</c:v>
                </c:pt>
                <c:pt idx="970">
                  <c:v>7.6</c:v>
                </c:pt>
                <c:pt idx="971">
                  <c:v>15.2</c:v>
                </c:pt>
                <c:pt idx="972">
                  <c:v>1.585582</c:v>
                </c:pt>
                <c:pt idx="973">
                  <c:v>1.2</c:v>
                </c:pt>
                <c:pt idx="974">
                  <c:v>30</c:v>
                </c:pt>
                <c:pt idx="975">
                  <c:v>105.2</c:v>
                </c:pt>
                <c:pt idx="976">
                  <c:v>134.4</c:v>
                </c:pt>
                <c:pt idx="977">
                  <c:v>6.10872</c:v>
                </c:pt>
                <c:pt idx="978">
                  <c:v>74.188937</c:v>
                </c:pt>
                <c:pt idx="979">
                  <c:v>1.6</c:v>
                </c:pt>
                <c:pt idx="980">
                  <c:v>17.056265</c:v>
                </c:pt>
                <c:pt idx="981">
                  <c:v>0.074918</c:v>
                </c:pt>
                <c:pt idx="982">
                  <c:v>48.065672</c:v>
                </c:pt>
                <c:pt idx="983">
                  <c:v>3.639345</c:v>
                </c:pt>
                <c:pt idx="984">
                  <c:v>0.265452</c:v>
                </c:pt>
                <c:pt idx="985">
                  <c:v>3.721345</c:v>
                </c:pt>
                <c:pt idx="986">
                  <c:v>51.167572</c:v>
                </c:pt>
                <c:pt idx="987">
                  <c:v>3.566225</c:v>
                </c:pt>
                <c:pt idx="988">
                  <c:v>19.799759</c:v>
                </c:pt>
                <c:pt idx="989">
                  <c:v>71.625195</c:v>
                </c:pt>
                <c:pt idx="990">
                  <c:v>13.7</c:v>
                </c:pt>
                <c:pt idx="991">
                  <c:v>0.008348</c:v>
                </c:pt>
                <c:pt idx="992">
                  <c:v>0.257019</c:v>
                </c:pt>
                <c:pt idx="993">
                  <c:v>5.496951</c:v>
                </c:pt>
                <c:pt idx="994">
                  <c:v>99.2</c:v>
                </c:pt>
                <c:pt idx="995">
                  <c:v>151.831537</c:v>
                </c:pt>
                <c:pt idx="996">
                  <c:v>0.15412</c:v>
                </c:pt>
                <c:pt idx="997">
                  <c:v>27.7</c:v>
                </c:pt>
                <c:pt idx="998">
                  <c:v>94.249025</c:v>
                </c:pt>
                <c:pt idx="999">
                  <c:v>1.165882</c:v>
                </c:pt>
                <c:pt idx="1000">
                  <c:v>5.127434</c:v>
                </c:pt>
                <c:pt idx="1001">
                  <c:v>1.4</c:v>
                </c:pt>
                <c:pt idx="1002">
                  <c:v>68.5</c:v>
                </c:pt>
                <c:pt idx="1003">
                  <c:v>32.935319</c:v>
                </c:pt>
                <c:pt idx="1004">
                  <c:v>8.5</c:v>
                </c:pt>
                <c:pt idx="1005">
                  <c:v>2.054941</c:v>
                </c:pt>
                <c:pt idx="1006">
                  <c:v>0.006399</c:v>
                </c:pt>
                <c:pt idx="1007">
                  <c:v>1.2</c:v>
                </c:pt>
                <c:pt idx="1008">
                  <c:v>23.198652</c:v>
                </c:pt>
                <c:pt idx="1009">
                  <c:v>0.270185</c:v>
                </c:pt>
                <c:pt idx="1010">
                  <c:v>15.6</c:v>
                </c:pt>
                <c:pt idx="1011">
                  <c:v>51.164106</c:v>
                </c:pt>
                <c:pt idx="1012">
                  <c:v>21.8</c:v>
                </c:pt>
                <c:pt idx="1013">
                  <c:v>62.6</c:v>
                </c:pt>
                <c:pt idx="1014">
                  <c:v>177.313795</c:v>
                </c:pt>
                <c:pt idx="1015">
                  <c:v>34.737199</c:v>
                </c:pt>
                <c:pt idx="1016">
                  <c:v>24.174885</c:v>
                </c:pt>
                <c:pt idx="1017">
                  <c:v>8.555008</c:v>
                </c:pt>
                <c:pt idx="1018">
                  <c:v>2.2</c:v>
                </c:pt>
                <c:pt idx="1019">
                  <c:v>19.145732</c:v>
                </c:pt>
                <c:pt idx="1020">
                  <c:v>35.825575</c:v>
                </c:pt>
                <c:pt idx="1021">
                  <c:v>16.5</c:v>
                </c:pt>
                <c:pt idx="1022">
                  <c:v>3.428048</c:v>
                </c:pt>
                <c:pt idx="1023">
                  <c:v>0.410129</c:v>
                </c:pt>
                <c:pt idx="1024">
                  <c:v>0.713616</c:v>
                </c:pt>
                <c:pt idx="1025">
                  <c:v>0.314131</c:v>
                </c:pt>
                <c:pt idx="1026">
                  <c:v>100.1</c:v>
                </c:pt>
                <c:pt idx="1027">
                  <c:v>0.770706</c:v>
                </c:pt>
                <c:pt idx="1028">
                  <c:v>46</c:v>
                </c:pt>
                <c:pt idx="1029">
                  <c:v>17.6</c:v>
                </c:pt>
                <c:pt idx="1030">
                  <c:v>0.009221</c:v>
                </c:pt>
                <c:pt idx="1031">
                  <c:v>0.249601</c:v>
                </c:pt>
                <c:pt idx="1032">
                  <c:v>18.637201</c:v>
                </c:pt>
                <c:pt idx="1033">
                  <c:v>2.415472</c:v>
                </c:pt>
                <c:pt idx="1034">
                  <c:v>27.3</c:v>
                </c:pt>
                <c:pt idx="1035">
                  <c:v>10.3</c:v>
                </c:pt>
                <c:pt idx="1036">
                  <c:v>1.3</c:v>
                </c:pt>
                <c:pt idx="1037">
                  <c:v>44.90726</c:v>
                </c:pt>
                <c:pt idx="1038">
                  <c:v>16.549477</c:v>
                </c:pt>
                <c:pt idx="1039">
                  <c:v>0.467282</c:v>
                </c:pt>
                <c:pt idx="1040">
                  <c:v>1.197759</c:v>
                </c:pt>
                <c:pt idx="1041">
                  <c:v>48.96521</c:v>
                </c:pt>
                <c:pt idx="1042">
                  <c:v>53.143144</c:v>
                </c:pt>
                <c:pt idx="1043">
                  <c:v>2.963902</c:v>
                </c:pt>
                <c:pt idx="1044">
                  <c:v>84</c:v>
                </c:pt>
                <c:pt idx="1045">
                  <c:v>42.1</c:v>
                </c:pt>
                <c:pt idx="1046">
                  <c:v>10.501938</c:v>
                </c:pt>
                <c:pt idx="1047">
                  <c:v>2.967122</c:v>
                </c:pt>
                <c:pt idx="1048">
                  <c:v>1.031243</c:v>
                </c:pt>
                <c:pt idx="1049">
                  <c:v>62</c:v>
                </c:pt>
                <c:pt idx="1050">
                  <c:v>17.24</c:v>
                </c:pt>
                <c:pt idx="1051">
                  <c:v>29.2</c:v>
                </c:pt>
                <c:pt idx="1052">
                  <c:v>9.114264</c:v>
                </c:pt>
                <c:pt idx="1053">
                  <c:v>12</c:v>
                </c:pt>
                <c:pt idx="1054">
                  <c:v>1.08</c:v>
                </c:pt>
                <c:pt idx="1055">
                  <c:v>11.724119</c:v>
                </c:pt>
                <c:pt idx="1056">
                  <c:v>24.3</c:v>
                </c:pt>
                <c:pt idx="1057">
                  <c:v>1.645164</c:v>
                </c:pt>
                <c:pt idx="1058">
                  <c:v>22.456509</c:v>
                </c:pt>
                <c:pt idx="1059">
                  <c:v>11.311521</c:v>
                </c:pt>
                <c:pt idx="1060">
                  <c:v>2.711379</c:v>
                </c:pt>
                <c:pt idx="1061">
                  <c:v>13.545832</c:v>
                </c:pt>
                <c:pt idx="1062">
                  <c:v>7.8</c:v>
                </c:pt>
                <c:pt idx="1063">
                  <c:v>21.766271</c:v>
                </c:pt>
                <c:pt idx="1064">
                  <c:v>0.0404</c:v>
                </c:pt>
                <c:pt idx="1065">
                  <c:v>3.9</c:v>
                </c:pt>
                <c:pt idx="1066">
                  <c:v>9.8</c:v>
                </c:pt>
                <c:pt idx="1067">
                  <c:v>4.463059</c:v>
                </c:pt>
                <c:pt idx="1068">
                  <c:v>0.444098</c:v>
                </c:pt>
                <c:pt idx="1069">
                  <c:v>4.588899</c:v>
                </c:pt>
                <c:pt idx="1070">
                  <c:v>25</c:v>
                </c:pt>
                <c:pt idx="1071">
                  <c:v>7.972967</c:v>
                </c:pt>
                <c:pt idx="1072">
                  <c:v>2.159041</c:v>
                </c:pt>
                <c:pt idx="1073">
                  <c:v>0.747872</c:v>
                </c:pt>
                <c:pt idx="1074">
                  <c:v>7.029858</c:v>
                </c:pt>
                <c:pt idx="1075">
                  <c:v>5.80933</c:v>
                </c:pt>
                <c:pt idx="1076">
                  <c:v>51</c:v>
                </c:pt>
                <c:pt idx="1077">
                  <c:v>5.104868</c:v>
                </c:pt>
                <c:pt idx="1078">
                  <c:v>15.298355</c:v>
                </c:pt>
                <c:pt idx="1079">
                  <c:v>0.350006</c:v>
                </c:pt>
                <c:pt idx="1080">
                  <c:v>10.435322</c:v>
                </c:pt>
                <c:pt idx="1081">
                  <c:v>18</c:v>
                </c:pt>
                <c:pt idx="1082">
                  <c:v>10.631747</c:v>
                </c:pt>
                <c:pt idx="1083">
                  <c:v>2.40151</c:v>
                </c:pt>
                <c:pt idx="1084">
                  <c:v>1.412181</c:v>
                </c:pt>
                <c:pt idx="1085">
                  <c:v>1.35991</c:v>
                </c:pt>
                <c:pt idx="1086">
                  <c:v>33</c:v>
                </c:pt>
                <c:pt idx="1087">
                  <c:v>3.635718</c:v>
                </c:pt>
                <c:pt idx="1088">
                  <c:v>0.142</c:v>
                </c:pt>
                <c:pt idx="1089">
                  <c:v>5.892466</c:v>
                </c:pt>
                <c:pt idx="1090">
                  <c:v>6.5</c:v>
                </c:pt>
                <c:pt idx="1091">
                  <c:v>20.552094</c:v>
                </c:pt>
                <c:pt idx="1092">
                  <c:v>51.936318</c:v>
                </c:pt>
                <c:pt idx="1093">
                  <c:v>35.461505</c:v>
                </c:pt>
                <c:pt idx="1094">
                  <c:v>0.030283</c:v>
                </c:pt>
                <c:pt idx="1095">
                  <c:v>0.6</c:v>
                </c:pt>
                <c:pt idx="1096">
                  <c:v>788.7</c:v>
                </c:pt>
                <c:pt idx="1097">
                  <c:v>53.396635</c:v>
                </c:pt>
                <c:pt idx="1098">
                  <c:v>5.586646</c:v>
                </c:pt>
                <c:pt idx="1099">
                  <c:v>1.675381</c:v>
                </c:pt>
                <c:pt idx="1100">
                  <c:v>41.807</c:v>
                </c:pt>
                <c:pt idx="1101">
                  <c:v>0.061669</c:v>
                </c:pt>
                <c:pt idx="1102">
                  <c:v>1.872903</c:v>
                </c:pt>
                <c:pt idx="1103">
                  <c:v>1.171761</c:v>
                </c:pt>
                <c:pt idx="1104">
                  <c:v>2.86102</c:v>
                </c:pt>
                <c:pt idx="1105">
                  <c:v>81.35</c:v>
                </c:pt>
                <c:pt idx="1106">
                  <c:v>10.980157</c:v>
                </c:pt>
                <c:pt idx="1107">
                  <c:v>0.057</c:v>
                </c:pt>
                <c:pt idx="1108">
                  <c:v>0.466088</c:v>
                </c:pt>
                <c:pt idx="1109">
                  <c:v>4.949039</c:v>
                </c:pt>
                <c:pt idx="1110">
                  <c:v>2.2</c:v>
                </c:pt>
                <c:pt idx="1111">
                  <c:v>6.1</c:v>
                </c:pt>
                <c:pt idx="1112">
                  <c:v>415.440673</c:v>
                </c:pt>
                <c:pt idx="1113">
                  <c:v>1.417453</c:v>
                </c:pt>
                <c:pt idx="1114">
                  <c:v>5.4</c:v>
                </c:pt>
                <c:pt idx="1115">
                  <c:v>0.048125</c:v>
                </c:pt>
                <c:pt idx="1116">
                  <c:v>0.24355</c:v>
                </c:pt>
                <c:pt idx="1117">
                  <c:v>0.001061</c:v>
                </c:pt>
                <c:pt idx="1118">
                  <c:v>1.583687</c:v>
                </c:pt>
                <c:pt idx="1119">
                  <c:v>3.99534</c:v>
                </c:pt>
                <c:pt idx="1120">
                  <c:v>0.05</c:v>
                </c:pt>
                <c:pt idx="1121">
                  <c:v>0.045659</c:v>
                </c:pt>
                <c:pt idx="1122">
                  <c:v>9.3</c:v>
                </c:pt>
                <c:pt idx="1123">
                  <c:v>0.650675</c:v>
                </c:pt>
                <c:pt idx="1124">
                  <c:v>746.606706</c:v>
                </c:pt>
                <c:pt idx="1125">
                  <c:v>348.319861</c:v>
                </c:pt>
                <c:pt idx="1126">
                  <c:v>956.019788</c:v>
                </c:pt>
                <c:pt idx="1127">
                  <c:v>192.330738</c:v>
                </c:pt>
                <c:pt idx="1128">
                  <c:v>657.870525</c:v>
                </c:pt>
                <c:pt idx="1129">
                  <c:v>211.817906</c:v>
                </c:pt>
                <c:pt idx="1130">
                  <c:v>755.356711</c:v>
                </c:pt>
                <c:pt idx="1131">
                  <c:v>50.307484</c:v>
                </c:pt>
                <c:pt idx="1132">
                  <c:v>714.766572</c:v>
                </c:pt>
                <c:pt idx="1133">
                  <c:v>370.890259</c:v>
                </c:pt>
                <c:pt idx="1134">
                  <c:v>25.343661</c:v>
                </c:pt>
                <c:pt idx="1135">
                  <c:v>370.541256</c:v>
                </c:pt>
                <c:pt idx="1136">
                  <c:v>708.962323</c:v>
                </c:pt>
                <c:pt idx="1137">
                  <c:v>1104.054072</c:v>
                </c:pt>
                <c:pt idx="1138">
                  <c:v>326.105453</c:v>
                </c:pt>
                <c:pt idx="1139">
                  <c:v>485.004754</c:v>
                </c:pt>
                <c:pt idx="1140">
                  <c:v>621.537519</c:v>
                </c:pt>
                <c:pt idx="1141">
                  <c:v>325.8</c:v>
                </c:pt>
                <c:pt idx="1142">
                  <c:v>373.515621</c:v>
                </c:pt>
                <c:pt idx="1143">
                  <c:v>288.885818</c:v>
                </c:pt>
                <c:pt idx="1144">
                  <c:v>758.539785</c:v>
                </c:pt>
                <c:pt idx="1145">
                  <c:v>233.555708</c:v>
                </c:pt>
                <c:pt idx="1146">
                  <c:v>458.8636</c:v>
                </c:pt>
                <c:pt idx="1147">
                  <c:v>542.3</c:v>
                </c:pt>
                <c:pt idx="1148">
                  <c:v>747.862775</c:v>
                </c:pt>
                <c:pt idx="1149">
                  <c:v>710.644566</c:v>
                </c:pt>
                <c:pt idx="1150">
                  <c:v>88.761661</c:v>
                </c:pt>
                <c:pt idx="1151">
                  <c:v>19.84</c:v>
                </c:pt>
                <c:pt idx="1152">
                  <c:v>10.3</c:v>
                </c:pt>
                <c:pt idx="1153">
                  <c:v>97.437106</c:v>
                </c:pt>
                <c:pt idx="1154">
                  <c:v>257.589952</c:v>
                </c:pt>
                <c:pt idx="1155">
                  <c:v>128</c:v>
                </c:pt>
                <c:pt idx="1156">
                  <c:v>268.031828</c:v>
                </c:pt>
                <c:pt idx="1157">
                  <c:v>524.978362</c:v>
                </c:pt>
                <c:pt idx="1158">
                  <c:v>50.3</c:v>
                </c:pt>
                <c:pt idx="1159">
                  <c:v>174.600318</c:v>
                </c:pt>
                <c:pt idx="1160">
                  <c:v>244.819862</c:v>
                </c:pt>
                <c:pt idx="1161">
                  <c:v>214.657577</c:v>
                </c:pt>
                <c:pt idx="1162">
                  <c:v>307.166834</c:v>
                </c:pt>
                <c:pt idx="1163">
                  <c:v>363.204635</c:v>
                </c:pt>
                <c:pt idx="1164">
                  <c:v>4.942449</c:v>
                </c:pt>
                <c:pt idx="1165">
                  <c:v>331.333876</c:v>
                </c:pt>
                <c:pt idx="1166">
                  <c:v>103.215094</c:v>
                </c:pt>
                <c:pt idx="1167">
                  <c:v>772.7766</c:v>
                </c:pt>
                <c:pt idx="1168">
                  <c:v>337.580051</c:v>
                </c:pt>
                <c:pt idx="1169">
                  <c:v>470.759687</c:v>
                </c:pt>
                <c:pt idx="1170">
                  <c:v>111.928365</c:v>
                </c:pt>
                <c:pt idx="1171">
                  <c:v>39.407616</c:v>
                </c:pt>
                <c:pt idx="1172">
                  <c:v>12.342632</c:v>
                </c:pt>
                <c:pt idx="1173">
                  <c:v>498.781117</c:v>
                </c:pt>
                <c:pt idx="1174">
                  <c:v>203.277636</c:v>
                </c:pt>
                <c:pt idx="1175">
                  <c:v>136.6</c:v>
                </c:pt>
                <c:pt idx="1176">
                  <c:v>41.9</c:v>
                </c:pt>
                <c:pt idx="1177">
                  <c:v>136.853506</c:v>
                </c:pt>
                <c:pt idx="1178">
                  <c:v>126.069509</c:v>
                </c:pt>
                <c:pt idx="1179">
                  <c:v>83.1</c:v>
                </c:pt>
                <c:pt idx="1180">
                  <c:v>19.682924</c:v>
                </c:pt>
                <c:pt idx="1181">
                  <c:v>6.566916</c:v>
                </c:pt>
                <c:pt idx="1182">
                  <c:v>169.83701</c:v>
                </c:pt>
                <c:pt idx="1183">
                  <c:v>86.4</c:v>
                </c:pt>
                <c:pt idx="1184">
                  <c:v>5.735963</c:v>
                </c:pt>
                <c:pt idx="1185">
                  <c:v>47.430624</c:v>
                </c:pt>
                <c:pt idx="1186">
                  <c:v>135.5</c:v>
                </c:pt>
                <c:pt idx="1187">
                  <c:v>84.419388</c:v>
                </c:pt>
                <c:pt idx="1188">
                  <c:v>32.6</c:v>
                </c:pt>
                <c:pt idx="1189">
                  <c:v>107.645357</c:v>
                </c:pt>
                <c:pt idx="1190">
                  <c:v>103.6</c:v>
                </c:pt>
                <c:pt idx="1191">
                  <c:v>362.6</c:v>
                </c:pt>
                <c:pt idx="1192">
                  <c:v>114.178613</c:v>
                </c:pt>
                <c:pt idx="1193">
                  <c:v>19.054534</c:v>
                </c:pt>
                <c:pt idx="1194">
                  <c:v>123.726688</c:v>
                </c:pt>
                <c:pt idx="1195">
                  <c:v>10.1</c:v>
                </c:pt>
                <c:pt idx="1196">
                  <c:v>272.91243</c:v>
                </c:pt>
                <c:pt idx="1197">
                  <c:v>58.834384</c:v>
                </c:pt>
                <c:pt idx="1198">
                  <c:v>4.915757</c:v>
                </c:pt>
                <c:pt idx="1199">
                  <c:v>2.700051</c:v>
                </c:pt>
                <c:pt idx="1200">
                  <c:v>101.3</c:v>
                </c:pt>
                <c:pt idx="1201">
                  <c:v>86.165646</c:v>
                </c:pt>
                <c:pt idx="1202">
                  <c:v>5.148503</c:v>
                </c:pt>
                <c:pt idx="1203">
                  <c:v>108.25577</c:v>
                </c:pt>
                <c:pt idx="1204">
                  <c:v>163.4</c:v>
                </c:pt>
                <c:pt idx="1205">
                  <c:v>242.688965</c:v>
                </c:pt>
                <c:pt idx="1206">
                  <c:v>196.8</c:v>
                </c:pt>
                <c:pt idx="1207">
                  <c:v>103.039258</c:v>
                </c:pt>
                <c:pt idx="1208">
                  <c:v>66.980456</c:v>
                </c:pt>
                <c:pt idx="1209">
                  <c:v>17.150803</c:v>
                </c:pt>
                <c:pt idx="1210">
                  <c:v>270.665134</c:v>
                </c:pt>
                <c:pt idx="1211">
                  <c:v>14.710975</c:v>
                </c:pt>
                <c:pt idx="1212">
                  <c:v>222.8096</c:v>
                </c:pt>
                <c:pt idx="1213">
                  <c:v>45.967935</c:v>
                </c:pt>
                <c:pt idx="1214">
                  <c:v>35.926213</c:v>
                </c:pt>
                <c:pt idx="1215">
                  <c:v>117.831631</c:v>
                </c:pt>
                <c:pt idx="1216">
                  <c:v>151.165787</c:v>
                </c:pt>
                <c:pt idx="1217">
                  <c:v>17.669776</c:v>
                </c:pt>
                <c:pt idx="1218">
                  <c:v>217.12428</c:v>
                </c:pt>
                <c:pt idx="1219">
                  <c:v>87.937815</c:v>
                </c:pt>
                <c:pt idx="1220">
                  <c:v>1.882074</c:v>
                </c:pt>
                <c:pt idx="1221">
                  <c:v>90.894962</c:v>
                </c:pt>
                <c:pt idx="1222">
                  <c:v>67.800064</c:v>
                </c:pt>
                <c:pt idx="1223">
                  <c:v>12.00707</c:v>
                </c:pt>
                <c:pt idx="1224">
                  <c:v>182.206924</c:v>
                </c:pt>
                <c:pt idx="1225">
                  <c:v>6.23799</c:v>
                </c:pt>
                <c:pt idx="1226">
                  <c:v>53.830415</c:v>
                </c:pt>
                <c:pt idx="1227">
                  <c:v>78.3</c:v>
                </c:pt>
                <c:pt idx="1228">
                  <c:v>1.289595</c:v>
                </c:pt>
                <c:pt idx="1229">
                  <c:v>34.1</c:v>
                </c:pt>
                <c:pt idx="1230">
                  <c:v>53.26023</c:v>
                </c:pt>
                <c:pt idx="1231">
                  <c:v>3.758328</c:v>
                </c:pt>
                <c:pt idx="1232">
                  <c:v>212.902372</c:v>
                </c:pt>
                <c:pt idx="1233">
                  <c:v>153.997819</c:v>
                </c:pt>
                <c:pt idx="1234">
                  <c:v>0.013809</c:v>
                </c:pt>
                <c:pt idx="1235">
                  <c:v>160.6</c:v>
                </c:pt>
                <c:pt idx="1236">
                  <c:v>41.3</c:v>
                </c:pt>
                <c:pt idx="1237">
                  <c:v>29.789</c:v>
                </c:pt>
                <c:pt idx="1238">
                  <c:v>54.837234</c:v>
                </c:pt>
                <c:pt idx="1239">
                  <c:v>44.779195</c:v>
                </c:pt>
                <c:pt idx="1240">
                  <c:v>31.478893</c:v>
                </c:pt>
                <c:pt idx="1241">
                  <c:v>2.665322</c:v>
                </c:pt>
                <c:pt idx="1242">
                  <c:v>0.993313</c:v>
                </c:pt>
                <c:pt idx="1243">
                  <c:v>71.41673</c:v>
                </c:pt>
                <c:pt idx="1244">
                  <c:v>138.342258</c:v>
                </c:pt>
                <c:pt idx="1245">
                  <c:v>48.137666</c:v>
                </c:pt>
                <c:pt idx="1246">
                  <c:v>66.787908</c:v>
                </c:pt>
                <c:pt idx="1247">
                  <c:v>6.3</c:v>
                </c:pt>
                <c:pt idx="1248">
                  <c:v>63.5</c:v>
                </c:pt>
                <c:pt idx="1249">
                  <c:v>1.749201</c:v>
                </c:pt>
                <c:pt idx="1250">
                  <c:v>89.5</c:v>
                </c:pt>
                <c:pt idx="1251">
                  <c:v>0.059744</c:v>
                </c:pt>
                <c:pt idx="1252">
                  <c:v>154.984035</c:v>
                </c:pt>
                <c:pt idx="1253">
                  <c:v>61.279452</c:v>
                </c:pt>
                <c:pt idx="1254">
                  <c:v>22.126842</c:v>
                </c:pt>
                <c:pt idx="1255">
                  <c:v>76.801179</c:v>
                </c:pt>
                <c:pt idx="1256">
                  <c:v>100.654149</c:v>
                </c:pt>
                <c:pt idx="1257">
                  <c:v>176.404493</c:v>
                </c:pt>
                <c:pt idx="1258">
                  <c:v>39.17113</c:v>
                </c:pt>
                <c:pt idx="1259">
                  <c:v>0.011774</c:v>
                </c:pt>
                <c:pt idx="1260">
                  <c:v>0.395</c:v>
                </c:pt>
                <c:pt idx="1261">
                  <c:v>49.002684</c:v>
                </c:pt>
                <c:pt idx="1262">
                  <c:v>122.5</c:v>
                </c:pt>
                <c:pt idx="1263">
                  <c:v>55</c:v>
                </c:pt>
                <c:pt idx="1264">
                  <c:v>118.92</c:v>
                </c:pt>
                <c:pt idx="1265">
                  <c:v>5.216102</c:v>
                </c:pt>
                <c:pt idx="1266">
                  <c:v>28.595105</c:v>
                </c:pt>
                <c:pt idx="1267">
                  <c:v>0.015071</c:v>
                </c:pt>
                <c:pt idx="1268">
                  <c:v>3.396345</c:v>
                </c:pt>
                <c:pt idx="1269">
                  <c:v>4.070789</c:v>
                </c:pt>
                <c:pt idx="1270">
                  <c:v>2.424381</c:v>
                </c:pt>
                <c:pt idx="1271">
                  <c:v>52.501541</c:v>
                </c:pt>
                <c:pt idx="1272">
                  <c:v>5.155325</c:v>
                </c:pt>
                <c:pt idx="1273">
                  <c:v>51.37947</c:v>
                </c:pt>
                <c:pt idx="1274">
                  <c:v>31.554855</c:v>
                </c:pt>
                <c:pt idx="1275">
                  <c:v>64.4</c:v>
                </c:pt>
                <c:pt idx="1276">
                  <c:v>2.360281</c:v>
                </c:pt>
                <c:pt idx="1277">
                  <c:v>48.854305</c:v>
                </c:pt>
                <c:pt idx="1278">
                  <c:v>3.2</c:v>
                </c:pt>
                <c:pt idx="1279">
                  <c:v>70.181428</c:v>
                </c:pt>
                <c:pt idx="1280">
                  <c:v>3.49407</c:v>
                </c:pt>
                <c:pt idx="1281">
                  <c:v>30.800231</c:v>
                </c:pt>
                <c:pt idx="1282">
                  <c:v>5.092129</c:v>
                </c:pt>
                <c:pt idx="1283">
                  <c:v>2.510007</c:v>
                </c:pt>
                <c:pt idx="1284">
                  <c:v>62.9</c:v>
                </c:pt>
                <c:pt idx="1285">
                  <c:v>11.5</c:v>
                </c:pt>
                <c:pt idx="1286">
                  <c:v>2.431443</c:v>
                </c:pt>
                <c:pt idx="1287">
                  <c:v>1.363964</c:v>
                </c:pt>
                <c:pt idx="1288">
                  <c:v>15.391979</c:v>
                </c:pt>
                <c:pt idx="1289">
                  <c:v>0.481234</c:v>
                </c:pt>
                <c:pt idx="1290">
                  <c:v>100.5</c:v>
                </c:pt>
                <c:pt idx="1291">
                  <c:v>0.129115</c:v>
                </c:pt>
                <c:pt idx="1292">
                  <c:v>3.442853</c:v>
                </c:pt>
                <c:pt idx="1293">
                  <c:v>16.365451</c:v>
                </c:pt>
                <c:pt idx="1294">
                  <c:v>0.1</c:v>
                </c:pt>
                <c:pt idx="1295">
                  <c:v>3.5</c:v>
                </c:pt>
                <c:pt idx="1296">
                  <c:v>12.0963</c:v>
                </c:pt>
                <c:pt idx="1297">
                  <c:v>0.868081</c:v>
                </c:pt>
                <c:pt idx="1298">
                  <c:v>9.016922</c:v>
                </c:pt>
                <c:pt idx="1299">
                  <c:v>16.861137</c:v>
                </c:pt>
                <c:pt idx="1300">
                  <c:v>6.3</c:v>
                </c:pt>
                <c:pt idx="1301">
                  <c:v>33.448971</c:v>
                </c:pt>
                <c:pt idx="1302">
                  <c:v>72.775689</c:v>
                </c:pt>
                <c:pt idx="1303">
                  <c:v>3.48437</c:v>
                </c:pt>
                <c:pt idx="1304">
                  <c:v>8.1</c:v>
                </c:pt>
                <c:pt idx="1305">
                  <c:v>5.3</c:v>
                </c:pt>
                <c:pt idx="1306">
                  <c:v>78.768613</c:v>
                </c:pt>
                <c:pt idx="1307">
                  <c:v>28.9</c:v>
                </c:pt>
                <c:pt idx="1308">
                  <c:v>30.127963</c:v>
                </c:pt>
                <c:pt idx="1309">
                  <c:v>1.430655</c:v>
                </c:pt>
                <c:pt idx="1310">
                  <c:v>5.2</c:v>
                </c:pt>
                <c:pt idx="1311">
                  <c:v>1.897363</c:v>
                </c:pt>
                <c:pt idx="1312">
                  <c:v>11.5</c:v>
                </c:pt>
                <c:pt idx="1313">
                  <c:v>5.169755</c:v>
                </c:pt>
                <c:pt idx="1314">
                  <c:v>80.4</c:v>
                </c:pt>
                <c:pt idx="1315">
                  <c:v>4.51</c:v>
                </c:pt>
                <c:pt idx="1316">
                  <c:v>1.448076</c:v>
                </c:pt>
                <c:pt idx="1317">
                  <c:v>0.121179</c:v>
                </c:pt>
                <c:pt idx="1318">
                  <c:v>1.7</c:v>
                </c:pt>
                <c:pt idx="1319">
                  <c:v>23.456897</c:v>
                </c:pt>
                <c:pt idx="1320">
                  <c:v>14.6</c:v>
                </c:pt>
                <c:pt idx="1321">
                  <c:v>0.058293</c:v>
                </c:pt>
                <c:pt idx="1322">
                  <c:v>2.379154</c:v>
                </c:pt>
                <c:pt idx="1323">
                  <c:v>26.033917</c:v>
                </c:pt>
                <c:pt idx="1324">
                  <c:v>3.016126</c:v>
                </c:pt>
                <c:pt idx="1325">
                  <c:v>51.029361</c:v>
                </c:pt>
                <c:pt idx="1326">
                  <c:v>26.117471</c:v>
                </c:pt>
                <c:pt idx="1327">
                  <c:v>21.02629</c:v>
                </c:pt>
                <c:pt idx="1328">
                  <c:v>10.429707</c:v>
                </c:pt>
                <c:pt idx="1329">
                  <c:v>28.831145</c:v>
                </c:pt>
                <c:pt idx="1330">
                  <c:v>45.6</c:v>
                </c:pt>
                <c:pt idx="1331">
                  <c:v>5.337409</c:v>
                </c:pt>
                <c:pt idx="1332">
                  <c:v>3.430018</c:v>
                </c:pt>
                <c:pt idx="1333">
                  <c:v>15.520023</c:v>
                </c:pt>
                <c:pt idx="1334">
                  <c:v>6.015494</c:v>
                </c:pt>
                <c:pt idx="1335">
                  <c:v>4.6353</c:v>
                </c:pt>
                <c:pt idx="1336">
                  <c:v>0.111141</c:v>
                </c:pt>
                <c:pt idx="1337">
                  <c:v>0.009318</c:v>
                </c:pt>
                <c:pt idx="1338">
                  <c:v>0.088273</c:v>
                </c:pt>
                <c:pt idx="1339">
                  <c:v>25.312387</c:v>
                </c:pt>
                <c:pt idx="1340">
                  <c:v>52.424533</c:v>
                </c:pt>
                <c:pt idx="1341">
                  <c:v>3.790114</c:v>
                </c:pt>
                <c:pt idx="1342">
                  <c:v>17.834867</c:v>
                </c:pt>
                <c:pt idx="1343">
                  <c:v>26.576</c:v>
                </c:pt>
                <c:pt idx="1344">
                  <c:v>1.020921</c:v>
                </c:pt>
                <c:pt idx="1345">
                  <c:v>1.851517</c:v>
                </c:pt>
                <c:pt idx="1346">
                  <c:v>0.154701</c:v>
                </c:pt>
                <c:pt idx="1347">
                  <c:v>45.3</c:v>
                </c:pt>
                <c:pt idx="1348">
                  <c:v>0.15153</c:v>
                </c:pt>
                <c:pt idx="1349">
                  <c:v>34.592118</c:v>
                </c:pt>
                <c:pt idx="1350">
                  <c:v>5.483299</c:v>
                </c:pt>
                <c:pt idx="1351">
                  <c:v>0.075143</c:v>
                </c:pt>
                <c:pt idx="1352">
                  <c:v>38.307627</c:v>
                </c:pt>
                <c:pt idx="1353">
                  <c:v>22.3</c:v>
                </c:pt>
                <c:pt idx="1354">
                  <c:v>20.258904</c:v>
                </c:pt>
                <c:pt idx="1355">
                  <c:v>0.039296</c:v>
                </c:pt>
                <c:pt idx="1356">
                  <c:v>4.396821</c:v>
                </c:pt>
                <c:pt idx="1357">
                  <c:v>0.616277</c:v>
                </c:pt>
                <c:pt idx="1358">
                  <c:v>67.347013</c:v>
                </c:pt>
                <c:pt idx="1359">
                  <c:v>0.36</c:v>
                </c:pt>
                <c:pt idx="1360">
                  <c:v>12.058187</c:v>
                </c:pt>
                <c:pt idx="1361">
                  <c:v>0.030312</c:v>
                </c:pt>
                <c:pt idx="1362">
                  <c:v>0.054606</c:v>
                </c:pt>
                <c:pt idx="1363">
                  <c:v>18.662027</c:v>
                </c:pt>
                <c:pt idx="1364">
                  <c:v>0.053086</c:v>
                </c:pt>
                <c:pt idx="1365">
                  <c:v>0.004404</c:v>
                </c:pt>
                <c:pt idx="1366">
                  <c:v>0.060048</c:v>
                </c:pt>
                <c:pt idx="1367">
                  <c:v>36.433975</c:v>
                </c:pt>
                <c:pt idx="1368">
                  <c:v>7.527232</c:v>
                </c:pt>
                <c:pt idx="1369">
                  <c:v>26</c:v>
                </c:pt>
                <c:pt idx="1370">
                  <c:v>5</c:v>
                </c:pt>
                <c:pt idx="1371">
                  <c:v>7.557761</c:v>
                </c:pt>
                <c:pt idx="1372">
                  <c:v>13.851074</c:v>
                </c:pt>
                <c:pt idx="1373">
                  <c:v>22.414611</c:v>
                </c:pt>
                <c:pt idx="1374">
                  <c:v>0.292092</c:v>
                </c:pt>
                <c:pt idx="1375">
                  <c:v>1.3</c:v>
                </c:pt>
                <c:pt idx="1376">
                  <c:v>21.571189</c:v>
                </c:pt>
                <c:pt idx="1377">
                  <c:v>0.032251</c:v>
                </c:pt>
                <c:pt idx="1378">
                  <c:v>0.6</c:v>
                </c:pt>
                <c:pt idx="1379">
                  <c:v>5.458444</c:v>
                </c:pt>
                <c:pt idx="1380">
                  <c:v>5.205106</c:v>
                </c:pt>
                <c:pt idx="1381">
                  <c:v>20.193106</c:v>
                </c:pt>
                <c:pt idx="1382">
                  <c:v>0.677577</c:v>
                </c:pt>
                <c:pt idx="1383">
                  <c:v>0.846704</c:v>
                </c:pt>
                <c:pt idx="1384">
                  <c:v>14.348529</c:v>
                </c:pt>
                <c:pt idx="1385">
                  <c:v>9.16681</c:v>
                </c:pt>
                <c:pt idx="1386">
                  <c:v>15.536328</c:v>
                </c:pt>
                <c:pt idx="1387">
                  <c:v>1.310673</c:v>
                </c:pt>
                <c:pt idx="1388">
                  <c:v>1.064454</c:v>
                </c:pt>
                <c:pt idx="1389">
                  <c:v>0.036026</c:v>
                </c:pt>
                <c:pt idx="1390">
                  <c:v>17</c:v>
                </c:pt>
                <c:pt idx="1391">
                  <c:v>13.969785</c:v>
                </c:pt>
                <c:pt idx="1392">
                  <c:v>18</c:v>
                </c:pt>
                <c:pt idx="1393">
                  <c:v>10</c:v>
                </c:pt>
                <c:pt idx="1394">
                  <c:v>2.534077</c:v>
                </c:pt>
                <c:pt idx="1395">
                  <c:v>569.651467</c:v>
                </c:pt>
                <c:pt idx="1396">
                  <c:v>1671.537444</c:v>
                </c:pt>
                <c:pt idx="1397">
                  <c:v>857.611174</c:v>
                </c:pt>
                <c:pt idx="1398">
                  <c:v>543.514353</c:v>
                </c:pt>
                <c:pt idx="1399">
                  <c:v>378.85834</c:v>
                </c:pt>
                <c:pt idx="1400">
                  <c:v>1405.403694</c:v>
                </c:pt>
                <c:pt idx="1401">
                  <c:v>215.863606</c:v>
                </c:pt>
                <c:pt idx="1402">
                  <c:v>1515.4</c:v>
                </c:pt>
                <c:pt idx="1403">
                  <c:v>440.603537</c:v>
                </c:pt>
                <c:pt idx="1404">
                  <c:v>2068.223624</c:v>
                </c:pt>
                <c:pt idx="1405">
                  <c:v>84.997446</c:v>
                </c:pt>
                <c:pt idx="1406">
                  <c:v>473.990832</c:v>
                </c:pt>
                <c:pt idx="1407">
                  <c:v>61.76819</c:v>
                </c:pt>
                <c:pt idx="1408">
                  <c:v>14.9</c:v>
                </c:pt>
                <c:pt idx="1409">
                  <c:v>532.950503</c:v>
                </c:pt>
                <c:pt idx="1410">
                  <c:v>312.296056</c:v>
                </c:pt>
                <c:pt idx="1411">
                  <c:v>414.351546</c:v>
                </c:pt>
                <c:pt idx="1412">
                  <c:v>244.9</c:v>
                </c:pt>
                <c:pt idx="1413">
                  <c:v>682.716636</c:v>
                </c:pt>
                <c:pt idx="1414">
                  <c:v>297.002527</c:v>
                </c:pt>
                <c:pt idx="1415">
                  <c:v>104.399548</c:v>
                </c:pt>
                <c:pt idx="1416">
                  <c:v>332.207671</c:v>
                </c:pt>
                <c:pt idx="1417">
                  <c:v>65.663276</c:v>
                </c:pt>
                <c:pt idx="1418">
                  <c:v>173.6</c:v>
                </c:pt>
                <c:pt idx="1419">
                  <c:v>653.428261</c:v>
                </c:pt>
                <c:pt idx="1420">
                  <c:v>631.058917</c:v>
                </c:pt>
                <c:pt idx="1421">
                  <c:v>209.2</c:v>
                </c:pt>
                <c:pt idx="1422">
                  <c:v>23.374076</c:v>
                </c:pt>
                <c:pt idx="1423">
                  <c:v>880.707597</c:v>
                </c:pt>
                <c:pt idx="1424">
                  <c:v>184</c:v>
                </c:pt>
                <c:pt idx="1425">
                  <c:v>519.311965</c:v>
                </c:pt>
                <c:pt idx="1426">
                  <c:v>194.564672</c:v>
                </c:pt>
                <c:pt idx="1427">
                  <c:v>473.2</c:v>
                </c:pt>
                <c:pt idx="1428">
                  <c:v>6.341684</c:v>
                </c:pt>
                <c:pt idx="1429">
                  <c:v>36.869414</c:v>
                </c:pt>
                <c:pt idx="1430">
                  <c:v>311.594032</c:v>
                </c:pt>
                <c:pt idx="1431">
                  <c:v>368.871007</c:v>
                </c:pt>
                <c:pt idx="1432">
                  <c:v>95.437994</c:v>
                </c:pt>
                <c:pt idx="1433">
                  <c:v>98.450062</c:v>
                </c:pt>
                <c:pt idx="1434">
                  <c:v>6.738764</c:v>
                </c:pt>
                <c:pt idx="1435">
                  <c:v>33.2</c:v>
                </c:pt>
                <c:pt idx="1436">
                  <c:v>287.144079</c:v>
                </c:pt>
                <c:pt idx="1437">
                  <c:v>155.760117</c:v>
                </c:pt>
                <c:pt idx="1438">
                  <c:v>146.93691</c:v>
                </c:pt>
                <c:pt idx="1439">
                  <c:v>167.977596</c:v>
                </c:pt>
                <c:pt idx="1440">
                  <c:v>133.346506</c:v>
                </c:pt>
                <c:pt idx="1441">
                  <c:v>91.709827</c:v>
                </c:pt>
                <c:pt idx="1442">
                  <c:v>104.4</c:v>
                </c:pt>
                <c:pt idx="1443">
                  <c:v>93.9</c:v>
                </c:pt>
                <c:pt idx="1444">
                  <c:v>105</c:v>
                </c:pt>
                <c:pt idx="1445">
                  <c:v>81.96745</c:v>
                </c:pt>
                <c:pt idx="1446">
                  <c:v>235.666219</c:v>
                </c:pt>
                <c:pt idx="1447">
                  <c:v>246.233113</c:v>
                </c:pt>
                <c:pt idx="1448">
                  <c:v>42.972994</c:v>
                </c:pt>
                <c:pt idx="1449">
                  <c:v>201.634991</c:v>
                </c:pt>
                <c:pt idx="1450">
                  <c:v>2.350695</c:v>
                </c:pt>
                <c:pt idx="1451">
                  <c:v>15.7</c:v>
                </c:pt>
                <c:pt idx="1452">
                  <c:v>108.1</c:v>
                </c:pt>
                <c:pt idx="1453">
                  <c:v>233.755553</c:v>
                </c:pt>
                <c:pt idx="1454">
                  <c:v>1159.457503</c:v>
                </c:pt>
                <c:pt idx="1455">
                  <c:v>133.782481</c:v>
                </c:pt>
                <c:pt idx="1456">
                  <c:v>79.79988</c:v>
                </c:pt>
                <c:pt idx="1457">
                  <c:v>63.013281</c:v>
                </c:pt>
                <c:pt idx="1458">
                  <c:v>71.561644</c:v>
                </c:pt>
                <c:pt idx="1459">
                  <c:v>97.57125</c:v>
                </c:pt>
                <c:pt idx="1460">
                  <c:v>158.261424</c:v>
                </c:pt>
                <c:pt idx="1461">
                  <c:v>17.75294</c:v>
                </c:pt>
                <c:pt idx="1462">
                  <c:v>12.951093</c:v>
                </c:pt>
                <c:pt idx="1463">
                  <c:v>203.427584</c:v>
                </c:pt>
                <c:pt idx="1464">
                  <c:v>90.74752</c:v>
                </c:pt>
                <c:pt idx="1465">
                  <c:v>40.272135</c:v>
                </c:pt>
                <c:pt idx="1466">
                  <c:v>74.7</c:v>
                </c:pt>
                <c:pt idx="1467">
                  <c:v>120.453155</c:v>
                </c:pt>
                <c:pt idx="1468">
                  <c:v>31.807156</c:v>
                </c:pt>
                <c:pt idx="1469">
                  <c:v>52.425855</c:v>
                </c:pt>
                <c:pt idx="1470">
                  <c:v>72.62967</c:v>
                </c:pt>
                <c:pt idx="1471">
                  <c:v>242.786137</c:v>
                </c:pt>
                <c:pt idx="1472">
                  <c:v>87.97</c:v>
                </c:pt>
                <c:pt idx="1473">
                  <c:v>140.795793</c:v>
                </c:pt>
                <c:pt idx="1474">
                  <c:v>98.690254</c:v>
                </c:pt>
                <c:pt idx="1475">
                  <c:v>165.478348</c:v>
                </c:pt>
                <c:pt idx="1476">
                  <c:v>99.975678</c:v>
                </c:pt>
                <c:pt idx="1477">
                  <c:v>0.475846</c:v>
                </c:pt>
                <c:pt idx="1478">
                  <c:v>49.263404</c:v>
                </c:pt>
                <c:pt idx="1479">
                  <c:v>107.597242</c:v>
                </c:pt>
                <c:pt idx="1480">
                  <c:v>153.962963</c:v>
                </c:pt>
                <c:pt idx="1481">
                  <c:v>73.267874</c:v>
                </c:pt>
                <c:pt idx="1482">
                  <c:v>0.249083</c:v>
                </c:pt>
                <c:pt idx="1483">
                  <c:v>54.4</c:v>
                </c:pt>
                <c:pt idx="1484">
                  <c:v>51.680201</c:v>
                </c:pt>
                <c:pt idx="1485">
                  <c:v>61.8</c:v>
                </c:pt>
                <c:pt idx="1486">
                  <c:v>64.2</c:v>
                </c:pt>
                <c:pt idx="1487">
                  <c:v>36.606743</c:v>
                </c:pt>
                <c:pt idx="1488">
                  <c:v>1.784763</c:v>
                </c:pt>
                <c:pt idx="1489">
                  <c:v>53.32915</c:v>
                </c:pt>
                <c:pt idx="1490">
                  <c:v>153</c:v>
                </c:pt>
                <c:pt idx="1491">
                  <c:v>62.076141</c:v>
                </c:pt>
                <c:pt idx="1492">
                  <c:v>47.31856</c:v>
                </c:pt>
                <c:pt idx="1493">
                  <c:v>61.181942</c:v>
                </c:pt>
                <c:pt idx="1494">
                  <c:v>111.8</c:v>
                </c:pt>
                <c:pt idx="1495">
                  <c:v>11.1</c:v>
                </c:pt>
                <c:pt idx="1496">
                  <c:v>117.8</c:v>
                </c:pt>
                <c:pt idx="1497">
                  <c:v>78.903124</c:v>
                </c:pt>
                <c:pt idx="1498">
                  <c:v>35.401758</c:v>
                </c:pt>
                <c:pt idx="1499">
                  <c:v>30.3</c:v>
                </c:pt>
                <c:pt idx="1500">
                  <c:v>43.956255</c:v>
                </c:pt>
                <c:pt idx="1501">
                  <c:v>12.975143</c:v>
                </c:pt>
                <c:pt idx="1502">
                  <c:v>26.072723</c:v>
                </c:pt>
                <c:pt idx="1503">
                  <c:v>15.730665</c:v>
                </c:pt>
                <c:pt idx="1504">
                  <c:v>0.133332</c:v>
                </c:pt>
                <c:pt idx="1505">
                  <c:v>25.003426</c:v>
                </c:pt>
                <c:pt idx="1506">
                  <c:v>101.134059</c:v>
                </c:pt>
                <c:pt idx="1507">
                  <c:v>4.1</c:v>
                </c:pt>
                <c:pt idx="1508">
                  <c:v>17.671101</c:v>
                </c:pt>
                <c:pt idx="1509">
                  <c:v>58.978653</c:v>
                </c:pt>
                <c:pt idx="1510">
                  <c:v>16.810562</c:v>
                </c:pt>
                <c:pt idx="1511">
                  <c:v>3.621046</c:v>
                </c:pt>
                <c:pt idx="1512">
                  <c:v>106.209378</c:v>
                </c:pt>
                <c:pt idx="1513">
                  <c:v>10.495305</c:v>
                </c:pt>
                <c:pt idx="1514">
                  <c:v>43.528634</c:v>
                </c:pt>
                <c:pt idx="1515">
                  <c:v>0.187112</c:v>
                </c:pt>
                <c:pt idx="1516">
                  <c:v>121.545703</c:v>
                </c:pt>
                <c:pt idx="1517">
                  <c:v>0.593683</c:v>
                </c:pt>
                <c:pt idx="1518">
                  <c:v>13.603453</c:v>
                </c:pt>
                <c:pt idx="1519">
                  <c:v>18.704595</c:v>
                </c:pt>
                <c:pt idx="1520">
                  <c:v>35.8</c:v>
                </c:pt>
                <c:pt idx="1521">
                  <c:v>16.322067</c:v>
                </c:pt>
                <c:pt idx="1522">
                  <c:v>25.513752</c:v>
                </c:pt>
                <c:pt idx="1523">
                  <c:v>278.3</c:v>
                </c:pt>
                <c:pt idx="1524">
                  <c:v>22.783699</c:v>
                </c:pt>
                <c:pt idx="1525">
                  <c:v>24.9</c:v>
                </c:pt>
                <c:pt idx="1526">
                  <c:v>26.25002</c:v>
                </c:pt>
                <c:pt idx="1527">
                  <c:v>128.38832</c:v>
                </c:pt>
                <c:pt idx="1528">
                  <c:v>52.395996</c:v>
                </c:pt>
                <c:pt idx="1529">
                  <c:v>3.643591</c:v>
                </c:pt>
                <c:pt idx="1530">
                  <c:v>125.842935</c:v>
                </c:pt>
                <c:pt idx="1531">
                  <c:v>5.090852</c:v>
                </c:pt>
                <c:pt idx="1532">
                  <c:v>50.4</c:v>
                </c:pt>
                <c:pt idx="1533">
                  <c:v>16.294916</c:v>
                </c:pt>
                <c:pt idx="1534">
                  <c:v>2</c:v>
                </c:pt>
                <c:pt idx="1535">
                  <c:v>4.842699</c:v>
                </c:pt>
                <c:pt idx="1536">
                  <c:v>85.5</c:v>
                </c:pt>
                <c:pt idx="1537">
                  <c:v>157</c:v>
                </c:pt>
                <c:pt idx="1538">
                  <c:v>5.500277</c:v>
                </c:pt>
                <c:pt idx="1539">
                  <c:v>7.5</c:v>
                </c:pt>
                <c:pt idx="1540">
                  <c:v>8.235661</c:v>
                </c:pt>
                <c:pt idx="1541">
                  <c:v>1.592853</c:v>
                </c:pt>
                <c:pt idx="1542">
                  <c:v>34.4</c:v>
                </c:pt>
                <c:pt idx="1543">
                  <c:v>14.410698</c:v>
                </c:pt>
                <c:pt idx="1544">
                  <c:v>5.6</c:v>
                </c:pt>
                <c:pt idx="1545">
                  <c:v>7.002261</c:v>
                </c:pt>
                <c:pt idx="1546">
                  <c:v>42.426912</c:v>
                </c:pt>
                <c:pt idx="1547">
                  <c:v>5.7</c:v>
                </c:pt>
                <c:pt idx="1548">
                  <c:v>1.477002</c:v>
                </c:pt>
                <c:pt idx="1549">
                  <c:v>0.925</c:v>
                </c:pt>
                <c:pt idx="1550">
                  <c:v>29.355203</c:v>
                </c:pt>
                <c:pt idx="1551">
                  <c:v>8.30669</c:v>
                </c:pt>
                <c:pt idx="1552">
                  <c:v>16.00242</c:v>
                </c:pt>
                <c:pt idx="1553">
                  <c:v>6.5</c:v>
                </c:pt>
                <c:pt idx="1554">
                  <c:v>34.2</c:v>
                </c:pt>
                <c:pt idx="1555">
                  <c:v>1.411927</c:v>
                </c:pt>
                <c:pt idx="1556">
                  <c:v>61.619773</c:v>
                </c:pt>
                <c:pt idx="1557">
                  <c:v>64.110728</c:v>
                </c:pt>
                <c:pt idx="1558">
                  <c:v>1.777043</c:v>
                </c:pt>
                <c:pt idx="1559">
                  <c:v>9.104716</c:v>
                </c:pt>
                <c:pt idx="1560">
                  <c:v>9.0777</c:v>
                </c:pt>
                <c:pt idx="1561">
                  <c:v>37.461274</c:v>
                </c:pt>
                <c:pt idx="1562">
                  <c:v>1.320005</c:v>
                </c:pt>
                <c:pt idx="1563">
                  <c:v>27.1</c:v>
                </c:pt>
                <c:pt idx="1564">
                  <c:v>5.383097</c:v>
                </c:pt>
                <c:pt idx="1565">
                  <c:v>41</c:v>
                </c:pt>
                <c:pt idx="1566">
                  <c:v>3.727746</c:v>
                </c:pt>
                <c:pt idx="1567">
                  <c:v>80</c:v>
                </c:pt>
                <c:pt idx="1568">
                  <c:v>1.617522</c:v>
                </c:pt>
                <c:pt idx="1569">
                  <c:v>15.709652</c:v>
                </c:pt>
                <c:pt idx="1570">
                  <c:v>17.287309</c:v>
                </c:pt>
                <c:pt idx="1571">
                  <c:v>14.431253</c:v>
                </c:pt>
                <c:pt idx="1572">
                  <c:v>38.482411</c:v>
                </c:pt>
                <c:pt idx="1573">
                  <c:v>0.045431</c:v>
                </c:pt>
                <c:pt idx="1574">
                  <c:v>32.7</c:v>
                </c:pt>
                <c:pt idx="1575">
                  <c:v>0.007556</c:v>
                </c:pt>
                <c:pt idx="1576">
                  <c:v>56</c:v>
                </c:pt>
                <c:pt idx="1577">
                  <c:v>64.8</c:v>
                </c:pt>
                <c:pt idx="1578">
                  <c:v>28.6</c:v>
                </c:pt>
                <c:pt idx="1579">
                  <c:v>0.933847</c:v>
                </c:pt>
                <c:pt idx="1580">
                  <c:v>82.02776</c:v>
                </c:pt>
                <c:pt idx="1581">
                  <c:v>139.191345</c:v>
                </c:pt>
                <c:pt idx="1582">
                  <c:v>14.394097</c:v>
                </c:pt>
                <c:pt idx="1583">
                  <c:v>24.563629</c:v>
                </c:pt>
                <c:pt idx="1584">
                  <c:v>60.273173</c:v>
                </c:pt>
                <c:pt idx="1585">
                  <c:v>2.801508</c:v>
                </c:pt>
                <c:pt idx="1586">
                  <c:v>13.644292</c:v>
                </c:pt>
                <c:pt idx="1587">
                  <c:v>11.991669</c:v>
                </c:pt>
                <c:pt idx="1588">
                  <c:v>34.85499</c:v>
                </c:pt>
                <c:pt idx="1589">
                  <c:v>86</c:v>
                </c:pt>
                <c:pt idx="1590">
                  <c:v>10.835752</c:v>
                </c:pt>
                <c:pt idx="1591">
                  <c:v>42.96441</c:v>
                </c:pt>
                <c:pt idx="1592">
                  <c:v>3.387</c:v>
                </c:pt>
                <c:pt idx="1593">
                  <c:v>2.084628</c:v>
                </c:pt>
                <c:pt idx="1594">
                  <c:v>0.771317</c:v>
                </c:pt>
                <c:pt idx="1595">
                  <c:v>17.986781</c:v>
                </c:pt>
                <c:pt idx="1596">
                  <c:v>3.771345</c:v>
                </c:pt>
                <c:pt idx="1597">
                  <c:v>7.2</c:v>
                </c:pt>
                <c:pt idx="1598">
                  <c:v>0.573335</c:v>
                </c:pt>
                <c:pt idx="1599">
                  <c:v>20.381995</c:v>
                </c:pt>
                <c:pt idx="1600">
                  <c:v>41.387687</c:v>
                </c:pt>
                <c:pt idx="1601">
                  <c:v>0.110834</c:v>
                </c:pt>
                <c:pt idx="1602">
                  <c:v>1.1</c:v>
                </c:pt>
                <c:pt idx="1603">
                  <c:v>0.16308</c:v>
                </c:pt>
                <c:pt idx="1604">
                  <c:v>41.325328</c:v>
                </c:pt>
                <c:pt idx="1605">
                  <c:v>2.333684</c:v>
                </c:pt>
                <c:pt idx="1606">
                  <c:v>0.016458</c:v>
                </c:pt>
                <c:pt idx="1607">
                  <c:v>1.4</c:v>
                </c:pt>
                <c:pt idx="1608">
                  <c:v>0.050206</c:v>
                </c:pt>
                <c:pt idx="1609">
                  <c:v>7.449681</c:v>
                </c:pt>
                <c:pt idx="1610">
                  <c:v>0.143658</c:v>
                </c:pt>
                <c:pt idx="1611">
                  <c:v>18</c:v>
                </c:pt>
                <c:pt idx="1612">
                  <c:v>27.391084</c:v>
                </c:pt>
                <c:pt idx="1613">
                  <c:v>22</c:v>
                </c:pt>
                <c:pt idx="1614">
                  <c:v>150</c:v>
                </c:pt>
                <c:pt idx="1615">
                  <c:v>0.105097</c:v>
                </c:pt>
                <c:pt idx="1616">
                  <c:v>0.024487</c:v>
                </c:pt>
                <c:pt idx="1617">
                  <c:v>0.097798</c:v>
                </c:pt>
                <c:pt idx="1618">
                  <c:v>8</c:v>
                </c:pt>
                <c:pt idx="1619">
                  <c:v>22.159216</c:v>
                </c:pt>
                <c:pt idx="1620">
                  <c:v>14.526807</c:v>
                </c:pt>
                <c:pt idx="1621">
                  <c:v>3.020664</c:v>
                </c:pt>
                <c:pt idx="1622">
                  <c:v>0.554953</c:v>
                </c:pt>
                <c:pt idx="1623">
                  <c:v>61</c:v>
                </c:pt>
                <c:pt idx="1624">
                  <c:v>5.3</c:v>
                </c:pt>
                <c:pt idx="1625">
                  <c:v>14.659448</c:v>
                </c:pt>
                <c:pt idx="1626">
                  <c:v>1.231606</c:v>
                </c:pt>
                <c:pt idx="1627">
                  <c:v>0.187674</c:v>
                </c:pt>
                <c:pt idx="1628">
                  <c:v>0.102986</c:v>
                </c:pt>
                <c:pt idx="1629">
                  <c:v>0.143101</c:v>
                </c:pt>
                <c:pt idx="1630">
                  <c:v>2.348712</c:v>
                </c:pt>
                <c:pt idx="1631">
                  <c:v>0.111107</c:v>
                </c:pt>
                <c:pt idx="1632">
                  <c:v>0.089487</c:v>
                </c:pt>
                <c:pt idx="1633">
                  <c:v>0.572212</c:v>
                </c:pt>
                <c:pt idx="1634">
                  <c:v>123.205624</c:v>
                </c:pt>
                <c:pt idx="1635">
                  <c:v>0.025</c:v>
                </c:pt>
                <c:pt idx="1636">
                  <c:v>5.249225</c:v>
                </c:pt>
                <c:pt idx="1637">
                  <c:v>1.366879</c:v>
                </c:pt>
                <c:pt idx="1638">
                  <c:v>0.318155</c:v>
                </c:pt>
                <c:pt idx="1639">
                  <c:v>0.081379</c:v>
                </c:pt>
                <c:pt idx="1640">
                  <c:v>4.668442</c:v>
                </c:pt>
                <c:pt idx="1641">
                  <c:v>2.228115</c:v>
                </c:pt>
                <c:pt idx="1642">
                  <c:v>21</c:v>
                </c:pt>
                <c:pt idx="1643">
                  <c:v>25.36415</c:v>
                </c:pt>
                <c:pt idx="1644">
                  <c:v>8.521017</c:v>
                </c:pt>
                <c:pt idx="1645">
                  <c:v>5.2</c:v>
                </c:pt>
                <c:pt idx="1646">
                  <c:v>67</c:v>
                </c:pt>
                <c:pt idx="1647">
                  <c:v>3.85324</c:v>
                </c:pt>
                <c:pt idx="1648">
                  <c:v>10.846026</c:v>
                </c:pt>
                <c:pt idx="1649">
                  <c:v>0.008</c:v>
                </c:pt>
                <c:pt idx="1650">
                  <c:v>0.063373</c:v>
                </c:pt>
                <c:pt idx="1651">
                  <c:v>2</c:v>
                </c:pt>
                <c:pt idx="1652">
                  <c:v>0.071085</c:v>
                </c:pt>
                <c:pt idx="1653">
                  <c:v>11.48</c:v>
                </c:pt>
                <c:pt idx="1654">
                  <c:v>1.249176</c:v>
                </c:pt>
                <c:pt idx="1655">
                  <c:v>0.624747</c:v>
                </c:pt>
                <c:pt idx="1656">
                  <c:v>1155.046416</c:v>
                </c:pt>
                <c:pt idx="1657">
                  <c:v>87.547518</c:v>
                </c:pt>
                <c:pt idx="1658">
                  <c:v>782.837347</c:v>
                </c:pt>
                <c:pt idx="1659">
                  <c:v>1023.784195</c:v>
                </c:pt>
                <c:pt idx="1660">
                  <c:v>207.945075</c:v>
                </c:pt>
                <c:pt idx="1661">
                  <c:v>175.302354</c:v>
                </c:pt>
                <c:pt idx="1662">
                  <c:v>322.811702</c:v>
                </c:pt>
                <c:pt idx="1663">
                  <c:v>874.362803</c:v>
                </c:pt>
                <c:pt idx="1664">
                  <c:v>162.1</c:v>
                </c:pt>
                <c:pt idx="1665">
                  <c:v>38.6</c:v>
                </c:pt>
                <c:pt idx="1666">
                  <c:v>447.407695</c:v>
                </c:pt>
                <c:pt idx="1667">
                  <c:v>634.151679</c:v>
                </c:pt>
                <c:pt idx="1668">
                  <c:v>389.681935</c:v>
                </c:pt>
                <c:pt idx="1669">
                  <c:v>69.41137</c:v>
                </c:pt>
                <c:pt idx="1670">
                  <c:v>155.160045</c:v>
                </c:pt>
                <c:pt idx="1671">
                  <c:v>543.934787</c:v>
                </c:pt>
                <c:pt idx="1672">
                  <c:v>203.388186</c:v>
                </c:pt>
                <c:pt idx="1673">
                  <c:v>521.170825</c:v>
                </c:pt>
                <c:pt idx="1674">
                  <c:v>676.343174</c:v>
                </c:pt>
                <c:pt idx="1675">
                  <c:v>125.729635</c:v>
                </c:pt>
                <c:pt idx="1676">
                  <c:v>433.677183</c:v>
                </c:pt>
                <c:pt idx="1677">
                  <c:v>235.957472</c:v>
                </c:pt>
                <c:pt idx="1678">
                  <c:v>47.3</c:v>
                </c:pt>
                <c:pt idx="1679">
                  <c:v>6.170043</c:v>
                </c:pt>
                <c:pt idx="1680">
                  <c:v>966.5506</c:v>
                </c:pt>
                <c:pt idx="1681">
                  <c:v>809.342332</c:v>
                </c:pt>
                <c:pt idx="1682">
                  <c:v>40.423945</c:v>
                </c:pt>
                <c:pt idx="1683">
                  <c:v>331.957105</c:v>
                </c:pt>
                <c:pt idx="1684">
                  <c:v>1056.057273</c:v>
                </c:pt>
                <c:pt idx="1685">
                  <c:v>216.972543</c:v>
                </c:pt>
                <c:pt idx="1686">
                  <c:v>347.337803</c:v>
                </c:pt>
                <c:pt idx="1687">
                  <c:v>150.680864</c:v>
                </c:pt>
                <c:pt idx="1688">
                  <c:v>71.261763</c:v>
                </c:pt>
                <c:pt idx="1689">
                  <c:v>229.147509</c:v>
                </c:pt>
                <c:pt idx="1690">
                  <c:v>408.579038</c:v>
                </c:pt>
                <c:pt idx="1691">
                  <c:v>162.4</c:v>
                </c:pt>
                <c:pt idx="1692">
                  <c:v>211.95242</c:v>
                </c:pt>
                <c:pt idx="1693">
                  <c:v>245.623848</c:v>
                </c:pt>
                <c:pt idx="1694">
                  <c:v>195.243411</c:v>
                </c:pt>
                <c:pt idx="1695">
                  <c:v>296.482446</c:v>
                </c:pt>
                <c:pt idx="1696">
                  <c:v>334.897606</c:v>
                </c:pt>
                <c:pt idx="1697">
                  <c:v>81.093313</c:v>
                </c:pt>
                <c:pt idx="1698">
                  <c:v>1028.6</c:v>
                </c:pt>
                <c:pt idx="1699">
                  <c:v>415.484914</c:v>
                </c:pt>
                <c:pt idx="1700">
                  <c:v>343.471816</c:v>
                </c:pt>
                <c:pt idx="1701">
                  <c:v>118.58788</c:v>
                </c:pt>
                <c:pt idx="1702">
                  <c:v>29.3</c:v>
                </c:pt>
                <c:pt idx="1703">
                  <c:v>65.046687</c:v>
                </c:pt>
                <c:pt idx="1704">
                  <c:v>299.457024</c:v>
                </c:pt>
                <c:pt idx="1705">
                  <c:v>349.779543</c:v>
                </c:pt>
                <c:pt idx="1706">
                  <c:v>109.906372</c:v>
                </c:pt>
                <c:pt idx="1707">
                  <c:v>240.8</c:v>
                </c:pt>
                <c:pt idx="1708">
                  <c:v>749.200054</c:v>
                </c:pt>
                <c:pt idx="1709">
                  <c:v>23.5</c:v>
                </c:pt>
                <c:pt idx="1710">
                  <c:v>118.102725</c:v>
                </c:pt>
                <c:pt idx="1711">
                  <c:v>179.246868</c:v>
                </c:pt>
                <c:pt idx="1712">
                  <c:v>49.85177</c:v>
                </c:pt>
                <c:pt idx="1713">
                  <c:v>76.249438</c:v>
                </c:pt>
                <c:pt idx="1714">
                  <c:v>690.860472</c:v>
                </c:pt>
                <c:pt idx="1715">
                  <c:v>110.216998</c:v>
                </c:pt>
                <c:pt idx="1716">
                  <c:v>303.144152</c:v>
                </c:pt>
                <c:pt idx="1717">
                  <c:v>205.754447</c:v>
                </c:pt>
                <c:pt idx="1718">
                  <c:v>158.90635</c:v>
                </c:pt>
                <c:pt idx="1719">
                  <c:v>164.989338</c:v>
                </c:pt>
                <c:pt idx="1720">
                  <c:v>79</c:v>
                </c:pt>
                <c:pt idx="1721">
                  <c:v>86.234523</c:v>
                </c:pt>
                <c:pt idx="1722">
                  <c:v>24.121245</c:v>
                </c:pt>
                <c:pt idx="1723">
                  <c:v>140.705322</c:v>
                </c:pt>
                <c:pt idx="1724">
                  <c:v>240.7</c:v>
                </c:pt>
                <c:pt idx="1725">
                  <c:v>119.100758</c:v>
                </c:pt>
                <c:pt idx="1726">
                  <c:v>23.123592</c:v>
                </c:pt>
                <c:pt idx="1727">
                  <c:v>73.929392</c:v>
                </c:pt>
                <c:pt idx="1728">
                  <c:v>173.2</c:v>
                </c:pt>
                <c:pt idx="1729">
                  <c:v>356.743061</c:v>
                </c:pt>
                <c:pt idx="1730">
                  <c:v>25.03595</c:v>
                </c:pt>
                <c:pt idx="1731">
                  <c:v>121.790376</c:v>
                </c:pt>
                <c:pt idx="1732">
                  <c:v>553.810228</c:v>
                </c:pt>
                <c:pt idx="1733">
                  <c:v>109.573511</c:v>
                </c:pt>
                <c:pt idx="1734">
                  <c:v>149.368835</c:v>
                </c:pt>
                <c:pt idx="1735">
                  <c:v>94.061311</c:v>
                </c:pt>
                <c:pt idx="1736">
                  <c:v>140.312928</c:v>
                </c:pt>
                <c:pt idx="1737">
                  <c:v>74</c:v>
                </c:pt>
                <c:pt idx="1738">
                  <c:v>78.053145</c:v>
                </c:pt>
                <c:pt idx="1739">
                  <c:v>94.1</c:v>
                </c:pt>
                <c:pt idx="1740">
                  <c:v>16.457494</c:v>
                </c:pt>
                <c:pt idx="1741">
                  <c:v>124.827316</c:v>
                </c:pt>
                <c:pt idx="1742">
                  <c:v>143.695338</c:v>
                </c:pt>
                <c:pt idx="1743">
                  <c:v>37.070177</c:v>
                </c:pt>
                <c:pt idx="1744">
                  <c:v>0.354835</c:v>
                </c:pt>
                <c:pt idx="1745">
                  <c:v>220.021259</c:v>
                </c:pt>
                <c:pt idx="1746">
                  <c:v>88.52828</c:v>
                </c:pt>
                <c:pt idx="1747">
                  <c:v>4.1</c:v>
                </c:pt>
                <c:pt idx="1748">
                  <c:v>112.343513</c:v>
                </c:pt>
                <c:pt idx="1749">
                  <c:v>0.200242</c:v>
                </c:pt>
                <c:pt idx="1750">
                  <c:v>12.6</c:v>
                </c:pt>
                <c:pt idx="1751">
                  <c:v>119.520023</c:v>
                </c:pt>
                <c:pt idx="1752">
                  <c:v>50.548152</c:v>
                </c:pt>
                <c:pt idx="1753">
                  <c:v>81.7</c:v>
                </c:pt>
                <c:pt idx="1754">
                  <c:v>28</c:v>
                </c:pt>
                <c:pt idx="1755">
                  <c:v>23.9</c:v>
                </c:pt>
                <c:pt idx="1756">
                  <c:v>182.379278</c:v>
                </c:pt>
                <c:pt idx="1757">
                  <c:v>23.834809</c:v>
                </c:pt>
                <c:pt idx="1758">
                  <c:v>2.08298</c:v>
                </c:pt>
                <c:pt idx="1759">
                  <c:v>93.282604</c:v>
                </c:pt>
                <c:pt idx="1760">
                  <c:v>18.803648</c:v>
                </c:pt>
                <c:pt idx="1761">
                  <c:v>37.6</c:v>
                </c:pt>
                <c:pt idx="1762">
                  <c:v>30.930984</c:v>
                </c:pt>
                <c:pt idx="1763">
                  <c:v>21.164799</c:v>
                </c:pt>
                <c:pt idx="1764">
                  <c:v>311</c:v>
                </c:pt>
                <c:pt idx="1765">
                  <c:v>57.814445</c:v>
                </c:pt>
                <c:pt idx="1766">
                  <c:v>0.035749</c:v>
                </c:pt>
                <c:pt idx="1767">
                  <c:v>13.624522</c:v>
                </c:pt>
                <c:pt idx="1768">
                  <c:v>46.152411</c:v>
                </c:pt>
                <c:pt idx="1769">
                  <c:v>45.172994</c:v>
                </c:pt>
                <c:pt idx="1770">
                  <c:v>64.4</c:v>
                </c:pt>
                <c:pt idx="1771">
                  <c:v>3.4</c:v>
                </c:pt>
                <c:pt idx="1772">
                  <c:v>10.16682</c:v>
                </c:pt>
                <c:pt idx="1773">
                  <c:v>56.722693</c:v>
                </c:pt>
                <c:pt idx="1774">
                  <c:v>2.158568</c:v>
                </c:pt>
                <c:pt idx="1775">
                  <c:v>4.36646</c:v>
                </c:pt>
                <c:pt idx="1776">
                  <c:v>9.7</c:v>
                </c:pt>
                <c:pt idx="1777">
                  <c:v>58.5</c:v>
                </c:pt>
                <c:pt idx="1778">
                  <c:v>46.1</c:v>
                </c:pt>
                <c:pt idx="1779">
                  <c:v>24.804129</c:v>
                </c:pt>
                <c:pt idx="1780">
                  <c:v>52.444295</c:v>
                </c:pt>
                <c:pt idx="1781">
                  <c:v>85.241496</c:v>
                </c:pt>
                <c:pt idx="1782">
                  <c:v>52.09909</c:v>
                </c:pt>
                <c:pt idx="1783">
                  <c:v>8.8</c:v>
                </c:pt>
                <c:pt idx="1784">
                  <c:v>38.659039</c:v>
                </c:pt>
                <c:pt idx="1785">
                  <c:v>64.493915</c:v>
                </c:pt>
                <c:pt idx="1786">
                  <c:v>108.007109</c:v>
                </c:pt>
                <c:pt idx="1787">
                  <c:v>0.011239</c:v>
                </c:pt>
                <c:pt idx="1788">
                  <c:v>875.457937</c:v>
                </c:pt>
                <c:pt idx="1789">
                  <c:v>9.101546</c:v>
                </c:pt>
                <c:pt idx="1790">
                  <c:v>84.55225</c:v>
                </c:pt>
                <c:pt idx="1791">
                  <c:v>183.936074</c:v>
                </c:pt>
                <c:pt idx="1792">
                  <c:v>193.677158</c:v>
                </c:pt>
                <c:pt idx="1793">
                  <c:v>17.9</c:v>
                </c:pt>
                <c:pt idx="1794">
                  <c:v>0.388789</c:v>
                </c:pt>
                <c:pt idx="1795">
                  <c:v>14.397593</c:v>
                </c:pt>
                <c:pt idx="1796">
                  <c:v>37.357216</c:v>
                </c:pt>
                <c:pt idx="1797">
                  <c:v>63.647656</c:v>
                </c:pt>
                <c:pt idx="1798">
                  <c:v>7.112282</c:v>
                </c:pt>
                <c:pt idx="1799">
                  <c:v>14.708696</c:v>
                </c:pt>
                <c:pt idx="1800">
                  <c:v>6.341855</c:v>
                </c:pt>
                <c:pt idx="1801">
                  <c:v>6.903033</c:v>
                </c:pt>
                <c:pt idx="1802">
                  <c:v>6.272403</c:v>
                </c:pt>
                <c:pt idx="1803">
                  <c:v>37.608299</c:v>
                </c:pt>
                <c:pt idx="1804">
                  <c:v>10.367161</c:v>
                </c:pt>
                <c:pt idx="1805">
                  <c:v>24.487848</c:v>
                </c:pt>
                <c:pt idx="1806">
                  <c:v>3.8</c:v>
                </c:pt>
                <c:pt idx="1807">
                  <c:v>9.5</c:v>
                </c:pt>
                <c:pt idx="1808">
                  <c:v>2.290649</c:v>
                </c:pt>
                <c:pt idx="1809">
                  <c:v>77.1</c:v>
                </c:pt>
                <c:pt idx="1810">
                  <c:v>30.169</c:v>
                </c:pt>
                <c:pt idx="1811">
                  <c:v>49.196532</c:v>
                </c:pt>
                <c:pt idx="1812">
                  <c:v>48.78267</c:v>
                </c:pt>
                <c:pt idx="1813">
                  <c:v>5</c:v>
                </c:pt>
                <c:pt idx="1814">
                  <c:v>30.658387</c:v>
                </c:pt>
                <c:pt idx="1815">
                  <c:v>18.552314</c:v>
                </c:pt>
                <c:pt idx="1816">
                  <c:v>90.632641</c:v>
                </c:pt>
                <c:pt idx="1817">
                  <c:v>23.270926</c:v>
                </c:pt>
                <c:pt idx="1818">
                  <c:v>23.730891</c:v>
                </c:pt>
                <c:pt idx="1819">
                  <c:v>8.810591</c:v>
                </c:pt>
                <c:pt idx="1820">
                  <c:v>102</c:v>
                </c:pt>
                <c:pt idx="1821">
                  <c:v>27.305571</c:v>
                </c:pt>
                <c:pt idx="1822">
                  <c:v>3.9</c:v>
                </c:pt>
                <c:pt idx="1823">
                  <c:v>2.341534</c:v>
                </c:pt>
                <c:pt idx="1824">
                  <c:v>53.165427</c:v>
                </c:pt>
                <c:pt idx="1825">
                  <c:v>5.8</c:v>
                </c:pt>
                <c:pt idx="1826">
                  <c:v>21.01111</c:v>
                </c:pt>
                <c:pt idx="1827">
                  <c:v>12.448676</c:v>
                </c:pt>
                <c:pt idx="1828">
                  <c:v>14.880939</c:v>
                </c:pt>
                <c:pt idx="1829">
                  <c:v>14.332467</c:v>
                </c:pt>
                <c:pt idx="1830">
                  <c:v>2.152738</c:v>
                </c:pt>
                <c:pt idx="1831">
                  <c:v>22.7</c:v>
                </c:pt>
                <c:pt idx="1832">
                  <c:v>8.996802</c:v>
                </c:pt>
                <c:pt idx="1833">
                  <c:v>3.400278</c:v>
                </c:pt>
                <c:pt idx="1834">
                  <c:v>0.021216</c:v>
                </c:pt>
                <c:pt idx="1835">
                  <c:v>25.975621</c:v>
                </c:pt>
                <c:pt idx="1836">
                  <c:v>43.3</c:v>
                </c:pt>
                <c:pt idx="1837">
                  <c:v>7.994527</c:v>
                </c:pt>
                <c:pt idx="1838">
                  <c:v>3.775</c:v>
                </c:pt>
                <c:pt idx="1839">
                  <c:v>114.5</c:v>
                </c:pt>
                <c:pt idx="1840">
                  <c:v>6.817535</c:v>
                </c:pt>
                <c:pt idx="1841">
                  <c:v>0.047748</c:v>
                </c:pt>
                <c:pt idx="1842">
                  <c:v>0.056191</c:v>
                </c:pt>
                <c:pt idx="1843">
                  <c:v>78.6</c:v>
                </c:pt>
                <c:pt idx="1844">
                  <c:v>20.609977</c:v>
                </c:pt>
                <c:pt idx="1845">
                  <c:v>55.030051</c:v>
                </c:pt>
                <c:pt idx="1846">
                  <c:v>1.715728</c:v>
                </c:pt>
                <c:pt idx="1847">
                  <c:v>29.2</c:v>
                </c:pt>
                <c:pt idx="1848">
                  <c:v>6.174491</c:v>
                </c:pt>
                <c:pt idx="1849">
                  <c:v>5.664764</c:v>
                </c:pt>
                <c:pt idx="1850">
                  <c:v>21.401949</c:v>
                </c:pt>
                <c:pt idx="1851">
                  <c:v>9.231823</c:v>
                </c:pt>
                <c:pt idx="1852">
                  <c:v>2.049761</c:v>
                </c:pt>
                <c:pt idx="1853">
                  <c:v>5.873256</c:v>
                </c:pt>
                <c:pt idx="1854">
                  <c:v>3.376375</c:v>
                </c:pt>
                <c:pt idx="1855">
                  <c:v>0.034694</c:v>
                </c:pt>
                <c:pt idx="1856">
                  <c:v>1.616004</c:v>
                </c:pt>
                <c:pt idx="1857">
                  <c:v>40.075446</c:v>
                </c:pt>
                <c:pt idx="1858">
                  <c:v>3.4</c:v>
                </c:pt>
                <c:pt idx="1859">
                  <c:v>10.9</c:v>
                </c:pt>
                <c:pt idx="1860">
                  <c:v>1.598584</c:v>
                </c:pt>
                <c:pt idx="1861">
                  <c:v>48.902953</c:v>
                </c:pt>
                <c:pt idx="1862">
                  <c:v>1.305195</c:v>
                </c:pt>
                <c:pt idx="1863">
                  <c:v>29.9</c:v>
                </c:pt>
                <c:pt idx="1864">
                  <c:v>17.377</c:v>
                </c:pt>
                <c:pt idx="1865">
                  <c:v>24.1</c:v>
                </c:pt>
                <c:pt idx="1866">
                  <c:v>9.169507</c:v>
                </c:pt>
                <c:pt idx="1867">
                  <c:v>22.468044</c:v>
                </c:pt>
                <c:pt idx="1868">
                  <c:v>2</c:v>
                </c:pt>
                <c:pt idx="1869">
                  <c:v>74.827344</c:v>
                </c:pt>
                <c:pt idx="1870">
                  <c:v>0.909</c:v>
                </c:pt>
                <c:pt idx="1871">
                  <c:v>9.074836</c:v>
                </c:pt>
                <c:pt idx="1872">
                  <c:v>15.861566</c:v>
                </c:pt>
                <c:pt idx="1873">
                  <c:v>17.062499</c:v>
                </c:pt>
                <c:pt idx="1874">
                  <c:v>6.5</c:v>
                </c:pt>
                <c:pt idx="1875">
                  <c:v>13.960394</c:v>
                </c:pt>
                <c:pt idx="1876">
                  <c:v>0.615816</c:v>
                </c:pt>
                <c:pt idx="1877">
                  <c:v>0.021256</c:v>
                </c:pt>
                <c:pt idx="1878">
                  <c:v>13.082071</c:v>
                </c:pt>
                <c:pt idx="1879">
                  <c:v>1.813729</c:v>
                </c:pt>
                <c:pt idx="1880">
                  <c:v>6.101904</c:v>
                </c:pt>
                <c:pt idx="1881">
                  <c:v>17.000172</c:v>
                </c:pt>
                <c:pt idx="1882">
                  <c:v>13.203541</c:v>
                </c:pt>
                <c:pt idx="1883">
                  <c:v>42.58092</c:v>
                </c:pt>
                <c:pt idx="1884">
                  <c:v>43.763247</c:v>
                </c:pt>
                <c:pt idx="1885">
                  <c:v>0.920719</c:v>
                </c:pt>
                <c:pt idx="1886">
                  <c:v>11.378898</c:v>
                </c:pt>
                <c:pt idx="1887">
                  <c:v>14.9</c:v>
                </c:pt>
                <c:pt idx="1888">
                  <c:v>1.1</c:v>
                </c:pt>
                <c:pt idx="1889">
                  <c:v>2.387127</c:v>
                </c:pt>
                <c:pt idx="1890">
                  <c:v>102.205175</c:v>
                </c:pt>
                <c:pt idx="1891">
                  <c:v>0.055</c:v>
                </c:pt>
                <c:pt idx="1892">
                  <c:v>0.680351</c:v>
                </c:pt>
                <c:pt idx="1893">
                  <c:v>23.316139</c:v>
                </c:pt>
                <c:pt idx="1894">
                  <c:v>10.97539</c:v>
                </c:pt>
                <c:pt idx="1895">
                  <c:v>23.6</c:v>
                </c:pt>
                <c:pt idx="1896">
                  <c:v>9.930095</c:v>
                </c:pt>
                <c:pt idx="1897">
                  <c:v>1.75</c:v>
                </c:pt>
                <c:pt idx="1898">
                  <c:v>13.819139</c:v>
                </c:pt>
                <c:pt idx="1899">
                  <c:v>48</c:v>
                </c:pt>
                <c:pt idx="1900">
                  <c:v>8.750678</c:v>
                </c:pt>
                <c:pt idx="1901">
                  <c:v>0.048539</c:v>
                </c:pt>
                <c:pt idx="1902">
                  <c:v>0.567064</c:v>
                </c:pt>
                <c:pt idx="1903">
                  <c:v>28</c:v>
                </c:pt>
                <c:pt idx="1904">
                  <c:v>5.1</c:v>
                </c:pt>
                <c:pt idx="1905">
                  <c:v>1.864266</c:v>
                </c:pt>
                <c:pt idx="1906">
                  <c:v>1.215691</c:v>
                </c:pt>
                <c:pt idx="1907">
                  <c:v>0.994901</c:v>
                </c:pt>
                <c:pt idx="1908">
                  <c:v>0.4</c:v>
                </c:pt>
                <c:pt idx="1909">
                  <c:v>1.18036</c:v>
                </c:pt>
                <c:pt idx="1910">
                  <c:v>9.1</c:v>
                </c:pt>
                <c:pt idx="1911">
                  <c:v>0.850419</c:v>
                </c:pt>
                <c:pt idx="1912">
                  <c:v>1.646788</c:v>
                </c:pt>
                <c:pt idx="1913">
                  <c:v>2.015002</c:v>
                </c:pt>
                <c:pt idx="1914">
                  <c:v>173</c:v>
                </c:pt>
                <c:pt idx="1915">
                  <c:v>4.267218</c:v>
                </c:pt>
                <c:pt idx="1916">
                  <c:v>9.097072</c:v>
                </c:pt>
                <c:pt idx="1917">
                  <c:v>17.61828</c:v>
                </c:pt>
                <c:pt idx="1918">
                  <c:v>1.016985</c:v>
                </c:pt>
                <c:pt idx="1919">
                  <c:v>0.020672</c:v>
                </c:pt>
                <c:pt idx="1920">
                  <c:v>0.213982</c:v>
                </c:pt>
                <c:pt idx="1921">
                  <c:v>4.026795</c:v>
                </c:pt>
                <c:pt idx="1922">
                  <c:v>2.22577</c:v>
                </c:pt>
                <c:pt idx="1923">
                  <c:v>1.013926</c:v>
                </c:pt>
                <c:pt idx="1924">
                  <c:v>0.282382</c:v>
                </c:pt>
                <c:pt idx="1925">
                  <c:v>1.903083</c:v>
                </c:pt>
                <c:pt idx="1926">
                  <c:v>21</c:v>
                </c:pt>
                <c:pt idx="1927">
                  <c:v>16.5</c:v>
                </c:pt>
                <c:pt idx="1928">
                  <c:v>32</c:v>
                </c:pt>
                <c:pt idx="1929">
                  <c:v>1.236731</c:v>
                </c:pt>
                <c:pt idx="1930">
                  <c:v>1.018486</c:v>
                </c:pt>
                <c:pt idx="1931">
                  <c:v>9.722918</c:v>
                </c:pt>
                <c:pt idx="1932">
                  <c:v>1.492523</c:v>
                </c:pt>
                <c:pt idx="1933">
                  <c:v>16</c:v>
                </c:pt>
                <c:pt idx="1934">
                  <c:v>26.309214</c:v>
                </c:pt>
                <c:pt idx="1935">
                  <c:v>4.029886</c:v>
                </c:pt>
                <c:pt idx="1936">
                  <c:v>4.817642</c:v>
                </c:pt>
                <c:pt idx="1937">
                  <c:v>0.28593</c:v>
                </c:pt>
                <c:pt idx="1938">
                  <c:v>12.304617</c:v>
                </c:pt>
                <c:pt idx="1939">
                  <c:v>74</c:v>
                </c:pt>
                <c:pt idx="1940">
                  <c:v>807.816196</c:v>
                </c:pt>
                <c:pt idx="1941">
                  <c:v>259.239658</c:v>
                </c:pt>
                <c:pt idx="1942">
                  <c:v>240.891763</c:v>
                </c:pt>
                <c:pt idx="1943">
                  <c:v>1332.69883</c:v>
                </c:pt>
                <c:pt idx="1944">
                  <c:v>1266.115964</c:v>
                </c:pt>
                <c:pt idx="1945">
                  <c:v>661.326987</c:v>
                </c:pt>
                <c:pt idx="1946">
                  <c:v>880.166924</c:v>
                </c:pt>
                <c:pt idx="1947">
                  <c:v>795.922298</c:v>
                </c:pt>
                <c:pt idx="1948">
                  <c:v>383.925276</c:v>
                </c:pt>
                <c:pt idx="1949">
                  <c:v>855.301806</c:v>
                </c:pt>
                <c:pt idx="1950">
                  <c:v>863.756051</c:v>
                </c:pt>
                <c:pt idx="1951">
                  <c:v>306.592201</c:v>
                </c:pt>
                <c:pt idx="1952">
                  <c:v>278.454358</c:v>
                </c:pt>
                <c:pt idx="1953">
                  <c:v>113.231078</c:v>
                </c:pt>
                <c:pt idx="1954">
                  <c:v>1236</c:v>
                </c:pt>
                <c:pt idx="1955">
                  <c:v>171.539887</c:v>
                </c:pt>
                <c:pt idx="1956">
                  <c:v>381.545846</c:v>
                </c:pt>
                <c:pt idx="1957">
                  <c:v>703</c:v>
                </c:pt>
                <c:pt idx="1958">
                  <c:v>605.425157</c:v>
                </c:pt>
                <c:pt idx="1959">
                  <c:v>43.143046</c:v>
                </c:pt>
                <c:pt idx="1960">
                  <c:v>255.407969</c:v>
                </c:pt>
                <c:pt idx="1961">
                  <c:v>177.9</c:v>
                </c:pt>
                <c:pt idx="1962">
                  <c:v>226.945087</c:v>
                </c:pt>
                <c:pt idx="1963">
                  <c:v>619.021436</c:v>
                </c:pt>
                <c:pt idx="1964">
                  <c:v>96.942115</c:v>
                </c:pt>
                <c:pt idx="1965">
                  <c:v>283.692036</c:v>
                </c:pt>
                <c:pt idx="1966">
                  <c:v>459.066134</c:v>
                </c:pt>
                <c:pt idx="1967">
                  <c:v>823.970682</c:v>
                </c:pt>
                <c:pt idx="1968">
                  <c:v>995.339117</c:v>
                </c:pt>
                <c:pt idx="1969">
                  <c:v>27.975429</c:v>
                </c:pt>
                <c:pt idx="1970">
                  <c:v>527</c:v>
                </c:pt>
                <c:pt idx="1971">
                  <c:v>346.118277</c:v>
                </c:pt>
                <c:pt idx="1972">
                  <c:v>566.652812</c:v>
                </c:pt>
                <c:pt idx="1973">
                  <c:v>490.719763</c:v>
                </c:pt>
                <c:pt idx="1974">
                  <c:v>84.618541</c:v>
                </c:pt>
                <c:pt idx="1975">
                  <c:v>125.983972</c:v>
                </c:pt>
                <c:pt idx="1976">
                  <c:v>225.97334</c:v>
                </c:pt>
                <c:pt idx="1977">
                  <c:v>409.231607</c:v>
                </c:pt>
                <c:pt idx="1978">
                  <c:v>30</c:v>
                </c:pt>
                <c:pt idx="1979">
                  <c:v>352.8</c:v>
                </c:pt>
                <c:pt idx="1980">
                  <c:v>176.586701</c:v>
                </c:pt>
                <c:pt idx="1981">
                  <c:v>1034.800131</c:v>
                </c:pt>
                <c:pt idx="1982">
                  <c:v>410.902662</c:v>
                </c:pt>
                <c:pt idx="1983">
                  <c:v>169.801921</c:v>
                </c:pt>
                <c:pt idx="1984">
                  <c:v>145.374099</c:v>
                </c:pt>
                <c:pt idx="1985">
                  <c:v>315.02593</c:v>
                </c:pt>
                <c:pt idx="1986">
                  <c:v>195.3</c:v>
                </c:pt>
                <c:pt idx="1987">
                  <c:v>311.950384</c:v>
                </c:pt>
                <c:pt idx="1988">
                  <c:v>221.60016</c:v>
                </c:pt>
                <c:pt idx="1989">
                  <c:v>1.786396</c:v>
                </c:pt>
                <c:pt idx="1990">
                  <c:v>52.946454</c:v>
                </c:pt>
                <c:pt idx="1991">
                  <c:v>148.7</c:v>
                </c:pt>
                <c:pt idx="1992">
                  <c:v>100.541806</c:v>
                </c:pt>
                <c:pt idx="1993">
                  <c:v>40.3</c:v>
                </c:pt>
                <c:pt idx="1994">
                  <c:v>295.038508</c:v>
                </c:pt>
                <c:pt idx="1995">
                  <c:v>125.427681</c:v>
                </c:pt>
                <c:pt idx="1996">
                  <c:v>205</c:v>
                </c:pt>
                <c:pt idx="1997">
                  <c:v>67.2</c:v>
                </c:pt>
                <c:pt idx="1998">
                  <c:v>12.294931</c:v>
                </c:pt>
                <c:pt idx="1999">
                  <c:v>79</c:v>
                </c:pt>
                <c:pt idx="2000">
                  <c:v>4.017852</c:v>
                </c:pt>
                <c:pt idx="2001">
                  <c:v>26.620002</c:v>
                </c:pt>
                <c:pt idx="2002">
                  <c:v>100.014025</c:v>
                </c:pt>
                <c:pt idx="2003">
                  <c:v>216.90983</c:v>
                </c:pt>
                <c:pt idx="2004">
                  <c:v>2.332018</c:v>
                </c:pt>
                <c:pt idx="2005">
                  <c:v>44.998252</c:v>
                </c:pt>
                <c:pt idx="2006">
                  <c:v>25.754775</c:v>
                </c:pt>
                <c:pt idx="2007">
                  <c:v>150.847207</c:v>
                </c:pt>
                <c:pt idx="2008">
                  <c:v>142.3</c:v>
                </c:pt>
                <c:pt idx="2009">
                  <c:v>180.61318</c:v>
                </c:pt>
                <c:pt idx="2010">
                  <c:v>197.183546</c:v>
                </c:pt>
                <c:pt idx="2011">
                  <c:v>104.223315</c:v>
                </c:pt>
                <c:pt idx="2012">
                  <c:v>11.30304</c:v>
                </c:pt>
                <c:pt idx="2013">
                  <c:v>10.7</c:v>
                </c:pt>
                <c:pt idx="2014">
                  <c:v>123.081555</c:v>
                </c:pt>
                <c:pt idx="2015">
                  <c:v>162.729321</c:v>
                </c:pt>
                <c:pt idx="2016">
                  <c:v>83.08089</c:v>
                </c:pt>
                <c:pt idx="2017">
                  <c:v>44.516999</c:v>
                </c:pt>
                <c:pt idx="2018">
                  <c:v>133.511855</c:v>
                </c:pt>
                <c:pt idx="2019">
                  <c:v>4.5</c:v>
                </c:pt>
                <c:pt idx="2020">
                  <c:v>30.718107</c:v>
                </c:pt>
                <c:pt idx="2021">
                  <c:v>61.62114</c:v>
                </c:pt>
                <c:pt idx="2022">
                  <c:v>8.574339</c:v>
                </c:pt>
                <c:pt idx="2023">
                  <c:v>0.840809</c:v>
                </c:pt>
                <c:pt idx="2024">
                  <c:v>55.00389</c:v>
                </c:pt>
                <c:pt idx="2025">
                  <c:v>62.832209</c:v>
                </c:pt>
                <c:pt idx="2026">
                  <c:v>47.75659</c:v>
                </c:pt>
                <c:pt idx="2027">
                  <c:v>179.769467</c:v>
                </c:pt>
                <c:pt idx="2028">
                  <c:v>9.4</c:v>
                </c:pt>
                <c:pt idx="2029">
                  <c:v>36.976336</c:v>
                </c:pt>
                <c:pt idx="2030">
                  <c:v>8.737458</c:v>
                </c:pt>
                <c:pt idx="2031">
                  <c:v>59.284015</c:v>
                </c:pt>
                <c:pt idx="2032">
                  <c:v>185.400345</c:v>
                </c:pt>
                <c:pt idx="2033">
                  <c:v>34.15696</c:v>
                </c:pt>
                <c:pt idx="2034">
                  <c:v>125.479266</c:v>
                </c:pt>
                <c:pt idx="2035">
                  <c:v>53.9</c:v>
                </c:pt>
                <c:pt idx="2036">
                  <c:v>45.056771</c:v>
                </c:pt>
                <c:pt idx="2037">
                  <c:v>19.280931</c:v>
                </c:pt>
                <c:pt idx="2038">
                  <c:v>4.412639</c:v>
                </c:pt>
                <c:pt idx="2039">
                  <c:v>130.560428</c:v>
                </c:pt>
                <c:pt idx="2040">
                  <c:v>61.294644</c:v>
                </c:pt>
                <c:pt idx="2041">
                  <c:v>1.929659</c:v>
                </c:pt>
                <c:pt idx="2042">
                  <c:v>280.7</c:v>
                </c:pt>
                <c:pt idx="2043">
                  <c:v>15.316635</c:v>
                </c:pt>
                <c:pt idx="2044">
                  <c:v>26.800152</c:v>
                </c:pt>
                <c:pt idx="2045">
                  <c:v>48.453605</c:v>
                </c:pt>
                <c:pt idx="2046">
                  <c:v>65.1</c:v>
                </c:pt>
                <c:pt idx="2047">
                  <c:v>40.120144</c:v>
                </c:pt>
                <c:pt idx="2048">
                  <c:v>19.454845</c:v>
                </c:pt>
                <c:pt idx="2049">
                  <c:v>8.481997</c:v>
                </c:pt>
                <c:pt idx="2050">
                  <c:v>12.751667</c:v>
                </c:pt>
                <c:pt idx="2051">
                  <c:v>140.376621</c:v>
                </c:pt>
                <c:pt idx="2052">
                  <c:v>1.6</c:v>
                </c:pt>
                <c:pt idx="2053">
                  <c:v>62.198461</c:v>
                </c:pt>
                <c:pt idx="2054">
                  <c:v>41.681746</c:v>
                </c:pt>
                <c:pt idx="2055">
                  <c:v>14.3</c:v>
                </c:pt>
                <c:pt idx="2056">
                  <c:v>27.869129</c:v>
                </c:pt>
                <c:pt idx="2057">
                  <c:v>0.956425</c:v>
                </c:pt>
                <c:pt idx="2058">
                  <c:v>248.805149</c:v>
                </c:pt>
                <c:pt idx="2059">
                  <c:v>24.6</c:v>
                </c:pt>
                <c:pt idx="2060">
                  <c:v>21.107423</c:v>
                </c:pt>
                <c:pt idx="2061">
                  <c:v>43.203413</c:v>
                </c:pt>
                <c:pt idx="2062">
                  <c:v>34.59875</c:v>
                </c:pt>
                <c:pt idx="2063">
                  <c:v>14.793385</c:v>
                </c:pt>
                <c:pt idx="2064">
                  <c:v>56.303596</c:v>
                </c:pt>
                <c:pt idx="2065">
                  <c:v>0.320705</c:v>
                </c:pt>
                <c:pt idx="2066">
                  <c:v>40.651864</c:v>
                </c:pt>
                <c:pt idx="2067">
                  <c:v>0.017366</c:v>
                </c:pt>
                <c:pt idx="2068">
                  <c:v>61.153455</c:v>
                </c:pt>
                <c:pt idx="2069">
                  <c:v>2.602149</c:v>
                </c:pt>
                <c:pt idx="2070">
                  <c:v>44.922302</c:v>
                </c:pt>
                <c:pt idx="2071">
                  <c:v>81.92798</c:v>
                </c:pt>
                <c:pt idx="2072">
                  <c:v>0.004526</c:v>
                </c:pt>
                <c:pt idx="2073">
                  <c:v>9.765483</c:v>
                </c:pt>
                <c:pt idx="2074">
                  <c:v>32.540674</c:v>
                </c:pt>
                <c:pt idx="2075">
                  <c:v>12.638526</c:v>
                </c:pt>
                <c:pt idx="2076">
                  <c:v>30.060061</c:v>
                </c:pt>
                <c:pt idx="2077">
                  <c:v>870.32267</c:v>
                </c:pt>
                <c:pt idx="2078">
                  <c:v>45.158254</c:v>
                </c:pt>
                <c:pt idx="2079">
                  <c:v>27.59018</c:v>
                </c:pt>
                <c:pt idx="2080">
                  <c:v>9.204549</c:v>
                </c:pt>
                <c:pt idx="2081">
                  <c:v>26.7</c:v>
                </c:pt>
                <c:pt idx="2082">
                  <c:v>42.35</c:v>
                </c:pt>
                <c:pt idx="2083">
                  <c:v>56.996304</c:v>
                </c:pt>
                <c:pt idx="2084">
                  <c:v>9.567121</c:v>
                </c:pt>
                <c:pt idx="2085">
                  <c:v>10.657499</c:v>
                </c:pt>
                <c:pt idx="2086">
                  <c:v>3.719383</c:v>
                </c:pt>
                <c:pt idx="2087">
                  <c:v>60.8</c:v>
                </c:pt>
                <c:pt idx="2088">
                  <c:v>42.187665</c:v>
                </c:pt>
                <c:pt idx="2089">
                  <c:v>46.372519</c:v>
                </c:pt>
                <c:pt idx="2090">
                  <c:v>16.373843</c:v>
                </c:pt>
                <c:pt idx="2091">
                  <c:v>7.125027</c:v>
                </c:pt>
                <c:pt idx="2092">
                  <c:v>254.212245</c:v>
                </c:pt>
                <c:pt idx="2093">
                  <c:v>8.1</c:v>
                </c:pt>
                <c:pt idx="2094">
                  <c:v>3.888635</c:v>
                </c:pt>
                <c:pt idx="2095">
                  <c:v>18.2</c:v>
                </c:pt>
                <c:pt idx="2096">
                  <c:v>0.5</c:v>
                </c:pt>
                <c:pt idx="2097">
                  <c:v>25.601244</c:v>
                </c:pt>
                <c:pt idx="2098">
                  <c:v>9.995692</c:v>
                </c:pt>
                <c:pt idx="2099">
                  <c:v>10.898998</c:v>
                </c:pt>
                <c:pt idx="2100">
                  <c:v>0.039091</c:v>
                </c:pt>
                <c:pt idx="2101">
                  <c:v>26.152835</c:v>
                </c:pt>
                <c:pt idx="2102">
                  <c:v>16.6578</c:v>
                </c:pt>
                <c:pt idx="2103">
                  <c:v>0.082264</c:v>
                </c:pt>
                <c:pt idx="2104">
                  <c:v>527.965936</c:v>
                </c:pt>
                <c:pt idx="2105">
                  <c:v>41.087017</c:v>
                </c:pt>
                <c:pt idx="2106">
                  <c:v>27.020284</c:v>
                </c:pt>
                <c:pt idx="2107">
                  <c:v>13.02586</c:v>
                </c:pt>
                <c:pt idx="2108">
                  <c:v>17.535962</c:v>
                </c:pt>
                <c:pt idx="2109">
                  <c:v>17.8</c:v>
                </c:pt>
                <c:pt idx="2110">
                  <c:v>22.088533</c:v>
                </c:pt>
                <c:pt idx="2111">
                  <c:v>1.015744</c:v>
                </c:pt>
                <c:pt idx="2112">
                  <c:v>46.183383</c:v>
                </c:pt>
                <c:pt idx="2113">
                  <c:v>11.24728</c:v>
                </c:pt>
                <c:pt idx="2114">
                  <c:v>1.5</c:v>
                </c:pt>
                <c:pt idx="2115">
                  <c:v>56.1</c:v>
                </c:pt>
                <c:pt idx="2116">
                  <c:v>0.18271</c:v>
                </c:pt>
                <c:pt idx="2117">
                  <c:v>1.637776</c:v>
                </c:pt>
                <c:pt idx="2118">
                  <c:v>0.024416</c:v>
                </c:pt>
                <c:pt idx="2119">
                  <c:v>10.9723</c:v>
                </c:pt>
                <c:pt idx="2120">
                  <c:v>0.180851</c:v>
                </c:pt>
                <c:pt idx="2121">
                  <c:v>29.820616</c:v>
                </c:pt>
                <c:pt idx="2122">
                  <c:v>0.315132</c:v>
                </c:pt>
                <c:pt idx="2123">
                  <c:v>4.248574</c:v>
                </c:pt>
                <c:pt idx="2124">
                  <c:v>1.319566</c:v>
                </c:pt>
                <c:pt idx="2125">
                  <c:v>1.947099</c:v>
                </c:pt>
                <c:pt idx="2126">
                  <c:v>23.4</c:v>
                </c:pt>
                <c:pt idx="2127">
                  <c:v>48.333932</c:v>
                </c:pt>
                <c:pt idx="2128">
                  <c:v>8.484418</c:v>
                </c:pt>
                <c:pt idx="2129">
                  <c:v>3.662671</c:v>
                </c:pt>
                <c:pt idx="2130">
                  <c:v>13.285512</c:v>
                </c:pt>
                <c:pt idx="2131">
                  <c:v>15.1</c:v>
                </c:pt>
                <c:pt idx="2132">
                  <c:v>19.03078</c:v>
                </c:pt>
                <c:pt idx="2133">
                  <c:v>1.710528</c:v>
                </c:pt>
                <c:pt idx="2134">
                  <c:v>6.069605</c:v>
                </c:pt>
                <c:pt idx="2135">
                  <c:v>87.53</c:v>
                </c:pt>
                <c:pt idx="2136">
                  <c:v>5.398976</c:v>
                </c:pt>
                <c:pt idx="2137">
                  <c:v>3.179847</c:v>
                </c:pt>
                <c:pt idx="2138">
                  <c:v>0.31147</c:v>
                </c:pt>
                <c:pt idx="2139">
                  <c:v>13.767037</c:v>
                </c:pt>
                <c:pt idx="2140">
                  <c:v>9.868942</c:v>
                </c:pt>
                <c:pt idx="2141">
                  <c:v>12.055868</c:v>
                </c:pt>
                <c:pt idx="2142">
                  <c:v>65.4</c:v>
                </c:pt>
                <c:pt idx="2143">
                  <c:v>23.8</c:v>
                </c:pt>
                <c:pt idx="2144">
                  <c:v>49.380115</c:v>
                </c:pt>
                <c:pt idx="2145">
                  <c:v>52.39</c:v>
                </c:pt>
                <c:pt idx="2146">
                  <c:v>17.544173</c:v>
                </c:pt>
                <c:pt idx="2147">
                  <c:v>0.037766</c:v>
                </c:pt>
                <c:pt idx="2148">
                  <c:v>1.891907</c:v>
                </c:pt>
                <c:pt idx="2149">
                  <c:v>2.963886</c:v>
                </c:pt>
                <c:pt idx="2150">
                  <c:v>10.051659</c:v>
                </c:pt>
                <c:pt idx="2151">
                  <c:v>0.646946</c:v>
                </c:pt>
                <c:pt idx="2152">
                  <c:v>4.596705</c:v>
                </c:pt>
                <c:pt idx="2153">
                  <c:v>34.2</c:v>
                </c:pt>
                <c:pt idx="2154">
                  <c:v>5.042014</c:v>
                </c:pt>
                <c:pt idx="2155">
                  <c:v>12.4</c:v>
                </c:pt>
                <c:pt idx="2156">
                  <c:v>0.005728</c:v>
                </c:pt>
                <c:pt idx="2157">
                  <c:v>0.200229</c:v>
                </c:pt>
                <c:pt idx="2158">
                  <c:v>0.081089</c:v>
                </c:pt>
                <c:pt idx="2159">
                  <c:v>29.370592</c:v>
                </c:pt>
                <c:pt idx="2160">
                  <c:v>15.366466</c:v>
                </c:pt>
                <c:pt idx="2161">
                  <c:v>7.63242</c:v>
                </c:pt>
                <c:pt idx="2162">
                  <c:v>0.007856</c:v>
                </c:pt>
                <c:pt idx="2163">
                  <c:v>0.413844</c:v>
                </c:pt>
                <c:pt idx="2164">
                  <c:v>7.123919</c:v>
                </c:pt>
                <c:pt idx="2165">
                  <c:v>1.792414</c:v>
                </c:pt>
                <c:pt idx="2166">
                  <c:v>0.022253</c:v>
                </c:pt>
                <c:pt idx="2167">
                  <c:v>7.24</c:v>
                </c:pt>
                <c:pt idx="2168">
                  <c:v>1.44</c:v>
                </c:pt>
                <c:pt idx="2169">
                  <c:v>3.603484</c:v>
                </c:pt>
                <c:pt idx="2170">
                  <c:v>15.55</c:v>
                </c:pt>
                <c:pt idx="2171">
                  <c:v>34.5</c:v>
                </c:pt>
                <c:pt idx="2172">
                  <c:v>15.360368</c:v>
                </c:pt>
                <c:pt idx="2173">
                  <c:v>137.416709</c:v>
                </c:pt>
                <c:pt idx="2174">
                  <c:v>3.503943</c:v>
                </c:pt>
                <c:pt idx="2175">
                  <c:v>0.199509</c:v>
                </c:pt>
                <c:pt idx="2176">
                  <c:v>3.6</c:v>
                </c:pt>
                <c:pt idx="2177">
                  <c:v>4.19259</c:v>
                </c:pt>
                <c:pt idx="2178">
                  <c:v>6.179955</c:v>
                </c:pt>
                <c:pt idx="2179">
                  <c:v>15.5</c:v>
                </c:pt>
                <c:pt idx="2180">
                  <c:v>0.24837</c:v>
                </c:pt>
                <c:pt idx="2181">
                  <c:v>0.557241</c:v>
                </c:pt>
                <c:pt idx="2182">
                  <c:v>8.22099</c:v>
                </c:pt>
                <c:pt idx="2183">
                  <c:v>1.528185</c:v>
                </c:pt>
                <c:pt idx="2184">
                  <c:v>2.745966</c:v>
                </c:pt>
                <c:pt idx="2185">
                  <c:v>0.151493</c:v>
                </c:pt>
                <c:pt idx="2186">
                  <c:v>0.019084</c:v>
                </c:pt>
                <c:pt idx="2187">
                  <c:v>0.992181</c:v>
                </c:pt>
                <c:pt idx="2188">
                  <c:v>8</c:v>
                </c:pt>
                <c:pt idx="2189">
                  <c:v>87.965942</c:v>
                </c:pt>
                <c:pt idx="2190">
                  <c:v>8.050806</c:v>
                </c:pt>
                <c:pt idx="2191">
                  <c:v>1.001305</c:v>
                </c:pt>
                <c:pt idx="2192">
                  <c:v>4.3</c:v>
                </c:pt>
                <c:pt idx="2193">
                  <c:v>7.9</c:v>
                </c:pt>
                <c:pt idx="2194">
                  <c:v>7.286136</c:v>
                </c:pt>
                <c:pt idx="2195">
                  <c:v>13.8</c:v>
                </c:pt>
                <c:pt idx="2196">
                  <c:v>2052.415039</c:v>
                </c:pt>
                <c:pt idx="2197">
                  <c:v>856.085151</c:v>
                </c:pt>
                <c:pt idx="2198">
                  <c:v>384.298736</c:v>
                </c:pt>
                <c:pt idx="2199">
                  <c:v>371.985018</c:v>
                </c:pt>
                <c:pt idx="2200">
                  <c:v>1310.466296</c:v>
                </c:pt>
                <c:pt idx="2201">
                  <c:v>607.274134</c:v>
                </c:pt>
                <c:pt idx="2202">
                  <c:v>1349.926083</c:v>
                </c:pt>
                <c:pt idx="2203">
                  <c:v>80.509622</c:v>
                </c:pt>
                <c:pt idx="2204">
                  <c:v>87.825916</c:v>
                </c:pt>
                <c:pt idx="2205">
                  <c:v>340.955294</c:v>
                </c:pt>
                <c:pt idx="2206">
                  <c:v>791.658205</c:v>
                </c:pt>
                <c:pt idx="2207">
                  <c:v>530.51732</c:v>
                </c:pt>
                <c:pt idx="2208">
                  <c:v>75.836683</c:v>
                </c:pt>
                <c:pt idx="2209">
                  <c:v>508.6</c:v>
                </c:pt>
                <c:pt idx="2210">
                  <c:v>321.752656</c:v>
                </c:pt>
                <c:pt idx="2211">
                  <c:v>366.082797</c:v>
                </c:pt>
                <c:pt idx="2212">
                  <c:v>785.896632</c:v>
                </c:pt>
                <c:pt idx="2213">
                  <c:v>214.2</c:v>
                </c:pt>
                <c:pt idx="2214">
                  <c:v>1242.805359</c:v>
                </c:pt>
                <c:pt idx="2215">
                  <c:v>0.421798</c:v>
                </c:pt>
                <c:pt idx="2216">
                  <c:v>288.175335</c:v>
                </c:pt>
                <c:pt idx="2217">
                  <c:v>190.400157</c:v>
                </c:pt>
                <c:pt idx="2218">
                  <c:v>16.70668</c:v>
                </c:pt>
                <c:pt idx="2219">
                  <c:v>529.323962</c:v>
                </c:pt>
                <c:pt idx="2220">
                  <c:v>43.070915</c:v>
                </c:pt>
                <c:pt idx="2221">
                  <c:v>428.028233</c:v>
                </c:pt>
                <c:pt idx="2222">
                  <c:v>528.6</c:v>
                </c:pt>
                <c:pt idx="2223">
                  <c:v>290.061297</c:v>
                </c:pt>
                <c:pt idx="2224">
                  <c:v>112.79021</c:v>
                </c:pt>
                <c:pt idx="2225">
                  <c:v>392.952373</c:v>
                </c:pt>
                <c:pt idx="2226">
                  <c:v>918.355943</c:v>
                </c:pt>
                <c:pt idx="2227">
                  <c:v>274.650803</c:v>
                </c:pt>
                <c:pt idx="2228">
                  <c:v>160.542134</c:v>
                </c:pt>
                <c:pt idx="2229">
                  <c:v>1152.028393</c:v>
                </c:pt>
                <c:pt idx="2230">
                  <c:v>24.340302</c:v>
                </c:pt>
                <c:pt idx="2231">
                  <c:v>27.507549</c:v>
                </c:pt>
                <c:pt idx="2232">
                  <c:v>137.056262</c:v>
                </c:pt>
                <c:pt idx="2233">
                  <c:v>0.004537</c:v>
                </c:pt>
                <c:pt idx="2234">
                  <c:v>297.718711</c:v>
                </c:pt>
                <c:pt idx="2235">
                  <c:v>66.308758</c:v>
                </c:pt>
                <c:pt idx="2236">
                  <c:v>467.989645</c:v>
                </c:pt>
                <c:pt idx="2237">
                  <c:v>622.674139</c:v>
                </c:pt>
                <c:pt idx="2238">
                  <c:v>41.657844</c:v>
                </c:pt>
                <c:pt idx="2239">
                  <c:v>172.811971</c:v>
                </c:pt>
                <c:pt idx="2240">
                  <c:v>436.388866</c:v>
                </c:pt>
                <c:pt idx="2241">
                  <c:v>67.450815</c:v>
                </c:pt>
                <c:pt idx="2242">
                  <c:v>83.869818</c:v>
                </c:pt>
                <c:pt idx="2243">
                  <c:v>151.572634</c:v>
                </c:pt>
                <c:pt idx="2244">
                  <c:v>238.539198</c:v>
                </c:pt>
                <c:pt idx="2245">
                  <c:v>7.7</c:v>
                </c:pt>
                <c:pt idx="2246">
                  <c:v>8</c:v>
                </c:pt>
                <c:pt idx="2247">
                  <c:v>17.592626</c:v>
                </c:pt>
                <c:pt idx="2248">
                  <c:v>351.266433</c:v>
                </c:pt>
                <c:pt idx="2249">
                  <c:v>259.939869</c:v>
                </c:pt>
                <c:pt idx="2250">
                  <c:v>0.938055</c:v>
                </c:pt>
                <c:pt idx="2251">
                  <c:v>41.142379</c:v>
                </c:pt>
                <c:pt idx="2252">
                  <c:v>31.672678</c:v>
                </c:pt>
                <c:pt idx="2253">
                  <c:v>91.244913</c:v>
                </c:pt>
                <c:pt idx="2254">
                  <c:v>158.97257</c:v>
                </c:pt>
                <c:pt idx="2255">
                  <c:v>654.9</c:v>
                </c:pt>
                <c:pt idx="2256">
                  <c:v>0.854319</c:v>
                </c:pt>
                <c:pt idx="2257">
                  <c:v>7.9</c:v>
                </c:pt>
                <c:pt idx="2258">
                  <c:v>173.961069</c:v>
                </c:pt>
                <c:pt idx="2259">
                  <c:v>95.330493</c:v>
                </c:pt>
                <c:pt idx="2260">
                  <c:v>395.607854</c:v>
                </c:pt>
                <c:pt idx="2261">
                  <c:v>105.713218</c:v>
                </c:pt>
                <c:pt idx="2262">
                  <c:v>64.337744</c:v>
                </c:pt>
                <c:pt idx="2263">
                  <c:v>174.8</c:v>
                </c:pt>
                <c:pt idx="2264">
                  <c:v>33.562069</c:v>
                </c:pt>
                <c:pt idx="2265">
                  <c:v>51.349833</c:v>
                </c:pt>
                <c:pt idx="2266">
                  <c:v>292.4</c:v>
                </c:pt>
                <c:pt idx="2267">
                  <c:v>121</c:v>
                </c:pt>
                <c:pt idx="2268">
                  <c:v>16.367326</c:v>
                </c:pt>
                <c:pt idx="2269">
                  <c:v>93.32038</c:v>
                </c:pt>
                <c:pt idx="2270">
                  <c:v>131.523093</c:v>
                </c:pt>
                <c:pt idx="2271">
                  <c:v>18.2</c:v>
                </c:pt>
                <c:pt idx="2272">
                  <c:v>117.501013</c:v>
                </c:pt>
                <c:pt idx="2273">
                  <c:v>75.1</c:v>
                </c:pt>
                <c:pt idx="2274">
                  <c:v>579.2</c:v>
                </c:pt>
                <c:pt idx="2275">
                  <c:v>99.630675</c:v>
                </c:pt>
                <c:pt idx="2276">
                  <c:v>119.942387</c:v>
                </c:pt>
                <c:pt idx="2277">
                  <c:v>97.644617</c:v>
                </c:pt>
                <c:pt idx="2278">
                  <c:v>26</c:v>
                </c:pt>
                <c:pt idx="2279">
                  <c:v>16</c:v>
                </c:pt>
                <c:pt idx="2280">
                  <c:v>31.882724</c:v>
                </c:pt>
                <c:pt idx="2281">
                  <c:v>27.365467</c:v>
                </c:pt>
                <c:pt idx="2282">
                  <c:v>1.7</c:v>
                </c:pt>
                <c:pt idx="2283">
                  <c:v>17.7</c:v>
                </c:pt>
                <c:pt idx="2284">
                  <c:v>95.918706</c:v>
                </c:pt>
                <c:pt idx="2285">
                  <c:v>66.316289</c:v>
                </c:pt>
                <c:pt idx="2286">
                  <c:v>5.566776</c:v>
                </c:pt>
                <c:pt idx="2287">
                  <c:v>6.591038</c:v>
                </c:pt>
                <c:pt idx="2288">
                  <c:v>1.653784</c:v>
                </c:pt>
                <c:pt idx="2289">
                  <c:v>8.1</c:v>
                </c:pt>
                <c:pt idx="2290">
                  <c:v>0.028645</c:v>
                </c:pt>
                <c:pt idx="2291">
                  <c:v>52.390236</c:v>
                </c:pt>
                <c:pt idx="2292">
                  <c:v>34.934009</c:v>
                </c:pt>
                <c:pt idx="2293">
                  <c:v>53.918723</c:v>
                </c:pt>
                <c:pt idx="2294">
                  <c:v>32.517248</c:v>
                </c:pt>
                <c:pt idx="2295">
                  <c:v>27.5</c:v>
                </c:pt>
                <c:pt idx="2296">
                  <c:v>0.585333</c:v>
                </c:pt>
                <c:pt idx="2297">
                  <c:v>13.143056</c:v>
                </c:pt>
                <c:pt idx="2298">
                  <c:v>34.017028</c:v>
                </c:pt>
                <c:pt idx="2299">
                  <c:v>214.115531</c:v>
                </c:pt>
                <c:pt idx="2300">
                  <c:v>348.80709</c:v>
                </c:pt>
                <c:pt idx="2301">
                  <c:v>4.9</c:v>
                </c:pt>
                <c:pt idx="2302">
                  <c:v>43</c:v>
                </c:pt>
                <c:pt idx="2303">
                  <c:v>31.039126</c:v>
                </c:pt>
                <c:pt idx="2304">
                  <c:v>86.493046</c:v>
                </c:pt>
                <c:pt idx="2305">
                  <c:v>0.48742</c:v>
                </c:pt>
                <c:pt idx="2306">
                  <c:v>11.71011</c:v>
                </c:pt>
                <c:pt idx="2307">
                  <c:v>0.042027</c:v>
                </c:pt>
                <c:pt idx="2308">
                  <c:v>90.497778</c:v>
                </c:pt>
                <c:pt idx="2309">
                  <c:v>6.2</c:v>
                </c:pt>
                <c:pt idx="2310">
                  <c:v>9.303022</c:v>
                </c:pt>
                <c:pt idx="2311">
                  <c:v>59.945012</c:v>
                </c:pt>
                <c:pt idx="2312">
                  <c:v>44.019588</c:v>
                </c:pt>
                <c:pt idx="2313">
                  <c:v>94.539426</c:v>
                </c:pt>
                <c:pt idx="2314">
                  <c:v>35.48719</c:v>
                </c:pt>
                <c:pt idx="2315">
                  <c:v>64.978931</c:v>
                </c:pt>
                <c:pt idx="2316">
                  <c:v>35.16492</c:v>
                </c:pt>
                <c:pt idx="2317">
                  <c:v>57.076286</c:v>
                </c:pt>
                <c:pt idx="2318">
                  <c:v>1.197741</c:v>
                </c:pt>
                <c:pt idx="2319">
                  <c:v>4.1</c:v>
                </c:pt>
                <c:pt idx="2320">
                  <c:v>2.053469</c:v>
                </c:pt>
                <c:pt idx="2321">
                  <c:v>14.293601</c:v>
                </c:pt>
                <c:pt idx="2322">
                  <c:v>74.488686</c:v>
                </c:pt>
                <c:pt idx="2323">
                  <c:v>94.017294</c:v>
                </c:pt>
                <c:pt idx="2324">
                  <c:v>86.026201</c:v>
                </c:pt>
                <c:pt idx="2325">
                  <c:v>40</c:v>
                </c:pt>
                <c:pt idx="2326">
                  <c:v>72.282227</c:v>
                </c:pt>
                <c:pt idx="2327">
                  <c:v>2.133033</c:v>
                </c:pt>
                <c:pt idx="2328">
                  <c:v>93.411426</c:v>
                </c:pt>
                <c:pt idx="2329">
                  <c:v>38.755968</c:v>
                </c:pt>
                <c:pt idx="2330">
                  <c:v>64.497208</c:v>
                </c:pt>
                <c:pt idx="2331">
                  <c:v>99.138899</c:v>
                </c:pt>
                <c:pt idx="2332">
                  <c:v>75.462037</c:v>
                </c:pt>
                <c:pt idx="2333">
                  <c:v>19</c:v>
                </c:pt>
                <c:pt idx="2334">
                  <c:v>11.817275</c:v>
                </c:pt>
                <c:pt idx="2335">
                  <c:v>0.003175</c:v>
                </c:pt>
                <c:pt idx="2336">
                  <c:v>41.50928</c:v>
                </c:pt>
                <c:pt idx="2337">
                  <c:v>0.022777</c:v>
                </c:pt>
                <c:pt idx="2338">
                  <c:v>61.700416</c:v>
                </c:pt>
                <c:pt idx="2339">
                  <c:v>81.673897</c:v>
                </c:pt>
                <c:pt idx="2340">
                  <c:v>10.4</c:v>
                </c:pt>
                <c:pt idx="2341">
                  <c:v>17.506878</c:v>
                </c:pt>
                <c:pt idx="2342">
                  <c:v>1.140769</c:v>
                </c:pt>
                <c:pt idx="2343">
                  <c:v>46.712809</c:v>
                </c:pt>
                <c:pt idx="2344">
                  <c:v>0.005303</c:v>
                </c:pt>
                <c:pt idx="2345">
                  <c:v>34.8</c:v>
                </c:pt>
                <c:pt idx="2346">
                  <c:v>73.9</c:v>
                </c:pt>
                <c:pt idx="2347">
                  <c:v>2.84204</c:v>
                </c:pt>
                <c:pt idx="2348">
                  <c:v>10.023153</c:v>
                </c:pt>
                <c:pt idx="2349">
                  <c:v>7.414178</c:v>
                </c:pt>
                <c:pt idx="2350">
                  <c:v>132.675864</c:v>
                </c:pt>
                <c:pt idx="2351">
                  <c:v>12.371132</c:v>
                </c:pt>
                <c:pt idx="2352">
                  <c:v>25.915966</c:v>
                </c:pt>
                <c:pt idx="2353">
                  <c:v>13.539709</c:v>
                </c:pt>
                <c:pt idx="2354">
                  <c:v>115.089944</c:v>
                </c:pt>
                <c:pt idx="2355">
                  <c:v>20.572691</c:v>
                </c:pt>
                <c:pt idx="2356">
                  <c:v>53.431158</c:v>
                </c:pt>
                <c:pt idx="2357">
                  <c:v>2.847319</c:v>
                </c:pt>
                <c:pt idx="2358">
                  <c:v>2.433457</c:v>
                </c:pt>
                <c:pt idx="2359">
                  <c:v>0.42629</c:v>
                </c:pt>
                <c:pt idx="2360">
                  <c:v>76.1</c:v>
                </c:pt>
                <c:pt idx="2361">
                  <c:v>3.988612</c:v>
                </c:pt>
                <c:pt idx="2362">
                  <c:v>3.469151</c:v>
                </c:pt>
                <c:pt idx="2363">
                  <c:v>18.16093</c:v>
                </c:pt>
                <c:pt idx="2364">
                  <c:v>4.343227</c:v>
                </c:pt>
                <c:pt idx="2365">
                  <c:v>36.220872</c:v>
                </c:pt>
                <c:pt idx="2366">
                  <c:v>2.019874</c:v>
                </c:pt>
                <c:pt idx="2367">
                  <c:v>11.001627</c:v>
                </c:pt>
                <c:pt idx="2368">
                  <c:v>12.21716</c:v>
                </c:pt>
                <c:pt idx="2369">
                  <c:v>33.157615</c:v>
                </c:pt>
                <c:pt idx="2370">
                  <c:v>2.183025</c:v>
                </c:pt>
                <c:pt idx="2371">
                  <c:v>2.137751</c:v>
                </c:pt>
                <c:pt idx="2372">
                  <c:v>2.830775</c:v>
                </c:pt>
                <c:pt idx="2373">
                  <c:v>7.997774</c:v>
                </c:pt>
                <c:pt idx="2374">
                  <c:v>2.9</c:v>
                </c:pt>
                <c:pt idx="2375">
                  <c:v>20.121318</c:v>
                </c:pt>
                <c:pt idx="2376">
                  <c:v>13.061491</c:v>
                </c:pt>
                <c:pt idx="2377">
                  <c:v>2.006704</c:v>
                </c:pt>
                <c:pt idx="2378">
                  <c:v>8.751856</c:v>
                </c:pt>
                <c:pt idx="2379">
                  <c:v>20.545116</c:v>
                </c:pt>
                <c:pt idx="2380">
                  <c:v>544.185156</c:v>
                </c:pt>
                <c:pt idx="2381">
                  <c:v>29.2</c:v>
                </c:pt>
                <c:pt idx="2382">
                  <c:v>17.99735</c:v>
                </c:pt>
                <c:pt idx="2383">
                  <c:v>38.830219</c:v>
                </c:pt>
                <c:pt idx="2384">
                  <c:v>0.482806</c:v>
                </c:pt>
                <c:pt idx="2385">
                  <c:v>12.496155</c:v>
                </c:pt>
                <c:pt idx="2386">
                  <c:v>67.414985</c:v>
                </c:pt>
                <c:pt idx="2387">
                  <c:v>40.5</c:v>
                </c:pt>
                <c:pt idx="2388">
                  <c:v>0.165623</c:v>
                </c:pt>
                <c:pt idx="2389">
                  <c:v>3.3</c:v>
                </c:pt>
                <c:pt idx="2390">
                  <c:v>78.720293</c:v>
                </c:pt>
                <c:pt idx="2391">
                  <c:v>18.754051</c:v>
                </c:pt>
                <c:pt idx="2392">
                  <c:v>31.626386</c:v>
                </c:pt>
                <c:pt idx="2393">
                  <c:v>5.132274</c:v>
                </c:pt>
                <c:pt idx="2394">
                  <c:v>4.2</c:v>
                </c:pt>
                <c:pt idx="2395">
                  <c:v>1.3</c:v>
                </c:pt>
                <c:pt idx="2396">
                  <c:v>0.231719</c:v>
                </c:pt>
                <c:pt idx="2397">
                  <c:v>91.708374</c:v>
                </c:pt>
                <c:pt idx="2398">
                  <c:v>21.753365</c:v>
                </c:pt>
                <c:pt idx="2399">
                  <c:v>7.9</c:v>
                </c:pt>
                <c:pt idx="2400">
                  <c:v>0.47</c:v>
                </c:pt>
                <c:pt idx="2401">
                  <c:v>20</c:v>
                </c:pt>
                <c:pt idx="2402">
                  <c:v>6.748935</c:v>
                </c:pt>
                <c:pt idx="2403">
                  <c:v>0.005812</c:v>
                </c:pt>
                <c:pt idx="2404">
                  <c:v>4.746815</c:v>
                </c:pt>
                <c:pt idx="2405">
                  <c:v>17.904202</c:v>
                </c:pt>
                <c:pt idx="2406">
                  <c:v>0.661769</c:v>
                </c:pt>
                <c:pt idx="2407">
                  <c:v>24.420923</c:v>
                </c:pt>
                <c:pt idx="2408">
                  <c:v>3.335913</c:v>
                </c:pt>
                <c:pt idx="2409">
                  <c:v>0.018598</c:v>
                </c:pt>
                <c:pt idx="2410">
                  <c:v>23.8</c:v>
                </c:pt>
                <c:pt idx="2411">
                  <c:v>1.053002</c:v>
                </c:pt>
                <c:pt idx="2412">
                  <c:v>2.4</c:v>
                </c:pt>
                <c:pt idx="2413">
                  <c:v>4.536348</c:v>
                </c:pt>
                <c:pt idx="2414">
                  <c:v>5.059608</c:v>
                </c:pt>
                <c:pt idx="2415">
                  <c:v>12.616995</c:v>
                </c:pt>
                <c:pt idx="2416">
                  <c:v>49.078</c:v>
                </c:pt>
                <c:pt idx="2417">
                  <c:v>0.780846</c:v>
                </c:pt>
                <c:pt idx="2418">
                  <c:v>7.36273</c:v>
                </c:pt>
                <c:pt idx="2419">
                  <c:v>1.681525</c:v>
                </c:pt>
                <c:pt idx="2420">
                  <c:v>22</c:v>
                </c:pt>
                <c:pt idx="2421">
                  <c:v>4.9</c:v>
                </c:pt>
                <c:pt idx="2422">
                  <c:v>2.115765</c:v>
                </c:pt>
                <c:pt idx="2423">
                  <c:v>1.932261</c:v>
                </c:pt>
                <c:pt idx="2424">
                  <c:v>3.136</c:v>
                </c:pt>
                <c:pt idx="2425">
                  <c:v>10.452324</c:v>
                </c:pt>
                <c:pt idx="2426">
                  <c:v>8.4</c:v>
                </c:pt>
                <c:pt idx="2427">
                  <c:v>125.002821</c:v>
                </c:pt>
                <c:pt idx="2428">
                  <c:v>3.562793</c:v>
                </c:pt>
                <c:pt idx="2429">
                  <c:v>11.27712</c:v>
                </c:pt>
                <c:pt idx="2430">
                  <c:v>114.629169</c:v>
                </c:pt>
                <c:pt idx="2431">
                  <c:v>33.89523</c:v>
                </c:pt>
                <c:pt idx="2432">
                  <c:v>25.629954</c:v>
                </c:pt>
                <c:pt idx="2433">
                  <c:v>69.8857</c:v>
                </c:pt>
                <c:pt idx="2434">
                  <c:v>6.842356</c:v>
                </c:pt>
                <c:pt idx="2435">
                  <c:v>2</c:v>
                </c:pt>
                <c:pt idx="2436">
                  <c:v>29.43393</c:v>
                </c:pt>
                <c:pt idx="2437">
                  <c:v>0.134801</c:v>
                </c:pt>
                <c:pt idx="2438">
                  <c:v>1.18</c:v>
                </c:pt>
                <c:pt idx="2439">
                  <c:v>23</c:v>
                </c:pt>
                <c:pt idx="2440">
                  <c:v>0.042213</c:v>
                </c:pt>
                <c:pt idx="2441">
                  <c:v>11.5896</c:v>
                </c:pt>
                <c:pt idx="2442">
                  <c:v>1662.020819</c:v>
                </c:pt>
                <c:pt idx="2443">
                  <c:v>2799.4391</c:v>
                </c:pt>
                <c:pt idx="2444">
                  <c:v>257.591776</c:v>
                </c:pt>
                <c:pt idx="2445">
                  <c:v>25.775371</c:v>
                </c:pt>
                <c:pt idx="2446">
                  <c:v>742.718496</c:v>
                </c:pt>
                <c:pt idx="2447">
                  <c:v>1074.144248</c:v>
                </c:pt>
                <c:pt idx="2448">
                  <c:v>760.098996</c:v>
                </c:pt>
                <c:pt idx="2449">
                  <c:v>524.580592</c:v>
                </c:pt>
                <c:pt idx="2450">
                  <c:v>1078.958629</c:v>
                </c:pt>
                <c:pt idx="2451">
                  <c:v>1131.927996</c:v>
                </c:pt>
                <c:pt idx="2452">
                  <c:v>69.497587</c:v>
                </c:pt>
                <c:pt idx="2453">
                  <c:v>326.709727</c:v>
                </c:pt>
                <c:pt idx="2454">
                  <c:v>1453.683476</c:v>
                </c:pt>
                <c:pt idx="2455">
                  <c:v>473.123154</c:v>
                </c:pt>
                <c:pt idx="2456">
                  <c:v>91.5</c:v>
                </c:pt>
                <c:pt idx="2457">
                  <c:v>312.89792</c:v>
                </c:pt>
                <c:pt idx="2458">
                  <c:v>231.252591</c:v>
                </c:pt>
                <c:pt idx="2459">
                  <c:v>1131.416446</c:v>
                </c:pt>
                <c:pt idx="2460">
                  <c:v>405</c:v>
                </c:pt>
                <c:pt idx="2461">
                  <c:v>801.693929</c:v>
                </c:pt>
                <c:pt idx="2462">
                  <c:v>261.119292</c:v>
                </c:pt>
                <c:pt idx="2463">
                  <c:v>1054.3</c:v>
                </c:pt>
                <c:pt idx="2464">
                  <c:v>491.730089</c:v>
                </c:pt>
                <c:pt idx="2465">
                  <c:v>48.015416</c:v>
                </c:pt>
                <c:pt idx="2466">
                  <c:v>392.105159</c:v>
                </c:pt>
                <c:pt idx="2467">
                  <c:v>1073.841394</c:v>
                </c:pt>
                <c:pt idx="2468">
                  <c:v>1.090116</c:v>
                </c:pt>
                <c:pt idx="2469">
                  <c:v>387.300138</c:v>
                </c:pt>
                <c:pt idx="2470">
                  <c:v>225.50821</c:v>
                </c:pt>
                <c:pt idx="2471">
                  <c:v>92.6</c:v>
                </c:pt>
                <c:pt idx="2472">
                  <c:v>253.890701</c:v>
                </c:pt>
                <c:pt idx="2473">
                  <c:v>113.118226</c:v>
                </c:pt>
                <c:pt idx="2474">
                  <c:v>57.6</c:v>
                </c:pt>
                <c:pt idx="2475">
                  <c:v>252.442974</c:v>
                </c:pt>
                <c:pt idx="2476">
                  <c:v>367.799011</c:v>
                </c:pt>
                <c:pt idx="2477">
                  <c:v>429.434163</c:v>
                </c:pt>
                <c:pt idx="2478">
                  <c:v>122.8</c:v>
                </c:pt>
                <c:pt idx="2479">
                  <c:v>155.712077</c:v>
                </c:pt>
                <c:pt idx="2480">
                  <c:v>18.262464</c:v>
                </c:pt>
                <c:pt idx="2481">
                  <c:v>394.638258</c:v>
                </c:pt>
                <c:pt idx="2482">
                  <c:v>0.968853</c:v>
                </c:pt>
                <c:pt idx="2483">
                  <c:v>123.233739</c:v>
                </c:pt>
                <c:pt idx="2484">
                  <c:v>216.6</c:v>
                </c:pt>
                <c:pt idx="2485">
                  <c:v>449.762638</c:v>
                </c:pt>
                <c:pt idx="2486">
                  <c:v>137.792047</c:v>
                </c:pt>
                <c:pt idx="2487">
                  <c:v>146.661977</c:v>
                </c:pt>
                <c:pt idx="2488">
                  <c:v>26.5</c:v>
                </c:pt>
                <c:pt idx="2489">
                  <c:v>246.999039</c:v>
                </c:pt>
                <c:pt idx="2490">
                  <c:v>120.6</c:v>
                </c:pt>
                <c:pt idx="2491">
                  <c:v>55.065289</c:v>
                </c:pt>
                <c:pt idx="2492">
                  <c:v>4.944386</c:v>
                </c:pt>
                <c:pt idx="2493">
                  <c:v>9.923127</c:v>
                </c:pt>
                <c:pt idx="2494">
                  <c:v>33.224654</c:v>
                </c:pt>
                <c:pt idx="2495">
                  <c:v>31.626978</c:v>
                </c:pt>
                <c:pt idx="2496">
                  <c:v>73.279888</c:v>
                </c:pt>
                <c:pt idx="2497">
                  <c:v>127.4</c:v>
                </c:pt>
                <c:pt idx="2498">
                  <c:v>353.284621</c:v>
                </c:pt>
                <c:pt idx="2499">
                  <c:v>91.5</c:v>
                </c:pt>
                <c:pt idx="2500">
                  <c:v>190.304772</c:v>
                </c:pt>
                <c:pt idx="2501">
                  <c:v>69.766483</c:v>
                </c:pt>
                <c:pt idx="2502">
                  <c:v>104.545505</c:v>
                </c:pt>
                <c:pt idx="2503">
                  <c:v>50.02378</c:v>
                </c:pt>
                <c:pt idx="2504">
                  <c:v>204.394183</c:v>
                </c:pt>
                <c:pt idx="2505">
                  <c:v>28</c:v>
                </c:pt>
                <c:pt idx="2506">
                  <c:v>256.067149</c:v>
                </c:pt>
                <c:pt idx="2507">
                  <c:v>47.582563</c:v>
                </c:pt>
                <c:pt idx="2508">
                  <c:v>2.57699</c:v>
                </c:pt>
                <c:pt idx="2509">
                  <c:v>33.8</c:v>
                </c:pt>
                <c:pt idx="2510">
                  <c:v>78.871079</c:v>
                </c:pt>
                <c:pt idx="2511">
                  <c:v>82.468705</c:v>
                </c:pt>
                <c:pt idx="2512">
                  <c:v>173.469516</c:v>
                </c:pt>
                <c:pt idx="2513">
                  <c:v>61.631776</c:v>
                </c:pt>
                <c:pt idx="2514">
                  <c:v>49.2</c:v>
                </c:pt>
                <c:pt idx="2515">
                  <c:v>72.381712</c:v>
                </c:pt>
                <c:pt idx="2516">
                  <c:v>157.563598</c:v>
                </c:pt>
                <c:pt idx="2517">
                  <c:v>49.9</c:v>
                </c:pt>
                <c:pt idx="2518">
                  <c:v>171.616764</c:v>
                </c:pt>
                <c:pt idx="2519">
                  <c:v>76.419755</c:v>
                </c:pt>
                <c:pt idx="2520">
                  <c:v>8.685794</c:v>
                </c:pt>
                <c:pt idx="2521">
                  <c:v>199.603202</c:v>
                </c:pt>
                <c:pt idx="2522">
                  <c:v>17.643857</c:v>
                </c:pt>
                <c:pt idx="2523">
                  <c:v>16.9</c:v>
                </c:pt>
                <c:pt idx="2524">
                  <c:v>125</c:v>
                </c:pt>
                <c:pt idx="2525">
                  <c:v>2.3</c:v>
                </c:pt>
                <c:pt idx="2526">
                  <c:v>12.65279</c:v>
                </c:pt>
                <c:pt idx="2527">
                  <c:v>64.600152</c:v>
                </c:pt>
                <c:pt idx="2528">
                  <c:v>167.3</c:v>
                </c:pt>
                <c:pt idx="2529">
                  <c:v>48.021766</c:v>
                </c:pt>
                <c:pt idx="2530">
                  <c:v>0.488</c:v>
                </c:pt>
                <c:pt idx="2531">
                  <c:v>61.404394</c:v>
                </c:pt>
                <c:pt idx="2532">
                  <c:v>0.157209</c:v>
                </c:pt>
                <c:pt idx="2533">
                  <c:v>1.02351</c:v>
                </c:pt>
                <c:pt idx="2534">
                  <c:v>13.601384</c:v>
                </c:pt>
                <c:pt idx="2535">
                  <c:v>61.321941</c:v>
                </c:pt>
                <c:pt idx="2536">
                  <c:v>97.4</c:v>
                </c:pt>
                <c:pt idx="2537">
                  <c:v>44.902237</c:v>
                </c:pt>
                <c:pt idx="2538">
                  <c:v>33.9</c:v>
                </c:pt>
                <c:pt idx="2539">
                  <c:v>1.766092</c:v>
                </c:pt>
                <c:pt idx="2540">
                  <c:v>15.2</c:v>
                </c:pt>
                <c:pt idx="2541">
                  <c:v>119.55911</c:v>
                </c:pt>
                <c:pt idx="2542">
                  <c:v>15.8</c:v>
                </c:pt>
                <c:pt idx="2543">
                  <c:v>0.392166</c:v>
                </c:pt>
                <c:pt idx="2544">
                  <c:v>37.359689</c:v>
                </c:pt>
                <c:pt idx="2545">
                  <c:v>5.75</c:v>
                </c:pt>
                <c:pt idx="2546">
                  <c:v>2.927708</c:v>
                </c:pt>
                <c:pt idx="2547">
                  <c:v>1.560697</c:v>
                </c:pt>
                <c:pt idx="2548">
                  <c:v>111.037232</c:v>
                </c:pt>
                <c:pt idx="2549">
                  <c:v>21.360215</c:v>
                </c:pt>
                <c:pt idx="2550">
                  <c:v>32.14097</c:v>
                </c:pt>
                <c:pt idx="2551">
                  <c:v>0.660132</c:v>
                </c:pt>
                <c:pt idx="2552">
                  <c:v>3.758846</c:v>
                </c:pt>
                <c:pt idx="2553">
                  <c:v>38.026103</c:v>
                </c:pt>
                <c:pt idx="2554">
                  <c:v>124.652206</c:v>
                </c:pt>
                <c:pt idx="2555">
                  <c:v>121.6</c:v>
                </c:pt>
                <c:pt idx="2556">
                  <c:v>15.894372</c:v>
                </c:pt>
                <c:pt idx="2557">
                  <c:v>50.401502</c:v>
                </c:pt>
                <c:pt idx="2558">
                  <c:v>24.849029</c:v>
                </c:pt>
                <c:pt idx="2559">
                  <c:v>17.133446</c:v>
                </c:pt>
                <c:pt idx="2560">
                  <c:v>51.749995</c:v>
                </c:pt>
                <c:pt idx="2561">
                  <c:v>14.5</c:v>
                </c:pt>
                <c:pt idx="2562">
                  <c:v>48.8</c:v>
                </c:pt>
                <c:pt idx="2563">
                  <c:v>21.2</c:v>
                </c:pt>
                <c:pt idx="2564">
                  <c:v>26.56571</c:v>
                </c:pt>
                <c:pt idx="2565">
                  <c:v>22.741061</c:v>
                </c:pt>
                <c:pt idx="2566">
                  <c:v>42.8</c:v>
                </c:pt>
                <c:pt idx="2567">
                  <c:v>8.654322</c:v>
                </c:pt>
                <c:pt idx="2568">
                  <c:v>69.412425</c:v>
                </c:pt>
                <c:pt idx="2569">
                  <c:v>8.808611</c:v>
                </c:pt>
                <c:pt idx="2570">
                  <c:v>0.36841</c:v>
                </c:pt>
                <c:pt idx="2571">
                  <c:v>32.5</c:v>
                </c:pt>
                <c:pt idx="2572">
                  <c:v>4.957273</c:v>
                </c:pt>
                <c:pt idx="2573">
                  <c:v>39.055536</c:v>
                </c:pt>
                <c:pt idx="2574">
                  <c:v>9.341824</c:v>
                </c:pt>
                <c:pt idx="2575">
                  <c:v>154.608856</c:v>
                </c:pt>
                <c:pt idx="2576">
                  <c:v>1.940234</c:v>
                </c:pt>
                <c:pt idx="2577">
                  <c:v>2.4</c:v>
                </c:pt>
                <c:pt idx="2578">
                  <c:v>0.143837</c:v>
                </c:pt>
                <c:pt idx="2579">
                  <c:v>69.501772</c:v>
                </c:pt>
                <c:pt idx="2580">
                  <c:v>0.146863</c:v>
                </c:pt>
                <c:pt idx="2581">
                  <c:v>77.276321</c:v>
                </c:pt>
                <c:pt idx="2582">
                  <c:v>54.606372</c:v>
                </c:pt>
                <c:pt idx="2583">
                  <c:v>4.3</c:v>
                </c:pt>
                <c:pt idx="2584">
                  <c:v>2.07837</c:v>
                </c:pt>
                <c:pt idx="2585">
                  <c:v>67.45</c:v>
                </c:pt>
                <c:pt idx="2586">
                  <c:v>87.761988</c:v>
                </c:pt>
                <c:pt idx="2587">
                  <c:v>3.485251</c:v>
                </c:pt>
                <c:pt idx="2588">
                  <c:v>5.3</c:v>
                </c:pt>
                <c:pt idx="2589">
                  <c:v>32.4</c:v>
                </c:pt>
                <c:pt idx="2590">
                  <c:v>17.399</c:v>
                </c:pt>
                <c:pt idx="2591">
                  <c:v>67.9</c:v>
                </c:pt>
                <c:pt idx="2592">
                  <c:v>239</c:v>
                </c:pt>
                <c:pt idx="2593">
                  <c:v>1.292773</c:v>
                </c:pt>
                <c:pt idx="2594">
                  <c:v>194.694725</c:v>
                </c:pt>
                <c:pt idx="2595">
                  <c:v>127.461872</c:v>
                </c:pt>
                <c:pt idx="2596">
                  <c:v>12.277353</c:v>
                </c:pt>
                <c:pt idx="2597">
                  <c:v>0.242115</c:v>
                </c:pt>
                <c:pt idx="2598">
                  <c:v>23.076657</c:v>
                </c:pt>
                <c:pt idx="2599">
                  <c:v>18.878646</c:v>
                </c:pt>
                <c:pt idx="2600">
                  <c:v>2.440478</c:v>
                </c:pt>
                <c:pt idx="2601">
                  <c:v>3.326364</c:v>
                </c:pt>
                <c:pt idx="2602">
                  <c:v>47.803176</c:v>
                </c:pt>
                <c:pt idx="2603">
                  <c:v>0.275</c:v>
                </c:pt>
                <c:pt idx="2604">
                  <c:v>40.6</c:v>
                </c:pt>
                <c:pt idx="2605">
                  <c:v>4.64514</c:v>
                </c:pt>
                <c:pt idx="2606">
                  <c:v>11.620337</c:v>
                </c:pt>
                <c:pt idx="2607">
                  <c:v>2.295825</c:v>
                </c:pt>
                <c:pt idx="2608">
                  <c:v>33.856058</c:v>
                </c:pt>
                <c:pt idx="2609">
                  <c:v>16.9</c:v>
                </c:pt>
                <c:pt idx="2610">
                  <c:v>1.929915</c:v>
                </c:pt>
                <c:pt idx="2611">
                  <c:v>4.6</c:v>
                </c:pt>
                <c:pt idx="2612">
                  <c:v>6.8</c:v>
                </c:pt>
                <c:pt idx="2613">
                  <c:v>9.943901</c:v>
                </c:pt>
                <c:pt idx="2614">
                  <c:v>16</c:v>
                </c:pt>
                <c:pt idx="2615">
                  <c:v>18.377736</c:v>
                </c:pt>
                <c:pt idx="2616">
                  <c:v>1.011305</c:v>
                </c:pt>
                <c:pt idx="2617">
                  <c:v>55</c:v>
                </c:pt>
                <c:pt idx="2618">
                  <c:v>1.63</c:v>
                </c:pt>
                <c:pt idx="2619">
                  <c:v>18.144644</c:v>
                </c:pt>
                <c:pt idx="2620">
                  <c:v>0.592565</c:v>
                </c:pt>
                <c:pt idx="2621">
                  <c:v>1.200582</c:v>
                </c:pt>
                <c:pt idx="2622">
                  <c:v>2.514679</c:v>
                </c:pt>
                <c:pt idx="2623">
                  <c:v>0.659535</c:v>
                </c:pt>
                <c:pt idx="2624">
                  <c:v>3.400977</c:v>
                </c:pt>
                <c:pt idx="2625">
                  <c:v>7.201952</c:v>
                </c:pt>
                <c:pt idx="2626">
                  <c:v>0.585443</c:v>
                </c:pt>
                <c:pt idx="2627">
                  <c:v>3.554178</c:v>
                </c:pt>
                <c:pt idx="2628">
                  <c:v>11.788968</c:v>
                </c:pt>
                <c:pt idx="2629">
                  <c:v>3.123088</c:v>
                </c:pt>
                <c:pt idx="2630">
                  <c:v>74.747725</c:v>
                </c:pt>
                <c:pt idx="2631">
                  <c:v>13.93541</c:v>
                </c:pt>
                <c:pt idx="2632">
                  <c:v>2.996763</c:v>
                </c:pt>
                <c:pt idx="2633">
                  <c:v>1.460431</c:v>
                </c:pt>
                <c:pt idx="2634">
                  <c:v>0.731827</c:v>
                </c:pt>
                <c:pt idx="2635">
                  <c:v>18.52973</c:v>
                </c:pt>
                <c:pt idx="2636">
                  <c:v>0.434977</c:v>
                </c:pt>
                <c:pt idx="2637">
                  <c:v>0.064648</c:v>
                </c:pt>
                <c:pt idx="2638">
                  <c:v>0.36843</c:v>
                </c:pt>
                <c:pt idx="2639">
                  <c:v>1.681545</c:v>
                </c:pt>
                <c:pt idx="2640">
                  <c:v>38.981322</c:v>
                </c:pt>
                <c:pt idx="2641">
                  <c:v>1.561698</c:v>
                </c:pt>
                <c:pt idx="2642">
                  <c:v>21.6</c:v>
                </c:pt>
                <c:pt idx="2643">
                  <c:v>0.439085</c:v>
                </c:pt>
                <c:pt idx="2644">
                  <c:v>2.407571</c:v>
                </c:pt>
                <c:pt idx="2645">
                  <c:v>6.294941</c:v>
                </c:pt>
                <c:pt idx="2646">
                  <c:v>0.106796</c:v>
                </c:pt>
                <c:pt idx="2647">
                  <c:v>22.384741</c:v>
                </c:pt>
                <c:pt idx="2648">
                  <c:v>0.878668</c:v>
                </c:pt>
                <c:pt idx="2649">
                  <c:v>0.540482</c:v>
                </c:pt>
                <c:pt idx="2650">
                  <c:v>3.882729</c:v>
                </c:pt>
                <c:pt idx="2651">
                  <c:v>29.353057</c:v>
                </c:pt>
                <c:pt idx="2652">
                  <c:v>0.098559</c:v>
                </c:pt>
                <c:pt idx="2653">
                  <c:v>0.044652</c:v>
                </c:pt>
                <c:pt idx="2654">
                  <c:v>0.359377</c:v>
                </c:pt>
                <c:pt idx="2655">
                  <c:v>50.803834</c:v>
                </c:pt>
                <c:pt idx="2656">
                  <c:v>0.003153</c:v>
                </c:pt>
                <c:pt idx="2657">
                  <c:v>8.277796</c:v>
                </c:pt>
                <c:pt idx="2658">
                  <c:v>0.003868</c:v>
                </c:pt>
                <c:pt idx="2659">
                  <c:v>0.958558</c:v>
                </c:pt>
                <c:pt idx="2660">
                  <c:v>0.443038</c:v>
                </c:pt>
                <c:pt idx="2661">
                  <c:v>0.242483</c:v>
                </c:pt>
                <c:pt idx="2662">
                  <c:v>5</c:v>
                </c:pt>
                <c:pt idx="2663">
                  <c:v>6.89</c:v>
                </c:pt>
                <c:pt idx="2664">
                  <c:v>0.070821</c:v>
                </c:pt>
                <c:pt idx="2665">
                  <c:v>4.64575</c:v>
                </c:pt>
                <c:pt idx="2666">
                  <c:v>39.273021</c:v>
                </c:pt>
                <c:pt idx="2667">
                  <c:v>28.299498</c:v>
                </c:pt>
                <c:pt idx="2668">
                  <c:v>1.357142</c:v>
                </c:pt>
                <c:pt idx="2669">
                  <c:v>319.715683</c:v>
                </c:pt>
                <c:pt idx="2670">
                  <c:v>507.119058</c:v>
                </c:pt>
                <c:pt idx="2671">
                  <c:v>426.505244</c:v>
                </c:pt>
                <c:pt idx="2672">
                  <c:v>121.977511</c:v>
                </c:pt>
                <c:pt idx="2673">
                  <c:v>52.3</c:v>
                </c:pt>
                <c:pt idx="2674">
                  <c:v>215.905815</c:v>
                </c:pt>
                <c:pt idx="2675">
                  <c:v>47.990414</c:v>
                </c:pt>
                <c:pt idx="2676">
                  <c:v>0.164</c:v>
                </c:pt>
                <c:pt idx="2677">
                  <c:v>69.965374</c:v>
                </c:pt>
                <c:pt idx="2678">
                  <c:v>169.601036</c:v>
                </c:pt>
                <c:pt idx="2679">
                  <c:v>365.304105</c:v>
                </c:pt>
                <c:pt idx="2680">
                  <c:v>205.537933</c:v>
                </c:pt>
                <c:pt idx="2681">
                  <c:v>4.7</c:v>
                </c:pt>
                <c:pt idx="2682">
                  <c:v>39.861118</c:v>
                </c:pt>
                <c:pt idx="2683">
                  <c:v>115.171795</c:v>
                </c:pt>
                <c:pt idx="2684">
                  <c:v>1.122066</c:v>
                </c:pt>
                <c:pt idx="2685">
                  <c:v>111.2</c:v>
                </c:pt>
                <c:pt idx="2686">
                  <c:v>10.55035</c:v>
                </c:pt>
                <c:pt idx="2687">
                  <c:v>49.276818</c:v>
                </c:pt>
                <c:pt idx="2688">
                  <c:v>42.698327</c:v>
                </c:pt>
                <c:pt idx="2689">
                  <c:v>144.492724</c:v>
                </c:pt>
                <c:pt idx="2690">
                  <c:v>42.145959</c:v>
                </c:pt>
                <c:pt idx="2691">
                  <c:v>49.169594</c:v>
                </c:pt>
                <c:pt idx="2692">
                  <c:v>32.104054</c:v>
                </c:pt>
                <c:pt idx="2693">
                  <c:v>4.796993</c:v>
                </c:pt>
                <c:pt idx="2694">
                  <c:v>40.882928</c:v>
                </c:pt>
                <c:pt idx="2695">
                  <c:v>141.940042</c:v>
                </c:pt>
                <c:pt idx="2696">
                  <c:v>27.658331</c:v>
                </c:pt>
                <c:pt idx="2697">
                  <c:v>13.416285</c:v>
                </c:pt>
                <c:pt idx="2698">
                  <c:v>251.410631</c:v>
                </c:pt>
                <c:pt idx="2699">
                  <c:v>5.184368</c:v>
                </c:pt>
                <c:pt idx="2700">
                  <c:v>21.02934</c:v>
                </c:pt>
                <c:pt idx="2701">
                  <c:v>0.443807</c:v>
                </c:pt>
                <c:pt idx="2702">
                  <c:v>28.6</c:v>
                </c:pt>
                <c:pt idx="2703">
                  <c:v>25.2</c:v>
                </c:pt>
                <c:pt idx="2704">
                  <c:v>39.2383</c:v>
                </c:pt>
                <c:pt idx="2705">
                  <c:v>49.5</c:v>
                </c:pt>
                <c:pt idx="2706">
                  <c:v>20.379604</c:v>
                </c:pt>
                <c:pt idx="2707">
                  <c:v>43.387445</c:v>
                </c:pt>
                <c:pt idx="2708">
                  <c:v>15.1</c:v>
                </c:pt>
                <c:pt idx="2709">
                  <c:v>0.942666</c:v>
                </c:pt>
                <c:pt idx="2710">
                  <c:v>2.3</c:v>
                </c:pt>
                <c:pt idx="2711">
                  <c:v>20.311536</c:v>
                </c:pt>
                <c:pt idx="2712">
                  <c:v>21.7</c:v>
                </c:pt>
                <c:pt idx="2713">
                  <c:v>9.5</c:v>
                </c:pt>
                <c:pt idx="2714">
                  <c:v>1.31072</c:v>
                </c:pt>
                <c:pt idx="2715">
                  <c:v>19.428166</c:v>
                </c:pt>
                <c:pt idx="2716">
                  <c:v>7.99746</c:v>
                </c:pt>
                <c:pt idx="2717">
                  <c:v>0.911</c:v>
                </c:pt>
                <c:pt idx="2718">
                  <c:v>16.06973</c:v>
                </c:pt>
                <c:pt idx="2719">
                  <c:v>2.133452</c:v>
                </c:pt>
                <c:pt idx="2720">
                  <c:v>0.835102</c:v>
                </c:pt>
                <c:pt idx="2721">
                  <c:v>0.099924</c:v>
                </c:pt>
                <c:pt idx="2722">
                  <c:v>0.170581</c:v>
                </c:pt>
                <c:pt idx="2723">
                  <c:v>3.6</c:v>
                </c:pt>
                <c:pt idx="2724">
                  <c:v>0.107423</c:v>
                </c:pt>
                <c:pt idx="2725">
                  <c:v>1.593464</c:v>
                </c:pt>
                <c:pt idx="2726">
                  <c:v>2.2</c:v>
                </c:pt>
                <c:pt idx="2727">
                  <c:v>0.769563</c:v>
                </c:pt>
                <c:pt idx="2728">
                  <c:v>3.215636</c:v>
                </c:pt>
                <c:pt idx="2729">
                  <c:v>10.855626</c:v>
                </c:pt>
                <c:pt idx="2730">
                  <c:v>14.871307</c:v>
                </c:pt>
                <c:pt idx="2731">
                  <c:v>0.122252</c:v>
                </c:pt>
                <c:pt idx="2732">
                  <c:v>1</c:v>
                </c:pt>
                <c:pt idx="2733">
                  <c:v>10.2</c:v>
                </c:pt>
                <c:pt idx="2734">
                  <c:v>22.304357</c:v>
                </c:pt>
                <c:pt idx="2735">
                  <c:v>8.119285</c:v>
                </c:pt>
                <c:pt idx="2736">
                  <c:v>5.989583</c:v>
                </c:pt>
                <c:pt idx="2737">
                  <c:v>0.354023</c:v>
                </c:pt>
                <c:pt idx="2738">
                  <c:v>0.331091</c:v>
                </c:pt>
                <c:pt idx="2739">
                  <c:v>0.679505</c:v>
                </c:pt>
                <c:pt idx="2740">
                  <c:v>461.421559</c:v>
                </c:pt>
                <c:pt idx="2741">
                  <c:v>4.311042</c:v>
                </c:pt>
                <c:pt idx="2742">
                  <c:v>3.486375</c:v>
                </c:pt>
                <c:pt idx="2743">
                  <c:v>1.651413</c:v>
                </c:pt>
                <c:pt idx="2744">
                  <c:v>0.239828</c:v>
                </c:pt>
                <c:pt idx="2745">
                  <c:v>14.590514</c:v>
                </c:pt>
                <c:pt idx="2746">
                  <c:v>12.7</c:v>
                </c:pt>
                <c:pt idx="2747">
                  <c:v>3.364426</c:v>
                </c:pt>
                <c:pt idx="2748">
                  <c:v>0.695501</c:v>
                </c:pt>
                <c:pt idx="2749">
                  <c:v>34.662454</c:v>
                </c:pt>
                <c:pt idx="2750">
                  <c:v>6.274027</c:v>
                </c:pt>
                <c:pt idx="2751">
                  <c:v>1.7</c:v>
                </c:pt>
                <c:pt idx="2752">
                  <c:v>0.858281</c:v>
                </c:pt>
                <c:pt idx="2753">
                  <c:v>2</c:v>
                </c:pt>
                <c:pt idx="2754">
                  <c:v>0.094583</c:v>
                </c:pt>
                <c:pt idx="2755">
                  <c:v>4.2</c:v>
                </c:pt>
                <c:pt idx="2756">
                  <c:v>226.4</c:v>
                </c:pt>
                <c:pt idx="2757">
                  <c:v>26.9</c:v>
                </c:pt>
                <c:pt idx="2758">
                  <c:v>0.459051</c:v>
                </c:pt>
                <c:pt idx="2759">
                  <c:v>0.769234</c:v>
                </c:pt>
                <c:pt idx="2760">
                  <c:v>11.208529</c:v>
                </c:pt>
                <c:pt idx="2761">
                  <c:v>3.151849</c:v>
                </c:pt>
                <c:pt idx="2762">
                  <c:v>0.095384</c:v>
                </c:pt>
                <c:pt idx="2763">
                  <c:v>3.607899</c:v>
                </c:pt>
                <c:pt idx="2764">
                  <c:v>0.638221</c:v>
                </c:pt>
                <c:pt idx="2765">
                  <c:v>28.859072</c:v>
                </c:pt>
                <c:pt idx="2766">
                  <c:v>18.47357</c:v>
                </c:pt>
                <c:pt idx="2767">
                  <c:v>0.615233</c:v>
                </c:pt>
                <c:pt idx="2768">
                  <c:v>5.127426</c:v>
                </c:pt>
                <c:pt idx="2769">
                  <c:v>3.238539</c:v>
                </c:pt>
                <c:pt idx="2770">
                  <c:v>7.060384</c:v>
                </c:pt>
                <c:pt idx="2771">
                  <c:v>1.4</c:v>
                </c:pt>
                <c:pt idx="2772">
                  <c:v>7</c:v>
                </c:pt>
                <c:pt idx="2773">
                  <c:v>16.955173</c:v>
                </c:pt>
                <c:pt idx="2774">
                  <c:v>0.01837</c:v>
                </c:pt>
                <c:pt idx="2775">
                  <c:v>11.131254</c:v>
                </c:pt>
                <c:pt idx="2776">
                  <c:v>12.916151</c:v>
                </c:pt>
                <c:pt idx="2777">
                  <c:v>8.3</c:v>
                </c:pt>
                <c:pt idx="2778">
                  <c:v>10.7</c:v>
                </c:pt>
                <c:pt idx="2779">
                  <c:v>10.791301</c:v>
                </c:pt>
                <c:pt idx="2780">
                  <c:v>20.690779</c:v>
                </c:pt>
                <c:pt idx="2781">
                  <c:v>5.460628</c:v>
                </c:pt>
                <c:pt idx="2782">
                  <c:v>12.589965</c:v>
                </c:pt>
                <c:pt idx="2783">
                  <c:v>52.186426</c:v>
                </c:pt>
                <c:pt idx="2784">
                  <c:v>2.982559</c:v>
                </c:pt>
                <c:pt idx="2785">
                  <c:v>1.339784</c:v>
                </c:pt>
                <c:pt idx="2786">
                  <c:v>11.136444</c:v>
                </c:pt>
                <c:pt idx="2787">
                  <c:v>1921.847111</c:v>
                </c:pt>
                <c:pt idx="2788">
                  <c:v>261.289554</c:v>
                </c:pt>
                <c:pt idx="2789">
                  <c:v>0.393824</c:v>
                </c:pt>
                <c:pt idx="2790">
                  <c:v>407.573628</c:v>
                </c:pt>
                <c:pt idx="2791">
                  <c:v>103.966489</c:v>
                </c:pt>
                <c:pt idx="2792">
                  <c:v>432.243292</c:v>
                </c:pt>
                <c:pt idx="2793">
                  <c:v>14.4</c:v>
                </c:pt>
                <c:pt idx="2794">
                  <c:v>168.717425</c:v>
                </c:pt>
                <c:pt idx="2795">
                  <c:v>506.863592</c:v>
                </c:pt>
                <c:pt idx="2796">
                  <c:v>408.402685</c:v>
                </c:pt>
                <c:pt idx="2797">
                  <c:v>206.43105</c:v>
                </c:pt>
                <c:pt idx="2798">
                  <c:v>233.503234</c:v>
                </c:pt>
                <c:pt idx="2799">
                  <c:v>51.074773</c:v>
                </c:pt>
                <c:pt idx="2800">
                  <c:v>402.064899</c:v>
                </c:pt>
                <c:pt idx="2801">
                  <c:v>41.914915</c:v>
                </c:pt>
                <c:pt idx="2802">
                  <c:v>130.423032</c:v>
                </c:pt>
                <c:pt idx="2803">
                  <c:v>379.751131</c:v>
                </c:pt>
                <c:pt idx="2804">
                  <c:v>156.497322</c:v>
                </c:pt>
                <c:pt idx="2805">
                  <c:v>21.753705</c:v>
                </c:pt>
                <c:pt idx="2806">
                  <c:v>331.526598</c:v>
                </c:pt>
                <c:pt idx="2807">
                  <c:v>774.153024</c:v>
                </c:pt>
                <c:pt idx="2808">
                  <c:v>144.327371</c:v>
                </c:pt>
                <c:pt idx="2809">
                  <c:v>297.372261</c:v>
                </c:pt>
                <c:pt idx="2810">
                  <c:v>26.508132</c:v>
                </c:pt>
                <c:pt idx="2811">
                  <c:v>220.889446</c:v>
                </c:pt>
                <c:pt idx="2812">
                  <c:v>61.779301</c:v>
                </c:pt>
                <c:pt idx="2813">
                  <c:v>726.229501</c:v>
                </c:pt>
                <c:pt idx="2814">
                  <c:v>146.74528</c:v>
                </c:pt>
                <c:pt idx="2815">
                  <c:v>0.178143</c:v>
                </c:pt>
                <c:pt idx="2816">
                  <c:v>125.897478</c:v>
                </c:pt>
                <c:pt idx="2817">
                  <c:v>470.116094</c:v>
                </c:pt>
                <c:pt idx="2818">
                  <c:v>1.905058</c:v>
                </c:pt>
                <c:pt idx="2819">
                  <c:v>84.426031</c:v>
                </c:pt>
                <c:pt idx="2820">
                  <c:v>36.964325</c:v>
                </c:pt>
                <c:pt idx="2821">
                  <c:v>76.994245</c:v>
                </c:pt>
                <c:pt idx="2822">
                  <c:v>90.14651</c:v>
                </c:pt>
                <c:pt idx="2823">
                  <c:v>204.334455</c:v>
                </c:pt>
                <c:pt idx="2824">
                  <c:v>29.942746</c:v>
                </c:pt>
                <c:pt idx="2825">
                  <c:v>3.189418</c:v>
                </c:pt>
                <c:pt idx="2826">
                  <c:v>70.060492</c:v>
                </c:pt>
                <c:pt idx="2827">
                  <c:v>0.791863</c:v>
                </c:pt>
                <c:pt idx="2828">
                  <c:v>2.652725</c:v>
                </c:pt>
                <c:pt idx="2829">
                  <c:v>163.692228</c:v>
                </c:pt>
                <c:pt idx="2830">
                  <c:v>46.9</c:v>
                </c:pt>
                <c:pt idx="2831">
                  <c:v>107.347356</c:v>
                </c:pt>
                <c:pt idx="2832">
                  <c:v>190.7</c:v>
                </c:pt>
                <c:pt idx="2833">
                  <c:v>136.536687</c:v>
                </c:pt>
                <c:pt idx="2834">
                  <c:v>22.957625</c:v>
                </c:pt>
                <c:pt idx="2835">
                  <c:v>30.552111</c:v>
                </c:pt>
                <c:pt idx="2836">
                  <c:v>39.4</c:v>
                </c:pt>
                <c:pt idx="2837">
                  <c:v>153</c:v>
                </c:pt>
                <c:pt idx="2838">
                  <c:v>93.882453</c:v>
                </c:pt>
                <c:pt idx="2839">
                  <c:v>23.076711</c:v>
                </c:pt>
                <c:pt idx="2840">
                  <c:v>40.61892</c:v>
                </c:pt>
                <c:pt idx="2841">
                  <c:v>2</c:v>
                </c:pt>
                <c:pt idx="2842">
                  <c:v>30.8</c:v>
                </c:pt>
                <c:pt idx="2843">
                  <c:v>34.891791</c:v>
                </c:pt>
                <c:pt idx="2844">
                  <c:v>10.237061</c:v>
                </c:pt>
                <c:pt idx="2845">
                  <c:v>65.77449</c:v>
                </c:pt>
                <c:pt idx="2846">
                  <c:v>53.785551</c:v>
                </c:pt>
                <c:pt idx="2847">
                  <c:v>153.235995</c:v>
                </c:pt>
                <c:pt idx="2848">
                  <c:v>11.8</c:v>
                </c:pt>
                <c:pt idx="2849">
                  <c:v>18.887953</c:v>
                </c:pt>
                <c:pt idx="2850">
                  <c:v>0.229811</c:v>
                </c:pt>
                <c:pt idx="2851">
                  <c:v>4.982335</c:v>
                </c:pt>
                <c:pt idx="2852">
                  <c:v>6.459306</c:v>
                </c:pt>
                <c:pt idx="2853">
                  <c:v>39.458207</c:v>
                </c:pt>
                <c:pt idx="2854">
                  <c:v>133.423964</c:v>
                </c:pt>
                <c:pt idx="2855">
                  <c:v>39.629195</c:v>
                </c:pt>
                <c:pt idx="2856">
                  <c:v>35</c:v>
                </c:pt>
                <c:pt idx="2857">
                  <c:v>17.635215</c:v>
                </c:pt>
                <c:pt idx="2858">
                  <c:v>46.333545</c:v>
                </c:pt>
                <c:pt idx="2859">
                  <c:v>8.804</c:v>
                </c:pt>
                <c:pt idx="2860">
                  <c:v>18.867659</c:v>
                </c:pt>
                <c:pt idx="2861">
                  <c:v>13.037403</c:v>
                </c:pt>
                <c:pt idx="2862">
                  <c:v>33.276075</c:v>
                </c:pt>
                <c:pt idx="2863">
                  <c:v>2.836382</c:v>
                </c:pt>
                <c:pt idx="2864">
                  <c:v>23.384502</c:v>
                </c:pt>
                <c:pt idx="2865">
                  <c:v>3.31</c:v>
                </c:pt>
                <c:pt idx="2866">
                  <c:v>0.349757</c:v>
                </c:pt>
                <c:pt idx="2867">
                  <c:v>0.024571</c:v>
                </c:pt>
                <c:pt idx="2868">
                  <c:v>6.807158</c:v>
                </c:pt>
                <c:pt idx="2869">
                  <c:v>2.2</c:v>
                </c:pt>
                <c:pt idx="2870">
                  <c:v>9.738741</c:v>
                </c:pt>
                <c:pt idx="2871">
                  <c:v>19.133454</c:v>
                </c:pt>
                <c:pt idx="2872">
                  <c:v>4.298184</c:v>
                </c:pt>
                <c:pt idx="2873">
                  <c:v>18.717947</c:v>
                </c:pt>
                <c:pt idx="2874">
                  <c:v>0.077463</c:v>
                </c:pt>
                <c:pt idx="2875">
                  <c:v>19.754272</c:v>
                </c:pt>
                <c:pt idx="2876">
                  <c:v>12.9</c:v>
                </c:pt>
                <c:pt idx="2877">
                  <c:v>0.93749</c:v>
                </c:pt>
                <c:pt idx="2878">
                  <c:v>4.093345</c:v>
                </c:pt>
                <c:pt idx="2879">
                  <c:v>6.416063</c:v>
                </c:pt>
                <c:pt idx="2880">
                  <c:v>0.0393</c:v>
                </c:pt>
                <c:pt idx="2881">
                  <c:v>17.97</c:v>
                </c:pt>
                <c:pt idx="2882">
                  <c:v>76.016171</c:v>
                </c:pt>
                <c:pt idx="2883">
                  <c:v>4.5</c:v>
                </c:pt>
                <c:pt idx="2884">
                  <c:v>15.356046</c:v>
                </c:pt>
                <c:pt idx="2885">
                  <c:v>0.43102</c:v>
                </c:pt>
                <c:pt idx="2886">
                  <c:v>77.41157</c:v>
                </c:pt>
                <c:pt idx="2887">
                  <c:v>3.7</c:v>
                </c:pt>
                <c:pt idx="2888">
                  <c:v>686.257563</c:v>
                </c:pt>
                <c:pt idx="2889">
                  <c:v>1.01576</c:v>
                </c:pt>
                <c:pt idx="2890">
                  <c:v>0.049638</c:v>
                </c:pt>
                <c:pt idx="2891">
                  <c:v>0.034561</c:v>
                </c:pt>
                <c:pt idx="2892">
                  <c:v>15.3</c:v>
                </c:pt>
                <c:pt idx="2893">
                  <c:v>43</c:v>
                </c:pt>
                <c:pt idx="2894">
                  <c:v>0.052169</c:v>
                </c:pt>
                <c:pt idx="2895">
                  <c:v>27.832384</c:v>
                </c:pt>
                <c:pt idx="2896">
                  <c:v>29.694624</c:v>
                </c:pt>
                <c:pt idx="2897">
                  <c:v>22.028248</c:v>
                </c:pt>
                <c:pt idx="2898">
                  <c:v>3.889432</c:v>
                </c:pt>
                <c:pt idx="2899">
                  <c:v>4.3</c:v>
                </c:pt>
                <c:pt idx="2900">
                  <c:v>0.322619</c:v>
                </c:pt>
                <c:pt idx="2901">
                  <c:v>3.5</c:v>
                </c:pt>
                <c:pt idx="2902">
                  <c:v>0.322</c:v>
                </c:pt>
                <c:pt idx="2903">
                  <c:v>31.217372</c:v>
                </c:pt>
                <c:pt idx="2904">
                  <c:v>49.158343</c:v>
                </c:pt>
                <c:pt idx="2905">
                  <c:v>0.703281</c:v>
                </c:pt>
                <c:pt idx="2906">
                  <c:v>16.510734</c:v>
                </c:pt>
                <c:pt idx="2907">
                  <c:v>14</c:v>
                </c:pt>
                <c:pt idx="2908">
                  <c:v>0.813253</c:v>
                </c:pt>
                <c:pt idx="2909">
                  <c:v>26.514814</c:v>
                </c:pt>
                <c:pt idx="2910">
                  <c:v>0.510466</c:v>
                </c:pt>
                <c:pt idx="2911">
                  <c:v>0.359247</c:v>
                </c:pt>
                <c:pt idx="2912">
                  <c:v>6.43526</c:v>
                </c:pt>
                <c:pt idx="2913">
                  <c:v>902.540935</c:v>
                </c:pt>
                <c:pt idx="2914">
                  <c:v>13.457801</c:v>
                </c:pt>
                <c:pt idx="2915">
                  <c:v>5.218666</c:v>
                </c:pt>
                <c:pt idx="2916">
                  <c:v>6.7</c:v>
                </c:pt>
                <c:pt idx="2917">
                  <c:v>1.756552</c:v>
                </c:pt>
                <c:pt idx="2918">
                  <c:v>0.031395</c:v>
                </c:pt>
                <c:pt idx="2919">
                  <c:v>0.136579</c:v>
                </c:pt>
                <c:pt idx="2920">
                  <c:v>1.2</c:v>
                </c:pt>
                <c:pt idx="2921">
                  <c:v>0.712229</c:v>
                </c:pt>
                <c:pt idx="2922">
                  <c:v>1.024575</c:v>
                </c:pt>
                <c:pt idx="2923">
                  <c:v>3</c:v>
                </c:pt>
                <c:pt idx="2924">
                  <c:v>8.6</c:v>
                </c:pt>
                <c:pt idx="2925">
                  <c:v>4.181043</c:v>
                </c:pt>
                <c:pt idx="2926">
                  <c:v>13</c:v>
                </c:pt>
                <c:pt idx="2927">
                  <c:v>19.002036</c:v>
                </c:pt>
                <c:pt idx="2928">
                  <c:v>9.6</c:v>
                </c:pt>
                <c:pt idx="2929">
                  <c:v>6.666618</c:v>
                </c:pt>
                <c:pt idx="2930">
                  <c:v>0.011546</c:v>
                </c:pt>
                <c:pt idx="2931">
                  <c:v>3.795575</c:v>
                </c:pt>
                <c:pt idx="2932">
                  <c:v>822.049668</c:v>
                </c:pt>
                <c:pt idx="2933">
                  <c:v>8.356097</c:v>
                </c:pt>
                <c:pt idx="2934">
                  <c:v>0.645949</c:v>
                </c:pt>
                <c:pt idx="2935">
                  <c:v>2.178083</c:v>
                </c:pt>
                <c:pt idx="2936">
                  <c:v>2.044087</c:v>
                </c:pt>
                <c:pt idx="2937">
                  <c:v>0.969204</c:v>
                </c:pt>
                <c:pt idx="2938">
                  <c:v>2.1</c:v>
                </c:pt>
                <c:pt idx="2939">
                  <c:v>0.008866</c:v>
                </c:pt>
                <c:pt idx="2940">
                  <c:v>25.452983</c:v>
                </c:pt>
                <c:pt idx="2941">
                  <c:v>405.421518</c:v>
                </c:pt>
                <c:pt idx="2942">
                  <c:v>484.7</c:v>
                </c:pt>
                <c:pt idx="2943">
                  <c:v>1488.732821</c:v>
                </c:pt>
                <c:pt idx="2944">
                  <c:v>1001.97808</c:v>
                </c:pt>
                <c:pt idx="2945">
                  <c:v>2320.250281</c:v>
                </c:pt>
                <c:pt idx="2946">
                  <c:v>955.775804</c:v>
                </c:pt>
                <c:pt idx="2947">
                  <c:v>772.319315</c:v>
                </c:pt>
                <c:pt idx="2948">
                  <c:v>859.102154</c:v>
                </c:pt>
                <c:pt idx="2949">
                  <c:v>21.328962</c:v>
                </c:pt>
                <c:pt idx="2950">
                  <c:v>407.141258</c:v>
                </c:pt>
                <c:pt idx="2951">
                  <c:v>139.2</c:v>
                </c:pt>
                <c:pt idx="2952">
                  <c:v>760.9</c:v>
                </c:pt>
                <c:pt idx="2953">
                  <c:v>217.408513</c:v>
                </c:pt>
                <c:pt idx="2954">
                  <c:v>12.109608</c:v>
                </c:pt>
                <c:pt idx="2955">
                  <c:v>940.203765</c:v>
                </c:pt>
                <c:pt idx="2956">
                  <c:v>9.464198</c:v>
                </c:pt>
                <c:pt idx="2957">
                  <c:v>17.363261</c:v>
                </c:pt>
                <c:pt idx="2958">
                  <c:v>18.5</c:v>
                </c:pt>
                <c:pt idx="2959">
                  <c:v>108.961677</c:v>
                </c:pt>
                <c:pt idx="2960">
                  <c:v>2.6</c:v>
                </c:pt>
                <c:pt idx="2961">
                  <c:v>63.363579</c:v>
                </c:pt>
                <c:pt idx="2962">
                  <c:v>15.74178</c:v>
                </c:pt>
                <c:pt idx="2963">
                  <c:v>137.743924</c:v>
                </c:pt>
                <c:pt idx="2964">
                  <c:v>393.452111</c:v>
                </c:pt>
                <c:pt idx="2965">
                  <c:v>407.2</c:v>
                </c:pt>
                <c:pt idx="2966">
                  <c:v>13</c:v>
                </c:pt>
                <c:pt idx="2967">
                  <c:v>239.3</c:v>
                </c:pt>
                <c:pt idx="2968">
                  <c:v>250.162278</c:v>
                </c:pt>
                <c:pt idx="2969">
                  <c:v>4.577403</c:v>
                </c:pt>
                <c:pt idx="2970">
                  <c:v>79.6282</c:v>
                </c:pt>
                <c:pt idx="2971">
                  <c:v>10.139416</c:v>
                </c:pt>
                <c:pt idx="2972">
                  <c:v>0.020541</c:v>
                </c:pt>
                <c:pt idx="2973">
                  <c:v>161.440742</c:v>
                </c:pt>
                <c:pt idx="2974">
                  <c:v>15.113105</c:v>
                </c:pt>
                <c:pt idx="2975">
                  <c:v>19.238073</c:v>
                </c:pt>
                <c:pt idx="2976">
                  <c:v>0.454023</c:v>
                </c:pt>
                <c:pt idx="2977">
                  <c:v>67.319703</c:v>
                </c:pt>
                <c:pt idx="2978">
                  <c:v>181.796517</c:v>
                </c:pt>
                <c:pt idx="2979">
                  <c:v>101.166707</c:v>
                </c:pt>
                <c:pt idx="2980">
                  <c:v>192.907684</c:v>
                </c:pt>
                <c:pt idx="2981">
                  <c:v>104.374176</c:v>
                </c:pt>
                <c:pt idx="2982">
                  <c:v>15</c:v>
                </c:pt>
                <c:pt idx="2983">
                  <c:v>69.63311</c:v>
                </c:pt>
                <c:pt idx="2984">
                  <c:v>6.175213</c:v>
                </c:pt>
                <c:pt idx="2985">
                  <c:v>160</c:v>
                </c:pt>
                <c:pt idx="2986">
                  <c:v>226.42542</c:v>
                </c:pt>
                <c:pt idx="2987">
                  <c:v>13.9</c:v>
                </c:pt>
                <c:pt idx="2988">
                  <c:v>97.3</c:v>
                </c:pt>
                <c:pt idx="2989">
                  <c:v>167.635712</c:v>
                </c:pt>
                <c:pt idx="2990">
                  <c:v>55.101305</c:v>
                </c:pt>
                <c:pt idx="2991">
                  <c:v>37.289659</c:v>
                </c:pt>
                <c:pt idx="2992">
                  <c:v>86.7</c:v>
                </c:pt>
                <c:pt idx="2993">
                  <c:v>20.3</c:v>
                </c:pt>
                <c:pt idx="2994">
                  <c:v>2.543216</c:v>
                </c:pt>
                <c:pt idx="2995">
                  <c:v>137.307235</c:v>
                </c:pt>
                <c:pt idx="2996">
                  <c:v>9.572765</c:v>
                </c:pt>
                <c:pt idx="2997">
                  <c:v>24.733572</c:v>
                </c:pt>
                <c:pt idx="2998">
                  <c:v>29.11632</c:v>
                </c:pt>
                <c:pt idx="2999">
                  <c:v>52.303589</c:v>
                </c:pt>
                <c:pt idx="3000">
                  <c:v>45.4</c:v>
                </c:pt>
                <c:pt idx="3001">
                  <c:v>104.088441</c:v>
                </c:pt>
                <c:pt idx="3002">
                  <c:v>288.670284</c:v>
                </c:pt>
                <c:pt idx="3003">
                  <c:v>170.82308</c:v>
                </c:pt>
                <c:pt idx="3004">
                  <c:v>203</c:v>
                </c:pt>
                <c:pt idx="3005">
                  <c:v>20</c:v>
                </c:pt>
                <c:pt idx="3006">
                  <c:v>2.1</c:v>
                </c:pt>
                <c:pt idx="3007">
                  <c:v>0.211674</c:v>
                </c:pt>
                <c:pt idx="3008">
                  <c:v>90.410749</c:v>
                </c:pt>
                <c:pt idx="3009">
                  <c:v>75.73491</c:v>
                </c:pt>
                <c:pt idx="3010">
                  <c:v>49.3</c:v>
                </c:pt>
                <c:pt idx="3011">
                  <c:v>4.311284</c:v>
                </c:pt>
                <c:pt idx="3012">
                  <c:v>144.353965</c:v>
                </c:pt>
                <c:pt idx="3013">
                  <c:v>33.628</c:v>
                </c:pt>
                <c:pt idx="3014">
                  <c:v>55.7</c:v>
                </c:pt>
                <c:pt idx="3015">
                  <c:v>0.130493</c:v>
                </c:pt>
                <c:pt idx="3016">
                  <c:v>15.902207</c:v>
                </c:pt>
                <c:pt idx="3017">
                  <c:v>10.247262</c:v>
                </c:pt>
                <c:pt idx="3018">
                  <c:v>45.629909</c:v>
                </c:pt>
                <c:pt idx="3019">
                  <c:v>2.613252</c:v>
                </c:pt>
                <c:pt idx="3020">
                  <c:v>6.909209</c:v>
                </c:pt>
                <c:pt idx="3021">
                  <c:v>32.8</c:v>
                </c:pt>
                <c:pt idx="3022">
                  <c:v>0.62319</c:v>
                </c:pt>
                <c:pt idx="3023">
                  <c:v>21.110363</c:v>
                </c:pt>
                <c:pt idx="3024">
                  <c:v>34.441594</c:v>
                </c:pt>
                <c:pt idx="3025">
                  <c:v>84.774243</c:v>
                </c:pt>
                <c:pt idx="3026">
                  <c:v>2.157673</c:v>
                </c:pt>
                <c:pt idx="3027">
                  <c:v>21.591034</c:v>
                </c:pt>
                <c:pt idx="3028">
                  <c:v>15.234907</c:v>
                </c:pt>
                <c:pt idx="3029">
                  <c:v>29.048571</c:v>
                </c:pt>
                <c:pt idx="3030">
                  <c:v>0.543064</c:v>
                </c:pt>
                <c:pt idx="3031">
                  <c:v>4</c:v>
                </c:pt>
                <c:pt idx="3032">
                  <c:v>42.5</c:v>
                </c:pt>
                <c:pt idx="3033">
                  <c:v>168.8</c:v>
                </c:pt>
                <c:pt idx="3034">
                  <c:v>73.62164</c:v>
                </c:pt>
                <c:pt idx="3035">
                  <c:v>0.362113</c:v>
                </c:pt>
                <c:pt idx="3036">
                  <c:v>0.176048</c:v>
                </c:pt>
                <c:pt idx="3037">
                  <c:v>0.492</c:v>
                </c:pt>
                <c:pt idx="3038">
                  <c:v>0.06383</c:v>
                </c:pt>
                <c:pt idx="3039">
                  <c:v>21.921551</c:v>
                </c:pt>
                <c:pt idx="3040">
                  <c:v>13.9</c:v>
                </c:pt>
                <c:pt idx="3041">
                  <c:v>11.152071</c:v>
                </c:pt>
                <c:pt idx="3042">
                  <c:v>2.2</c:v>
                </c:pt>
                <c:pt idx="3043">
                  <c:v>1.817696</c:v>
                </c:pt>
                <c:pt idx="3044">
                  <c:v>31.24581</c:v>
                </c:pt>
                <c:pt idx="3045">
                  <c:v>19.2</c:v>
                </c:pt>
                <c:pt idx="3046">
                  <c:v>80.340218</c:v>
                </c:pt>
                <c:pt idx="3047">
                  <c:v>0.025994</c:v>
                </c:pt>
                <c:pt idx="3048">
                  <c:v>15</c:v>
                </c:pt>
                <c:pt idx="3049">
                  <c:v>1.824152</c:v>
                </c:pt>
                <c:pt idx="3050">
                  <c:v>44</c:v>
                </c:pt>
                <c:pt idx="3051">
                  <c:v>0.193908</c:v>
                </c:pt>
                <c:pt idx="3052">
                  <c:v>0.023</c:v>
                </c:pt>
                <c:pt idx="3053">
                  <c:v>92.651384</c:v>
                </c:pt>
                <c:pt idx="3054">
                  <c:v>4.551565</c:v>
                </c:pt>
                <c:pt idx="3055">
                  <c:v>1.707067</c:v>
                </c:pt>
                <c:pt idx="3056">
                  <c:v>626.203271</c:v>
                </c:pt>
                <c:pt idx="3057">
                  <c:v>13.9</c:v>
                </c:pt>
                <c:pt idx="3058">
                  <c:v>5.909528</c:v>
                </c:pt>
                <c:pt idx="3059">
                  <c:v>58.424</c:v>
                </c:pt>
                <c:pt idx="3060">
                  <c:v>0.631249</c:v>
                </c:pt>
                <c:pt idx="3061">
                  <c:v>34.14875</c:v>
                </c:pt>
                <c:pt idx="3062">
                  <c:v>6.524886</c:v>
                </c:pt>
                <c:pt idx="3063">
                  <c:v>0.492</c:v>
                </c:pt>
                <c:pt idx="3064">
                  <c:v>25.3</c:v>
                </c:pt>
                <c:pt idx="3065">
                  <c:v>14.8</c:v>
                </c:pt>
                <c:pt idx="3066">
                  <c:v>3.646605</c:v>
                </c:pt>
                <c:pt idx="3067">
                  <c:v>54.172014</c:v>
                </c:pt>
                <c:pt idx="3068">
                  <c:v>10.238603</c:v>
                </c:pt>
                <c:pt idx="3069">
                  <c:v>6.999027</c:v>
                </c:pt>
                <c:pt idx="3070">
                  <c:v>59.8</c:v>
                </c:pt>
                <c:pt idx="3071">
                  <c:v>7.589419</c:v>
                </c:pt>
                <c:pt idx="3072">
                  <c:v>0.121067</c:v>
                </c:pt>
                <c:pt idx="3073">
                  <c:v>0.042566</c:v>
                </c:pt>
                <c:pt idx="3074">
                  <c:v>59</c:v>
                </c:pt>
                <c:pt idx="3075">
                  <c:v>11.8</c:v>
                </c:pt>
                <c:pt idx="3076">
                  <c:v>0.019833</c:v>
                </c:pt>
                <c:pt idx="3077">
                  <c:v>0.5</c:v>
                </c:pt>
                <c:pt idx="3078">
                  <c:v>0.071476</c:v>
                </c:pt>
                <c:pt idx="3079">
                  <c:v>11.395604</c:v>
                </c:pt>
                <c:pt idx="3080">
                  <c:v>0.069075</c:v>
                </c:pt>
                <c:pt idx="3081">
                  <c:v>0.373043</c:v>
                </c:pt>
                <c:pt idx="3082">
                  <c:v>11.498884</c:v>
                </c:pt>
                <c:pt idx="3083">
                  <c:v>4.717597</c:v>
                </c:pt>
                <c:pt idx="3084">
                  <c:v>6.667598</c:v>
                </c:pt>
                <c:pt idx="3085">
                  <c:v>2.046233</c:v>
                </c:pt>
                <c:pt idx="3086">
                  <c:v>11.196824</c:v>
                </c:pt>
                <c:pt idx="3087">
                  <c:v>18.612962</c:v>
                </c:pt>
                <c:pt idx="3088">
                  <c:v>0.030272</c:v>
                </c:pt>
                <c:pt idx="3089">
                  <c:v>18.6</c:v>
                </c:pt>
                <c:pt idx="3090">
                  <c:v>0.508</c:v>
                </c:pt>
                <c:pt idx="3091">
                  <c:v>2.329813</c:v>
                </c:pt>
                <c:pt idx="3092">
                  <c:v>0.013877</c:v>
                </c:pt>
                <c:pt idx="3093">
                  <c:v>5.934907</c:v>
                </c:pt>
                <c:pt idx="3094">
                  <c:v>3.092534</c:v>
                </c:pt>
                <c:pt idx="3095">
                  <c:v>0.21622</c:v>
                </c:pt>
                <c:pt idx="3096">
                  <c:v>1.560518</c:v>
                </c:pt>
                <c:pt idx="3097">
                  <c:v>18.114769</c:v>
                </c:pt>
                <c:pt idx="3098">
                  <c:v>0.046666</c:v>
                </c:pt>
                <c:pt idx="3099">
                  <c:v>10.911075</c:v>
                </c:pt>
                <c:pt idx="3100">
                  <c:v>1.085112</c:v>
                </c:pt>
                <c:pt idx="3101">
                  <c:v>32</c:v>
                </c:pt>
                <c:pt idx="3102">
                  <c:v>3.324521</c:v>
                </c:pt>
                <c:pt idx="3103">
                  <c:v>0.369419</c:v>
                </c:pt>
                <c:pt idx="3104">
                  <c:v>1.512938</c:v>
                </c:pt>
                <c:pt idx="3105">
                  <c:v>5.175806</c:v>
                </c:pt>
                <c:pt idx="3106">
                  <c:v>60.4478</c:v>
                </c:pt>
                <c:pt idx="3107">
                  <c:v>41</c:v>
                </c:pt>
                <c:pt idx="3108">
                  <c:v>16</c:v>
                </c:pt>
                <c:pt idx="3109">
                  <c:v>1.946816</c:v>
                </c:pt>
                <c:pt idx="3110">
                  <c:v>2.013434</c:v>
                </c:pt>
                <c:pt idx="3111">
                  <c:v>704.70966</c:v>
                </c:pt>
                <c:pt idx="3112">
                  <c:v>1362</c:v>
                </c:pt>
                <c:pt idx="3113">
                  <c:v>440.157245</c:v>
                </c:pt>
                <c:pt idx="3114">
                  <c:v>441.381193</c:v>
                </c:pt>
                <c:pt idx="3115">
                  <c:v>952</c:v>
                </c:pt>
                <c:pt idx="3116">
                  <c:v>298.776052</c:v>
                </c:pt>
                <c:pt idx="3117">
                  <c:v>690.89791</c:v>
                </c:pt>
                <c:pt idx="3118">
                  <c:v>567.535383</c:v>
                </c:pt>
                <c:pt idx="3119">
                  <c:v>37.917985</c:v>
                </c:pt>
                <c:pt idx="3120">
                  <c:v>496.444308</c:v>
                </c:pt>
                <c:pt idx="3121">
                  <c:v>115.857413</c:v>
                </c:pt>
                <c:pt idx="3122">
                  <c:v>4.082217</c:v>
                </c:pt>
                <c:pt idx="3123">
                  <c:v>1445.638421</c:v>
                </c:pt>
                <c:pt idx="3124">
                  <c:v>214.89137</c:v>
                </c:pt>
                <c:pt idx="3125">
                  <c:v>254.99736</c:v>
                </c:pt>
                <c:pt idx="3126">
                  <c:v>845.6</c:v>
                </c:pt>
                <c:pt idx="3127">
                  <c:v>191.06756</c:v>
                </c:pt>
                <c:pt idx="3128">
                  <c:v>384.056482</c:v>
                </c:pt>
                <c:pt idx="3129">
                  <c:v>632.302312</c:v>
                </c:pt>
                <c:pt idx="3130">
                  <c:v>569.626289</c:v>
                </c:pt>
                <c:pt idx="3131">
                  <c:v>439.381226</c:v>
                </c:pt>
                <c:pt idx="3132">
                  <c:v>271.333313</c:v>
                </c:pt>
                <c:pt idx="3133">
                  <c:v>92</c:v>
                </c:pt>
                <c:pt idx="3134">
                  <c:v>20</c:v>
                </c:pt>
                <c:pt idx="3135">
                  <c:v>297.14413</c:v>
                </c:pt>
                <c:pt idx="3136">
                  <c:v>117.607117</c:v>
                </c:pt>
                <c:pt idx="3137">
                  <c:v>202.23136</c:v>
                </c:pt>
                <c:pt idx="3138">
                  <c:v>294.2</c:v>
                </c:pt>
                <c:pt idx="3139">
                  <c:v>146.7</c:v>
                </c:pt>
                <c:pt idx="3140">
                  <c:v>269.67059</c:v>
                </c:pt>
                <c:pt idx="3141">
                  <c:v>383.963057</c:v>
                </c:pt>
                <c:pt idx="3142">
                  <c:v>2</c:v>
                </c:pt>
                <c:pt idx="3143">
                  <c:v>208.2</c:v>
                </c:pt>
                <c:pt idx="3144">
                  <c:v>168.961389</c:v>
                </c:pt>
                <c:pt idx="3145">
                  <c:v>207.318137</c:v>
                </c:pt>
                <c:pt idx="3146">
                  <c:v>40.208268</c:v>
                </c:pt>
                <c:pt idx="3147">
                  <c:v>121.7</c:v>
                </c:pt>
                <c:pt idx="3148">
                  <c:v>37.8</c:v>
                </c:pt>
                <c:pt idx="3149">
                  <c:v>207.089999</c:v>
                </c:pt>
                <c:pt idx="3150">
                  <c:v>59.256423</c:v>
                </c:pt>
                <c:pt idx="3151">
                  <c:v>52.631884</c:v>
                </c:pt>
                <c:pt idx="3152">
                  <c:v>369.081777</c:v>
                </c:pt>
                <c:pt idx="3153">
                  <c:v>134.038006</c:v>
                </c:pt>
                <c:pt idx="3154">
                  <c:v>156.922344</c:v>
                </c:pt>
                <c:pt idx="3155">
                  <c:v>1.5</c:v>
                </c:pt>
                <c:pt idx="3156">
                  <c:v>104.272136</c:v>
                </c:pt>
                <c:pt idx="3157">
                  <c:v>83</c:v>
                </c:pt>
                <c:pt idx="3158">
                  <c:v>0.001281</c:v>
                </c:pt>
                <c:pt idx="3159">
                  <c:v>130.788072</c:v>
                </c:pt>
                <c:pt idx="3160">
                  <c:v>220.597098</c:v>
                </c:pt>
                <c:pt idx="3161">
                  <c:v>10.644463</c:v>
                </c:pt>
                <c:pt idx="3162">
                  <c:v>76.987621</c:v>
                </c:pt>
                <c:pt idx="3163">
                  <c:v>337.371917</c:v>
                </c:pt>
                <c:pt idx="3164">
                  <c:v>17.974964</c:v>
                </c:pt>
                <c:pt idx="3165">
                  <c:v>275.3</c:v>
                </c:pt>
                <c:pt idx="3166">
                  <c:v>46.247409</c:v>
                </c:pt>
                <c:pt idx="3167">
                  <c:v>180.513586</c:v>
                </c:pt>
                <c:pt idx="3168">
                  <c:v>9.112817</c:v>
                </c:pt>
                <c:pt idx="3169">
                  <c:v>125.319714</c:v>
                </c:pt>
                <c:pt idx="3170">
                  <c:v>476.07118</c:v>
                </c:pt>
                <c:pt idx="3171">
                  <c:v>189.086877</c:v>
                </c:pt>
                <c:pt idx="3172">
                  <c:v>46.55328</c:v>
                </c:pt>
                <c:pt idx="3173">
                  <c:v>3.8</c:v>
                </c:pt>
                <c:pt idx="3174">
                  <c:v>250.6</c:v>
                </c:pt>
                <c:pt idx="3175">
                  <c:v>136.284218</c:v>
                </c:pt>
                <c:pt idx="3176">
                  <c:v>18.685751</c:v>
                </c:pt>
                <c:pt idx="3177">
                  <c:v>4.656348</c:v>
                </c:pt>
                <c:pt idx="3178">
                  <c:v>6.850036</c:v>
                </c:pt>
                <c:pt idx="3179">
                  <c:v>7.1</c:v>
                </c:pt>
                <c:pt idx="3180">
                  <c:v>35.634133</c:v>
                </c:pt>
                <c:pt idx="3181">
                  <c:v>60.730568</c:v>
                </c:pt>
                <c:pt idx="3182">
                  <c:v>28.126646</c:v>
                </c:pt>
                <c:pt idx="3183">
                  <c:v>30.140906</c:v>
                </c:pt>
                <c:pt idx="3184">
                  <c:v>34.210966</c:v>
                </c:pt>
                <c:pt idx="3185">
                  <c:v>21.730766</c:v>
                </c:pt>
                <c:pt idx="3186">
                  <c:v>90.1</c:v>
                </c:pt>
                <c:pt idx="3187">
                  <c:v>74.515586</c:v>
                </c:pt>
                <c:pt idx="3188">
                  <c:v>24.094016</c:v>
                </c:pt>
                <c:pt idx="3189">
                  <c:v>615.023132</c:v>
                </c:pt>
                <c:pt idx="3190">
                  <c:v>7</c:v>
                </c:pt>
                <c:pt idx="3191">
                  <c:v>42.51327</c:v>
                </c:pt>
                <c:pt idx="3192">
                  <c:v>16.014123</c:v>
                </c:pt>
                <c:pt idx="3193">
                  <c:v>21.761164</c:v>
                </c:pt>
                <c:pt idx="3194">
                  <c:v>49.849677</c:v>
                </c:pt>
                <c:pt idx="3195">
                  <c:v>21.013738</c:v>
                </c:pt>
                <c:pt idx="3196">
                  <c:v>4.710394</c:v>
                </c:pt>
                <c:pt idx="3197">
                  <c:v>9.4</c:v>
                </c:pt>
                <c:pt idx="3198">
                  <c:v>261.656269</c:v>
                </c:pt>
                <c:pt idx="3199">
                  <c:v>21.6</c:v>
                </c:pt>
                <c:pt idx="3200">
                  <c:v>54.7</c:v>
                </c:pt>
                <c:pt idx="3201">
                  <c:v>88.314672</c:v>
                </c:pt>
                <c:pt idx="3202">
                  <c:v>46.497678</c:v>
                </c:pt>
                <c:pt idx="3203">
                  <c:v>32</c:v>
                </c:pt>
                <c:pt idx="3204">
                  <c:v>8.799528</c:v>
                </c:pt>
                <c:pt idx="3205">
                  <c:v>5.0784</c:v>
                </c:pt>
                <c:pt idx="3206">
                  <c:v>14.86496</c:v>
                </c:pt>
                <c:pt idx="3207">
                  <c:v>26.874347</c:v>
                </c:pt>
                <c:pt idx="3208">
                  <c:v>1.560142</c:v>
                </c:pt>
                <c:pt idx="3209">
                  <c:v>87.2291</c:v>
                </c:pt>
                <c:pt idx="3210">
                  <c:v>121.4</c:v>
                </c:pt>
                <c:pt idx="3211">
                  <c:v>136.698671</c:v>
                </c:pt>
                <c:pt idx="3212">
                  <c:v>22.48337</c:v>
                </c:pt>
                <c:pt idx="3213">
                  <c:v>47.28167</c:v>
                </c:pt>
                <c:pt idx="3214">
                  <c:v>108.3</c:v>
                </c:pt>
                <c:pt idx="3215">
                  <c:v>2.119043</c:v>
                </c:pt>
                <c:pt idx="3216">
                  <c:v>31.843086</c:v>
                </c:pt>
                <c:pt idx="3217">
                  <c:v>40.130232</c:v>
                </c:pt>
                <c:pt idx="3218">
                  <c:v>67.519192</c:v>
                </c:pt>
                <c:pt idx="3219">
                  <c:v>3.63794</c:v>
                </c:pt>
                <c:pt idx="3220">
                  <c:v>0.899683</c:v>
                </c:pt>
                <c:pt idx="3221">
                  <c:v>10</c:v>
                </c:pt>
                <c:pt idx="3222">
                  <c:v>39.220516</c:v>
                </c:pt>
                <c:pt idx="3223">
                  <c:v>117.44979</c:v>
                </c:pt>
                <c:pt idx="3224">
                  <c:v>0.362113</c:v>
                </c:pt>
                <c:pt idx="3225">
                  <c:v>52</c:v>
                </c:pt>
                <c:pt idx="3226">
                  <c:v>9.138503</c:v>
                </c:pt>
                <c:pt idx="3227">
                  <c:v>16</c:v>
                </c:pt>
                <c:pt idx="3228">
                  <c:v>0.476375</c:v>
                </c:pt>
                <c:pt idx="3229">
                  <c:v>53.4</c:v>
                </c:pt>
                <c:pt idx="3230">
                  <c:v>1.697993</c:v>
                </c:pt>
                <c:pt idx="3231">
                  <c:v>45.100756</c:v>
                </c:pt>
                <c:pt idx="3232">
                  <c:v>5.4</c:v>
                </c:pt>
                <c:pt idx="3233">
                  <c:v>12.337378</c:v>
                </c:pt>
                <c:pt idx="3234">
                  <c:v>14.114415</c:v>
                </c:pt>
                <c:pt idx="3235">
                  <c:v>20.703794</c:v>
                </c:pt>
                <c:pt idx="3236">
                  <c:v>1.091821</c:v>
                </c:pt>
                <c:pt idx="3237">
                  <c:v>5.970753</c:v>
                </c:pt>
                <c:pt idx="3238">
                  <c:v>4.23237</c:v>
                </c:pt>
                <c:pt idx="3239">
                  <c:v>2.6</c:v>
                </c:pt>
                <c:pt idx="3240">
                  <c:v>13</c:v>
                </c:pt>
                <c:pt idx="3241">
                  <c:v>2.1</c:v>
                </c:pt>
                <c:pt idx="3242">
                  <c:v>8.3</c:v>
                </c:pt>
                <c:pt idx="3243">
                  <c:v>66.978229</c:v>
                </c:pt>
                <c:pt idx="3244">
                  <c:v>12.976079</c:v>
                </c:pt>
                <c:pt idx="3245">
                  <c:v>54.3</c:v>
                </c:pt>
                <c:pt idx="3246">
                  <c:v>7.717044</c:v>
                </c:pt>
                <c:pt idx="3247">
                  <c:v>15.8</c:v>
                </c:pt>
                <c:pt idx="3248">
                  <c:v>4.123091</c:v>
                </c:pt>
                <c:pt idx="3249">
                  <c:v>130</c:v>
                </c:pt>
                <c:pt idx="3250">
                  <c:v>0.123</c:v>
                </c:pt>
                <c:pt idx="3251">
                  <c:v>3.9</c:v>
                </c:pt>
                <c:pt idx="3252">
                  <c:v>0.097578</c:v>
                </c:pt>
                <c:pt idx="3253">
                  <c:v>29.637811</c:v>
                </c:pt>
                <c:pt idx="3254">
                  <c:v>4.393504</c:v>
                </c:pt>
                <c:pt idx="3255">
                  <c:v>21.8</c:v>
                </c:pt>
                <c:pt idx="3256">
                  <c:v>18.167819</c:v>
                </c:pt>
                <c:pt idx="3257">
                  <c:v>18.062279</c:v>
                </c:pt>
                <c:pt idx="3258">
                  <c:v>4.2</c:v>
                </c:pt>
                <c:pt idx="3259">
                  <c:v>136.09</c:v>
                </c:pt>
                <c:pt idx="3260">
                  <c:v>1.992797</c:v>
                </c:pt>
                <c:pt idx="3261">
                  <c:v>0.633385</c:v>
                </c:pt>
                <c:pt idx="3262">
                  <c:v>1.418682</c:v>
                </c:pt>
                <c:pt idx="3263">
                  <c:v>10.064347</c:v>
                </c:pt>
                <c:pt idx="3264">
                  <c:v>1.193593</c:v>
                </c:pt>
                <c:pt idx="3265">
                  <c:v>7.77833</c:v>
                </c:pt>
                <c:pt idx="3266">
                  <c:v>15.410325</c:v>
                </c:pt>
                <c:pt idx="3267">
                  <c:v>1.455713</c:v>
                </c:pt>
                <c:pt idx="3268">
                  <c:v>0.092718</c:v>
                </c:pt>
                <c:pt idx="3269">
                  <c:v>0.3</c:v>
                </c:pt>
                <c:pt idx="3270">
                  <c:v>54.401583</c:v>
                </c:pt>
                <c:pt idx="3271">
                  <c:v>5.099005</c:v>
                </c:pt>
                <c:pt idx="3272">
                  <c:v>334.0392</c:v>
                </c:pt>
                <c:pt idx="3273">
                  <c:v>1.506008</c:v>
                </c:pt>
                <c:pt idx="3274">
                  <c:v>52.3</c:v>
                </c:pt>
                <c:pt idx="3275">
                  <c:v>6.136329</c:v>
                </c:pt>
                <c:pt idx="3276">
                  <c:v>2.037563</c:v>
                </c:pt>
                <c:pt idx="3277">
                  <c:v>12.4</c:v>
                </c:pt>
                <c:pt idx="3278">
                  <c:v>27.849137</c:v>
                </c:pt>
                <c:pt idx="3279">
                  <c:v>0.282</c:v>
                </c:pt>
                <c:pt idx="3280">
                  <c:v>6.262663</c:v>
                </c:pt>
                <c:pt idx="3281">
                  <c:v>10.436638</c:v>
                </c:pt>
                <c:pt idx="3282">
                  <c:v>0.600376</c:v>
                </c:pt>
                <c:pt idx="3283">
                  <c:v>9.184966</c:v>
                </c:pt>
                <c:pt idx="3284">
                  <c:v>47</c:v>
                </c:pt>
                <c:pt idx="3285">
                  <c:v>3.767399</c:v>
                </c:pt>
                <c:pt idx="3286">
                  <c:v>0.036171</c:v>
                </c:pt>
                <c:pt idx="3287">
                  <c:v>0.42035</c:v>
                </c:pt>
                <c:pt idx="3288">
                  <c:v>14.990406</c:v>
                </c:pt>
                <c:pt idx="3289">
                  <c:v>71.772785</c:v>
                </c:pt>
                <c:pt idx="3290">
                  <c:v>4.4</c:v>
                </c:pt>
                <c:pt idx="3291">
                  <c:v>0.101045</c:v>
                </c:pt>
                <c:pt idx="3292">
                  <c:v>0.60483</c:v>
                </c:pt>
                <c:pt idx="3293">
                  <c:v>0.158787</c:v>
                </c:pt>
                <c:pt idx="3294">
                  <c:v>3.452861</c:v>
                </c:pt>
                <c:pt idx="3295">
                  <c:v>4.474931</c:v>
                </c:pt>
                <c:pt idx="3296">
                  <c:v>10.95</c:v>
                </c:pt>
                <c:pt idx="3297">
                  <c:v>44.029271</c:v>
                </c:pt>
                <c:pt idx="3298">
                  <c:v>3.8</c:v>
                </c:pt>
                <c:pt idx="3299">
                  <c:v>501</c:v>
                </c:pt>
                <c:pt idx="3300">
                  <c:v>12.238643</c:v>
                </c:pt>
                <c:pt idx="3301">
                  <c:v>7.004555</c:v>
                </c:pt>
                <c:pt idx="3302">
                  <c:v>3.649422</c:v>
                </c:pt>
                <c:pt idx="3303">
                  <c:v>17.265487</c:v>
                </c:pt>
                <c:pt idx="3304">
                  <c:v>0.953672</c:v>
                </c:pt>
                <c:pt idx="3305">
                  <c:v>3.8</c:v>
                </c:pt>
                <c:pt idx="3306">
                  <c:v>9.235757</c:v>
                </c:pt>
                <c:pt idx="3307">
                  <c:v>0.002168</c:v>
                </c:pt>
                <c:pt idx="3308">
                  <c:v>1.363827</c:v>
                </c:pt>
                <c:pt idx="3309">
                  <c:v>700.197856</c:v>
                </c:pt>
                <c:pt idx="3310">
                  <c:v>472.518457</c:v>
                </c:pt>
                <c:pt idx="3311">
                  <c:v>1044.396565</c:v>
                </c:pt>
                <c:pt idx="3312">
                  <c:v>59.184643</c:v>
                </c:pt>
                <c:pt idx="3313">
                  <c:v>478.103649</c:v>
                </c:pt>
                <c:pt idx="3314">
                  <c:v>458.718</c:v>
                </c:pt>
                <c:pt idx="3315">
                  <c:v>41.360246</c:v>
                </c:pt>
                <c:pt idx="3316">
                  <c:v>76.506196</c:v>
                </c:pt>
                <c:pt idx="3317">
                  <c:v>38.475235</c:v>
                </c:pt>
                <c:pt idx="3318">
                  <c:v>1.189972</c:v>
                </c:pt>
                <c:pt idx="3319">
                  <c:v>3.3</c:v>
                </c:pt>
                <c:pt idx="3320">
                  <c:v>728.14585</c:v>
                </c:pt>
                <c:pt idx="3321">
                  <c:v>150.254414</c:v>
                </c:pt>
                <c:pt idx="3322">
                  <c:v>969.28091</c:v>
                </c:pt>
                <c:pt idx="3323">
                  <c:v>331.982078</c:v>
                </c:pt>
                <c:pt idx="3324">
                  <c:v>95.579868</c:v>
                </c:pt>
                <c:pt idx="3325">
                  <c:v>177.225075</c:v>
                </c:pt>
                <c:pt idx="3326">
                  <c:v>1338.073645</c:v>
                </c:pt>
                <c:pt idx="3327">
                  <c:v>54</c:v>
                </c:pt>
                <c:pt idx="3328">
                  <c:v>185.700759</c:v>
                </c:pt>
                <c:pt idx="3329">
                  <c:v>19.958572</c:v>
                </c:pt>
                <c:pt idx="3330">
                  <c:v>1698.863816</c:v>
                </c:pt>
                <c:pt idx="3331">
                  <c:v>3.854594</c:v>
                </c:pt>
                <c:pt idx="3332">
                  <c:v>51.913394</c:v>
                </c:pt>
                <c:pt idx="3333">
                  <c:v>2.851181</c:v>
                </c:pt>
                <c:pt idx="3334">
                  <c:v>350.865342</c:v>
                </c:pt>
                <c:pt idx="3335">
                  <c:v>404.547819</c:v>
                </c:pt>
                <c:pt idx="3336">
                  <c:v>138.08328</c:v>
                </c:pt>
                <c:pt idx="3337">
                  <c:v>128.888103</c:v>
                </c:pt>
                <c:pt idx="3338">
                  <c:v>0.631272</c:v>
                </c:pt>
                <c:pt idx="3339">
                  <c:v>714.444358</c:v>
                </c:pt>
                <c:pt idx="3340">
                  <c:v>15.366077</c:v>
                </c:pt>
                <c:pt idx="3341">
                  <c:v>89.947122</c:v>
                </c:pt>
                <c:pt idx="3342">
                  <c:v>20.120006</c:v>
                </c:pt>
                <c:pt idx="3343">
                  <c:v>60.934894</c:v>
                </c:pt>
                <c:pt idx="3344">
                  <c:v>29.940623</c:v>
                </c:pt>
                <c:pt idx="3345">
                  <c:v>548.040835</c:v>
                </c:pt>
                <c:pt idx="3346">
                  <c:v>571.750016</c:v>
                </c:pt>
                <c:pt idx="3347">
                  <c:v>173.775791</c:v>
                </c:pt>
                <c:pt idx="3348">
                  <c:v>24.109036</c:v>
                </c:pt>
                <c:pt idx="3349">
                  <c:v>75.36086</c:v>
                </c:pt>
                <c:pt idx="3350">
                  <c:v>254.907482</c:v>
                </c:pt>
                <c:pt idx="3351">
                  <c:v>110.280739</c:v>
                </c:pt>
                <c:pt idx="3352">
                  <c:v>397.37815</c:v>
                </c:pt>
                <c:pt idx="3353">
                  <c:v>190.309707</c:v>
                </c:pt>
                <c:pt idx="3354">
                  <c:v>20.581325</c:v>
                </c:pt>
                <c:pt idx="3355">
                  <c:v>261.907653</c:v>
                </c:pt>
                <c:pt idx="3356">
                  <c:v>126.542249</c:v>
                </c:pt>
                <c:pt idx="3357">
                  <c:v>3.504687</c:v>
                </c:pt>
                <c:pt idx="3358">
                  <c:v>0.262793</c:v>
                </c:pt>
                <c:pt idx="3359">
                  <c:v>6.283415</c:v>
                </c:pt>
                <c:pt idx="3360">
                  <c:v>42.791449</c:v>
                </c:pt>
                <c:pt idx="3361">
                  <c:v>1.35933</c:v>
                </c:pt>
                <c:pt idx="3362">
                  <c:v>53.992802</c:v>
                </c:pt>
                <c:pt idx="3363">
                  <c:v>152.720535</c:v>
                </c:pt>
                <c:pt idx="3364">
                  <c:v>2.826064</c:v>
                </c:pt>
                <c:pt idx="3365">
                  <c:v>126.942386</c:v>
                </c:pt>
                <c:pt idx="3366">
                  <c:v>6.206231</c:v>
                </c:pt>
                <c:pt idx="3367">
                  <c:v>0.578924</c:v>
                </c:pt>
                <c:pt idx="3368">
                  <c:v>2.01405</c:v>
                </c:pt>
                <c:pt idx="3369">
                  <c:v>76.756109</c:v>
                </c:pt>
                <c:pt idx="3370">
                  <c:v>206.400287</c:v>
                </c:pt>
                <c:pt idx="3371">
                  <c:v>370.962265</c:v>
                </c:pt>
                <c:pt idx="3372">
                  <c:v>350.993761</c:v>
                </c:pt>
                <c:pt idx="3373">
                  <c:v>0.864825</c:v>
                </c:pt>
                <c:pt idx="3374">
                  <c:v>15.469415</c:v>
                </c:pt>
                <c:pt idx="3375">
                  <c:v>0.170737</c:v>
                </c:pt>
                <c:pt idx="3376">
                  <c:v>32.97851</c:v>
                </c:pt>
                <c:pt idx="3377">
                  <c:v>7.582541</c:v>
                </c:pt>
                <c:pt idx="3378">
                  <c:v>21.768945</c:v>
                </c:pt>
                <c:pt idx="3379">
                  <c:v>3.165361</c:v>
                </c:pt>
                <c:pt idx="3380">
                  <c:v>181.073291</c:v>
                </c:pt>
                <c:pt idx="3381">
                  <c:v>451.100435</c:v>
                </c:pt>
                <c:pt idx="3382">
                  <c:v>5.928351</c:v>
                </c:pt>
                <c:pt idx="3383">
                  <c:v>37.182814</c:v>
                </c:pt>
                <c:pt idx="3384">
                  <c:v>1.970445</c:v>
                </c:pt>
                <c:pt idx="3385">
                  <c:v>17.279457</c:v>
                </c:pt>
                <c:pt idx="3386">
                  <c:v>35.340015</c:v>
                </c:pt>
                <c:pt idx="3387">
                  <c:v>13.857002</c:v>
                </c:pt>
                <c:pt idx="3388">
                  <c:v>49.256239</c:v>
                </c:pt>
                <c:pt idx="3389">
                  <c:v>46.393906</c:v>
                </c:pt>
                <c:pt idx="3390">
                  <c:v>0.005</c:v>
                </c:pt>
                <c:pt idx="3391">
                  <c:v>29.715044</c:v>
                </c:pt>
                <c:pt idx="3392">
                  <c:v>7.021101</c:v>
                </c:pt>
                <c:pt idx="3393">
                  <c:v>32.227855</c:v>
                </c:pt>
                <c:pt idx="3394">
                  <c:v>21.418477</c:v>
                </c:pt>
                <c:pt idx="3395">
                  <c:v>109.5</c:v>
                </c:pt>
                <c:pt idx="3396">
                  <c:v>82.677281</c:v>
                </c:pt>
                <c:pt idx="3397">
                  <c:v>5.6</c:v>
                </c:pt>
                <c:pt idx="3398">
                  <c:v>3.401789</c:v>
                </c:pt>
                <c:pt idx="3399">
                  <c:v>5.705895</c:v>
                </c:pt>
                <c:pt idx="3400">
                  <c:v>12.977758</c:v>
                </c:pt>
                <c:pt idx="3401">
                  <c:v>95.399186</c:v>
                </c:pt>
                <c:pt idx="3402">
                  <c:v>3.86573</c:v>
                </c:pt>
                <c:pt idx="3403">
                  <c:v>51.147812</c:v>
                </c:pt>
                <c:pt idx="3404">
                  <c:v>0.12654</c:v>
                </c:pt>
                <c:pt idx="3405">
                  <c:v>199</c:v>
                </c:pt>
                <c:pt idx="3406">
                  <c:v>94.182533</c:v>
                </c:pt>
                <c:pt idx="3407">
                  <c:v>100.498764</c:v>
                </c:pt>
                <c:pt idx="3408">
                  <c:v>2.106733</c:v>
                </c:pt>
                <c:pt idx="3409">
                  <c:v>201.967521</c:v>
                </c:pt>
                <c:pt idx="3410">
                  <c:v>8.4608</c:v>
                </c:pt>
                <c:pt idx="3411">
                  <c:v>40.392664</c:v>
                </c:pt>
                <c:pt idx="3412">
                  <c:v>12.610418</c:v>
                </c:pt>
                <c:pt idx="3413">
                  <c:v>35.271631</c:v>
                </c:pt>
                <c:pt idx="3414">
                  <c:v>48.166448</c:v>
                </c:pt>
                <c:pt idx="3415">
                  <c:v>22.05716</c:v>
                </c:pt>
                <c:pt idx="3416">
                  <c:v>43.787034</c:v>
                </c:pt>
                <c:pt idx="3417">
                  <c:v>0.005737</c:v>
                </c:pt>
                <c:pt idx="3418">
                  <c:v>100.255784</c:v>
                </c:pt>
                <c:pt idx="3419">
                  <c:v>6.680396</c:v>
                </c:pt>
                <c:pt idx="3420">
                  <c:v>0.318618</c:v>
                </c:pt>
                <c:pt idx="3421">
                  <c:v>38.235702</c:v>
                </c:pt>
                <c:pt idx="3422">
                  <c:v>4.258197</c:v>
                </c:pt>
                <c:pt idx="3423">
                  <c:v>36.010728</c:v>
                </c:pt>
                <c:pt idx="3424">
                  <c:v>12.778225</c:v>
                </c:pt>
                <c:pt idx="3425">
                  <c:v>141</c:v>
                </c:pt>
                <c:pt idx="3426">
                  <c:v>42.247783</c:v>
                </c:pt>
                <c:pt idx="3427">
                  <c:v>4.210306</c:v>
                </c:pt>
                <c:pt idx="3428">
                  <c:v>3.139717</c:v>
                </c:pt>
                <c:pt idx="3429">
                  <c:v>1.430985</c:v>
                </c:pt>
                <c:pt idx="3430">
                  <c:v>128.093757</c:v>
                </c:pt>
                <c:pt idx="3431">
                  <c:v>5.101673</c:v>
                </c:pt>
                <c:pt idx="3432">
                  <c:v>65</c:v>
                </c:pt>
                <c:pt idx="3433">
                  <c:v>12.537071</c:v>
                </c:pt>
                <c:pt idx="3434">
                  <c:v>15.39727</c:v>
                </c:pt>
                <c:pt idx="3435">
                  <c:v>16.398509</c:v>
                </c:pt>
                <c:pt idx="3436">
                  <c:v>4.455671</c:v>
                </c:pt>
                <c:pt idx="3437">
                  <c:v>9.802525</c:v>
                </c:pt>
                <c:pt idx="3438">
                  <c:v>5.396508</c:v>
                </c:pt>
                <c:pt idx="3439">
                  <c:v>54.771241</c:v>
                </c:pt>
                <c:pt idx="3440">
                  <c:v>96.221061</c:v>
                </c:pt>
                <c:pt idx="3441">
                  <c:v>104.573204</c:v>
                </c:pt>
                <c:pt idx="3442">
                  <c:v>0.27365</c:v>
                </c:pt>
                <c:pt idx="3443">
                  <c:v>36.11086</c:v>
                </c:pt>
                <c:pt idx="3444">
                  <c:v>51.001975</c:v>
                </c:pt>
                <c:pt idx="3445">
                  <c:v>30.107173</c:v>
                </c:pt>
                <c:pt idx="3446">
                  <c:v>7.2</c:v>
                </c:pt>
                <c:pt idx="3447">
                  <c:v>11.559958</c:v>
                </c:pt>
                <c:pt idx="3448">
                  <c:v>0.423628</c:v>
                </c:pt>
                <c:pt idx="3449">
                  <c:v>180.828556</c:v>
                </c:pt>
                <c:pt idx="3450">
                  <c:v>0.760979</c:v>
                </c:pt>
                <c:pt idx="3451">
                  <c:v>10.591426</c:v>
                </c:pt>
                <c:pt idx="3452">
                  <c:v>3.829263</c:v>
                </c:pt>
                <c:pt idx="3453">
                  <c:v>12.165702</c:v>
                </c:pt>
                <c:pt idx="3454">
                  <c:v>40.829138</c:v>
                </c:pt>
                <c:pt idx="3455">
                  <c:v>20.571534</c:v>
                </c:pt>
                <c:pt idx="3456">
                  <c:v>6.483501</c:v>
                </c:pt>
                <c:pt idx="3457">
                  <c:v>0.71885</c:v>
                </c:pt>
                <c:pt idx="3458">
                  <c:v>0.581725</c:v>
                </c:pt>
                <c:pt idx="3459">
                  <c:v>0.455708</c:v>
                </c:pt>
                <c:pt idx="3460">
                  <c:v>20.75106</c:v>
                </c:pt>
                <c:pt idx="3461">
                  <c:v>43.160558</c:v>
                </c:pt>
                <c:pt idx="3462">
                  <c:v>7.935363</c:v>
                </c:pt>
                <c:pt idx="3463">
                  <c:v>84.058132</c:v>
                </c:pt>
                <c:pt idx="3464">
                  <c:v>1.751343</c:v>
                </c:pt>
                <c:pt idx="3465">
                  <c:v>19</c:v>
                </c:pt>
                <c:pt idx="3466">
                  <c:v>102.184</c:v>
                </c:pt>
                <c:pt idx="3467">
                  <c:v>0.804017</c:v>
                </c:pt>
                <c:pt idx="3468">
                  <c:v>40.236104</c:v>
                </c:pt>
                <c:pt idx="3469">
                  <c:v>15.198387</c:v>
                </c:pt>
                <c:pt idx="3470">
                  <c:v>2.402245</c:v>
                </c:pt>
                <c:pt idx="3471">
                  <c:v>0.211734</c:v>
                </c:pt>
                <c:pt idx="3472">
                  <c:v>9.927714</c:v>
                </c:pt>
                <c:pt idx="3473">
                  <c:v>6.605079</c:v>
                </c:pt>
                <c:pt idx="3474">
                  <c:v>480.6</c:v>
                </c:pt>
                <c:pt idx="3475">
                  <c:v>11.721425</c:v>
                </c:pt>
                <c:pt idx="3476">
                  <c:v>14.870849</c:v>
                </c:pt>
                <c:pt idx="3477">
                  <c:v>1.987281</c:v>
                </c:pt>
                <c:pt idx="3478">
                  <c:v>2.503154</c:v>
                </c:pt>
                <c:pt idx="3479">
                  <c:v>27.219729</c:v>
                </c:pt>
                <c:pt idx="3480">
                  <c:v>21.220422</c:v>
                </c:pt>
                <c:pt idx="3481">
                  <c:v>3.663309</c:v>
                </c:pt>
                <c:pt idx="3482">
                  <c:v>9</c:v>
                </c:pt>
                <c:pt idx="3483">
                  <c:v>3.046741</c:v>
                </c:pt>
                <c:pt idx="3484">
                  <c:v>30.745762</c:v>
                </c:pt>
                <c:pt idx="3485">
                  <c:v>1.320429</c:v>
                </c:pt>
                <c:pt idx="3486">
                  <c:v>2.601719</c:v>
                </c:pt>
                <c:pt idx="3487">
                  <c:v>6.20523</c:v>
                </c:pt>
                <c:pt idx="3488">
                  <c:v>20.592796</c:v>
                </c:pt>
                <c:pt idx="3489">
                  <c:v>0.308326</c:v>
                </c:pt>
                <c:pt idx="3490">
                  <c:v>47.7</c:v>
                </c:pt>
                <c:pt idx="3491">
                  <c:v>5.800981</c:v>
                </c:pt>
                <c:pt idx="3492">
                  <c:v>7.206741</c:v>
                </c:pt>
                <c:pt idx="3493">
                  <c:v>28.013812</c:v>
                </c:pt>
                <c:pt idx="3494">
                  <c:v>1.097812</c:v>
                </c:pt>
                <c:pt idx="3495">
                  <c:v>7.630259</c:v>
                </c:pt>
                <c:pt idx="3496">
                  <c:v>15.743613</c:v>
                </c:pt>
                <c:pt idx="3497">
                  <c:v>7.234115</c:v>
                </c:pt>
                <c:pt idx="3498">
                  <c:v>10</c:v>
                </c:pt>
                <c:pt idx="3499">
                  <c:v>40.420193</c:v>
                </c:pt>
                <c:pt idx="3500">
                  <c:v>289.405738</c:v>
                </c:pt>
                <c:pt idx="3501">
                  <c:v>34.480388</c:v>
                </c:pt>
                <c:pt idx="3502">
                  <c:v>88.192145</c:v>
                </c:pt>
                <c:pt idx="3503">
                  <c:v>34.844931</c:v>
                </c:pt>
                <c:pt idx="3504">
                  <c:v>31.249964</c:v>
                </c:pt>
                <c:pt idx="3505">
                  <c:v>66.212</c:v>
                </c:pt>
                <c:pt idx="3506">
                  <c:v>1990</c:v>
                </c:pt>
                <c:pt idx="3507">
                  <c:v>54.586117</c:v>
                </c:pt>
                <c:pt idx="3508">
                  <c:v>44.081884</c:v>
                </c:pt>
                <c:pt idx="3509">
                  <c:v>28</c:v>
                </c:pt>
                <c:pt idx="3510">
                  <c:v>0.215586</c:v>
                </c:pt>
                <c:pt idx="3511">
                  <c:v>13.646385</c:v>
                </c:pt>
                <c:pt idx="3512">
                  <c:v>9.284015</c:v>
                </c:pt>
                <c:pt idx="3513">
                  <c:v>161.21</c:v>
                </c:pt>
                <c:pt idx="3514">
                  <c:v>8.337349</c:v>
                </c:pt>
                <c:pt idx="3515">
                  <c:v>3.898508</c:v>
                </c:pt>
                <c:pt idx="3516">
                  <c:v>31.010725</c:v>
                </c:pt>
                <c:pt idx="3517">
                  <c:v>0.725</c:v>
                </c:pt>
                <c:pt idx="3518">
                  <c:v>0.269407</c:v>
                </c:pt>
                <c:pt idx="3519">
                  <c:v>34.654318</c:v>
                </c:pt>
                <c:pt idx="3520">
                  <c:v>2.5</c:v>
                </c:pt>
                <c:pt idx="3521">
                  <c:v>8.8</c:v>
                </c:pt>
                <c:pt idx="3522">
                  <c:v>20</c:v>
                </c:pt>
              </c:numCache>
            </c:numRef>
          </c:yVal>
        </c:ser>
        <c:dLbls>
          <c:numFmt formatCode="#,##0" sourceLinked="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in val="0"/>
        </c:scaling>
        <c:delete val="0"/>
        <c:axPos val="l"/>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Ingresos en millones de USD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valAx>
      <c:valAx>
        <c:axId val="48650112"/>
        <c:scaling>
          <c:orientation val="minMax"/>
          <c:min val="0"/>
        </c:scaling>
        <c:delete val="0"/>
        <c:axPos val="b"/>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Presupuesto en millones de USD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B4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C316867-3C1D-44E6-A835-41C2510DD413}"/>
              </a:ext>
            </a:extLst>
          </p:cNvPr>
          <p:cNvSpPr>
            <a:spLocks xmlns:a="http://schemas.openxmlformats.org/drawingml/2006/main" noGrp="1"/>
          </p:cNvSpPr>
          <p:nvPr/>
        </p:nvSpPr>
        <p:spPr>
          <a:xfrm xmlns:a="http://schemas.openxmlformats.org/drawingml/2006/main">
            <a:off x="514350" y="32385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vl1pPr>
              <a:defRPr sz="3150" b="1">
                <a:solidFill>
                  <a:srgbClr val="FFFFFF"/>
                </a:solidFill>
                <a:latin typeface="Arial"/>
                <a:ea typeface="Arial"/>
                <a:cs typeface="Arial"/>
              </a:defRPr>
            </a:lvl1pPr>
            <a:lvl2pPr>
              <a:defRPr sz="3150" b="1">
                <a:solidFill>
                  <a:srgbClr val="FFFFFF"/>
                </a:solidFill>
                <a:latin typeface="Arial"/>
                <a:ea typeface="Arial"/>
                <a:cs typeface="Arial"/>
              </a:defRPr>
            </a:lvl2pPr>
            <a:lvl3pPr>
              <a:defRPr sz="3150" b="1">
                <a:solidFill>
                  <a:srgbClr val="FFFFFF"/>
                </a:solidFill>
                <a:latin typeface="Arial"/>
                <a:ea typeface="Arial"/>
                <a:cs typeface="Arial"/>
              </a:defRPr>
            </a:lvl3pPr>
            <a:lvl4pPr>
              <a:defRPr sz="3150" b="1">
                <a:solidFill>
                  <a:srgbClr val="FFFFFF"/>
                </a:solidFill>
                <a:latin typeface="Arial"/>
                <a:ea typeface="Arial"/>
                <a:cs typeface="Arial"/>
              </a:defRPr>
            </a:lvl4pPr>
            <a:lvl5pPr>
              <a:defRPr sz="3150" b="1">
                <a:solidFill>
                  <a:srgbClr val="FFFFFF"/>
                </a:solidFill>
                <a:latin typeface="Arial"/>
                <a:ea typeface="Arial"/>
                <a:cs typeface="Arial"/>
              </a:defRPr>
            </a:lvl5pPr>
            <a:lvl6pPr>
              <a:defRPr sz="3150" b="1">
                <a:solidFill>
                  <a:srgbClr val="FFFFFF"/>
                </a:solidFill>
                <a:latin typeface="Arial"/>
                <a:ea typeface="Arial"/>
                <a:cs typeface="Arial"/>
              </a:defRPr>
            </a:lvl6pPr>
            <a:lvl7pPr>
              <a:defRPr sz="3150" b="1">
                <a:solidFill>
                  <a:srgbClr val="FFFFFF"/>
                </a:solidFill>
                <a:latin typeface="Arial"/>
                <a:ea typeface="Arial"/>
                <a:cs typeface="Arial"/>
              </a:defRPr>
            </a:lvl7pPr>
            <a:lvl8pPr>
              <a:defRPr sz="3150" b="1">
                <a:solidFill>
                  <a:srgbClr val="FFFFFF"/>
                </a:solidFill>
                <a:latin typeface="Arial"/>
                <a:ea typeface="Arial"/>
                <a:cs typeface="Arial"/>
              </a:defRPr>
            </a:lvl8pPr>
            <a:lvl9pPr>
              <a:defRPr sz="3150" b="1">
                <a:solidFill>
                  <a:srgbClr val="FFFFFF"/>
                </a:solidFill>
                <a:latin typeface="Arial"/>
                <a:ea typeface="Arial"/>
                <a:cs typeface="Arial"/>
              </a:defRPr>
            </a:lvl9pPr>
          </a:lstStyle>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StreamView Analytics</a:t>
            </a:r>
          </a:p>
        </p:txBody>
      </p:sp>
      <p:sp>
        <p:nvSpPr>
          <p:cNvPr id="2" name="">
            <a:extLst xmlns:a="http://schemas.openxmlformats.org/drawingml/2006/main">
              <a:ext uri="{FF2B5EF4-FFF2-40B4-BE49-F238E27FC236}">
                <a16:creationId xmlns:a16="http://schemas.microsoft.com/office/drawing/2014/main" id="{F0BBC1BB-8238-46D4-BEEB-181E34519F55}"/>
              </a:ext>
            </a:extLst>
          </p:cNvPr>
          <p:cNvSpPr>
            <a:spLocks xmlns:a="http://schemas.openxmlformats.org/drawingml/2006/main" noGrp="1"/>
          </p:cNvSpPr>
          <p:nvPr/>
        </p:nvSpPr>
        <p:spPr>
          <a:xfrm xmlns:a="http://schemas.openxmlformats.org/drawingml/2006/main">
            <a:off x="11334750" y="63436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8C9D9"/>
                </a:solidFill>
                <a:latin typeface="Arial"/>
                <a:ea typeface="Arial"/>
                <a:cs typeface="Arial"/>
              </a:defRPr>
            </a:defPPr>
            <a:lvl1pPr>
              <a:defRPr sz="1275" b="0">
                <a:solidFill>
                  <a:srgbClr val="B8C9D9"/>
                </a:solidFill>
                <a:latin typeface="Arial"/>
                <a:ea typeface="Arial"/>
                <a:cs typeface="Arial"/>
              </a:defRPr>
            </a:lvl1pPr>
            <a:lvl2pPr>
              <a:defRPr sz="1275" b="0">
                <a:solidFill>
                  <a:srgbClr val="B8C9D9"/>
                </a:solidFill>
                <a:latin typeface="Arial"/>
                <a:ea typeface="Arial"/>
                <a:cs typeface="Arial"/>
              </a:defRPr>
            </a:lvl2pPr>
            <a:lvl3pPr>
              <a:defRPr sz="1275" b="0">
                <a:solidFill>
                  <a:srgbClr val="B8C9D9"/>
                </a:solidFill>
                <a:latin typeface="Arial"/>
                <a:ea typeface="Arial"/>
                <a:cs typeface="Arial"/>
              </a:defRPr>
            </a:lvl3pPr>
            <a:lvl4pPr>
              <a:defRPr sz="1275" b="0">
                <a:solidFill>
                  <a:srgbClr val="B8C9D9"/>
                </a:solidFill>
                <a:latin typeface="Arial"/>
                <a:ea typeface="Arial"/>
                <a:cs typeface="Arial"/>
              </a:defRPr>
            </a:lvl4pPr>
            <a:lvl5pPr>
              <a:defRPr sz="1275" b="0">
                <a:solidFill>
                  <a:srgbClr val="B8C9D9"/>
                </a:solidFill>
                <a:latin typeface="Arial"/>
                <a:ea typeface="Arial"/>
                <a:cs typeface="Arial"/>
              </a:defRPr>
            </a:lvl5pPr>
            <a:lvl6pPr>
              <a:defRPr sz="1275" b="0">
                <a:solidFill>
                  <a:srgbClr val="B8C9D9"/>
                </a:solidFill>
                <a:latin typeface="Arial"/>
                <a:ea typeface="Arial"/>
                <a:cs typeface="Arial"/>
              </a:defRPr>
            </a:lvl6pPr>
            <a:lvl7pPr>
              <a:defRPr sz="1275" b="0">
                <a:solidFill>
                  <a:srgbClr val="B8C9D9"/>
                </a:solidFill>
                <a:latin typeface="Arial"/>
                <a:ea typeface="Arial"/>
                <a:cs typeface="Arial"/>
              </a:defRPr>
            </a:lvl7pPr>
            <a:lvl8pPr>
              <a:defRPr sz="1275" b="0">
                <a:solidFill>
                  <a:srgbClr val="B8C9D9"/>
                </a:solidFill>
                <a:latin typeface="Arial"/>
                <a:ea typeface="Arial"/>
                <a:cs typeface="Arial"/>
              </a:defRPr>
            </a:lvl8pPr>
            <a:lvl9pPr>
              <a:defRPr sz="1275" b="0">
                <a:solidFill>
                  <a:srgbClr val="B8C9D9"/>
                </a:solidFill>
                <a:latin typeface="Arial"/>
                <a:ea typeface="Arial"/>
                <a:cs typeface="Arial"/>
              </a:defRPr>
            </a:lvl9pPr>
          </a:lstStyle>
          <a:p xmlns:a="http://schemas.openxmlformats.org/drawingml/2006/main">
            <a:pPr>
              <a:defRPr sz="1275" b="0">
                <a:solidFill>
                  <a:srgbClr val="B8C9D9"/>
                </a:solidFill>
                <a:latin typeface="Arial"/>
                <a:ea typeface="Arial"/>
                <a:cs typeface="Arial"/>
              </a:defRPr>
            </a:pPr>
            <a:r>
              <a:rPr sz="1275" b="0">
                <a:solidFill>
                  <a:srgbClr val="B8C9D9"/>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30652742-F00E-4CAF-8BF9-90DF1A994757}"/>
              </a:ext>
            </a:extLst>
          </p:cNvPr>
          <p:cNvSpPr>
            <a:spLocks xmlns:a="http://schemas.openxmlformats.org/drawingml/2006/main" noGrp="1"/>
          </p:cNvSpPr>
          <p:nvPr/>
        </p:nvSpPr>
        <p:spPr>
          <a:xfrm xmlns:a="http://schemas.openxmlformats.org/drawingml/2006/main">
            <a:off x="619125" y="1952625"/>
            <a:ext cx="10715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FFFFFF"/>
                </a:solidFill>
                <a:latin typeface="Arial"/>
                <a:ea typeface="Arial"/>
                <a:cs typeface="Arial"/>
              </a:defRPr>
            </a:defPPr>
            <a:lvl1pPr>
              <a:defRPr sz="4350" b="1">
                <a:solidFill>
                  <a:srgbClr val="FFFFFF"/>
                </a:solidFill>
                <a:latin typeface="Arial"/>
                <a:ea typeface="Arial"/>
                <a:cs typeface="Arial"/>
              </a:defRPr>
            </a:lvl1pPr>
            <a:lvl2pPr>
              <a:defRPr sz="4350" b="1">
                <a:solidFill>
                  <a:srgbClr val="FFFFFF"/>
                </a:solidFill>
                <a:latin typeface="Arial"/>
                <a:ea typeface="Arial"/>
                <a:cs typeface="Arial"/>
              </a:defRPr>
            </a:lvl2pPr>
            <a:lvl3pPr>
              <a:defRPr sz="4350" b="1">
                <a:solidFill>
                  <a:srgbClr val="FFFFFF"/>
                </a:solidFill>
                <a:latin typeface="Arial"/>
                <a:ea typeface="Arial"/>
                <a:cs typeface="Arial"/>
              </a:defRPr>
            </a:lvl3pPr>
            <a:lvl4pPr>
              <a:defRPr sz="4350" b="1">
                <a:solidFill>
                  <a:srgbClr val="FFFFFF"/>
                </a:solidFill>
                <a:latin typeface="Arial"/>
                <a:ea typeface="Arial"/>
                <a:cs typeface="Arial"/>
              </a:defRPr>
            </a:lvl4pPr>
            <a:lvl5pPr>
              <a:defRPr sz="4350" b="1">
                <a:solidFill>
                  <a:srgbClr val="FFFFFF"/>
                </a:solidFill>
                <a:latin typeface="Arial"/>
                <a:ea typeface="Arial"/>
                <a:cs typeface="Arial"/>
              </a:defRPr>
            </a:lvl5pPr>
            <a:lvl6pPr>
              <a:defRPr sz="4350" b="1">
                <a:solidFill>
                  <a:srgbClr val="FFFFFF"/>
                </a:solidFill>
                <a:latin typeface="Arial"/>
                <a:ea typeface="Arial"/>
                <a:cs typeface="Arial"/>
              </a:defRPr>
            </a:lvl6pPr>
            <a:lvl7pPr>
              <a:defRPr sz="4350" b="1">
                <a:solidFill>
                  <a:srgbClr val="FFFFFF"/>
                </a:solidFill>
                <a:latin typeface="Arial"/>
                <a:ea typeface="Arial"/>
                <a:cs typeface="Arial"/>
              </a:defRPr>
            </a:lvl7pPr>
            <a:lvl8pPr>
              <a:defRPr sz="4350" b="1">
                <a:solidFill>
                  <a:srgbClr val="FFFFFF"/>
                </a:solidFill>
                <a:latin typeface="Arial"/>
                <a:ea typeface="Arial"/>
                <a:cs typeface="Arial"/>
              </a:defRPr>
            </a:lvl8pPr>
            <a:lvl9pPr>
              <a:defRPr sz="4350" b="1">
                <a:solidFill>
                  <a:srgbClr val="FFFFFF"/>
                </a:solidFill>
                <a:latin typeface="Arial"/>
                <a:ea typeface="Arial"/>
                <a:cs typeface="Arial"/>
              </a:defRPr>
            </a:lvl9pPr>
          </a:lstStyle>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Análisis del catálogo</a:t>
            </a:r>
          </a:p>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de películas y series</a:t>
            </a:r>
          </a:p>
        </p:txBody>
      </p:sp>
      <p:sp>
        <p:nvSpPr>
          <p:cNvPr id="4" name="">
            <a:extLst xmlns:a="http://schemas.openxmlformats.org/drawingml/2006/main">
              <a:ext uri="{FF2B5EF4-FFF2-40B4-BE49-F238E27FC236}">
                <a16:creationId xmlns:a16="http://schemas.microsoft.com/office/drawing/2014/main" id="{5B4BC695-5F54-4915-B286-C0B6D4606CFA}"/>
              </a:ext>
            </a:extLst>
          </p:cNvPr>
          <p:cNvSpPr>
            <a:spLocks xmlns:a="http://schemas.openxmlformats.org/drawingml/2006/main" noGrp="1"/>
          </p:cNvSpPr>
          <p:nvPr/>
        </p:nvSpPr>
        <p:spPr>
          <a:xfrm xmlns:a="http://schemas.openxmlformats.org/drawingml/2006/main">
            <a:off x="619125" y="4000500"/>
            <a:ext cx="1071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D7E5F0"/>
                </a:solidFill>
                <a:latin typeface="Arial"/>
                <a:ea typeface="Arial"/>
                <a:cs typeface="Arial"/>
              </a:defRPr>
            </a:defPPr>
            <a:lvl1pPr>
              <a:defRPr sz="2400" b="0">
                <a:solidFill>
                  <a:srgbClr val="D7E5F0"/>
                </a:solidFill>
                <a:latin typeface="Arial"/>
                <a:ea typeface="Arial"/>
                <a:cs typeface="Arial"/>
              </a:defRPr>
            </a:lvl1pPr>
            <a:lvl2pPr>
              <a:defRPr sz="2400" b="0">
                <a:solidFill>
                  <a:srgbClr val="D7E5F0"/>
                </a:solidFill>
                <a:latin typeface="Arial"/>
                <a:ea typeface="Arial"/>
                <a:cs typeface="Arial"/>
              </a:defRPr>
            </a:lvl2pPr>
            <a:lvl3pPr>
              <a:defRPr sz="2400" b="0">
                <a:solidFill>
                  <a:srgbClr val="D7E5F0"/>
                </a:solidFill>
                <a:latin typeface="Arial"/>
                <a:ea typeface="Arial"/>
                <a:cs typeface="Arial"/>
              </a:defRPr>
            </a:lvl3pPr>
            <a:lvl4pPr>
              <a:defRPr sz="2400" b="0">
                <a:solidFill>
                  <a:srgbClr val="D7E5F0"/>
                </a:solidFill>
                <a:latin typeface="Arial"/>
                <a:ea typeface="Arial"/>
                <a:cs typeface="Arial"/>
              </a:defRPr>
            </a:lvl4pPr>
            <a:lvl5pPr>
              <a:defRPr sz="2400" b="0">
                <a:solidFill>
                  <a:srgbClr val="D7E5F0"/>
                </a:solidFill>
                <a:latin typeface="Arial"/>
                <a:ea typeface="Arial"/>
                <a:cs typeface="Arial"/>
              </a:defRPr>
            </a:lvl5pPr>
            <a:lvl6pPr>
              <a:defRPr sz="2400" b="0">
                <a:solidFill>
                  <a:srgbClr val="D7E5F0"/>
                </a:solidFill>
                <a:latin typeface="Arial"/>
                <a:ea typeface="Arial"/>
                <a:cs typeface="Arial"/>
              </a:defRPr>
            </a:lvl6pPr>
            <a:lvl7pPr>
              <a:defRPr sz="2400" b="0">
                <a:solidFill>
                  <a:srgbClr val="D7E5F0"/>
                </a:solidFill>
                <a:latin typeface="Arial"/>
                <a:ea typeface="Arial"/>
                <a:cs typeface="Arial"/>
              </a:defRPr>
            </a:lvl7pPr>
            <a:lvl8pPr>
              <a:defRPr sz="2400" b="0">
                <a:solidFill>
                  <a:srgbClr val="D7E5F0"/>
                </a:solidFill>
                <a:latin typeface="Arial"/>
                <a:ea typeface="Arial"/>
                <a:cs typeface="Arial"/>
              </a:defRPr>
            </a:lvl8pPr>
            <a:lvl9pPr>
              <a:defRPr sz="2400" b="0">
                <a:solidFill>
                  <a:srgbClr val="D7E5F0"/>
                </a:solidFill>
                <a:latin typeface="Arial"/>
                <a:ea typeface="Arial"/>
                <a:cs typeface="Arial"/>
              </a:defRPr>
            </a:lvl9pPr>
          </a:lstStyle>
          <a:p xmlns:a="http://schemas.openxmlformats.org/drawingml/2006/main">
            <a:pPr>
              <a:defRPr sz="2400" b="0">
                <a:solidFill>
                  <a:srgbClr val="D7E5F0"/>
                </a:solidFill>
                <a:latin typeface="Arial"/>
                <a:ea typeface="Arial"/>
                <a:cs typeface="Arial"/>
              </a:defRPr>
            </a:pPr>
            <a:r>
              <a:rPr sz="2400" b="0">
                <a:solidFill>
                  <a:srgbClr val="D7E5F0"/>
                </a:solidFill>
                <a:latin typeface="Arial"/>
                <a:ea typeface="Arial"/>
                <a:cs typeface="Arial"/>
              </a:rPr>
              <a:t>Python para Dirección y Power BI para Contenidos</a:t>
            </a:r>
          </a:p>
        </p:txBody>
      </p:sp>
      <p:sp>
        <p:nvSpPr>
          <p:cNvPr id="5" name="">
            <a:extLst xmlns:a="http://schemas.openxmlformats.org/drawingml/2006/main">
              <a:ext uri="{FF2B5EF4-FFF2-40B4-BE49-F238E27FC236}">
                <a16:creationId xmlns:a16="http://schemas.microsoft.com/office/drawing/2014/main" id="{0341F843-5F39-4B50-A247-F04A8674847C}"/>
              </a:ext>
            </a:extLst>
          </p:cNvPr>
          <p:cNvSpPr>
            <a:spLocks xmlns:a="http://schemas.openxmlformats.org/drawingml/2006/main" noGrp="1"/>
          </p:cNvSpPr>
          <p:nvPr/>
        </p:nvSpPr>
        <p:spPr>
          <a:xfrm xmlns:a="http://schemas.openxmlformats.org/drawingml/2006/main">
            <a:off x="619125" y="5191125"/>
            <a:ext cx="1071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28E2B"/>
                </a:solidFill>
                <a:latin typeface="Arial"/>
                <a:ea typeface="Arial"/>
                <a:cs typeface="Arial"/>
              </a:defRPr>
            </a:defPPr>
            <a:lvl1pPr>
              <a:defRPr sz="3150" b="1">
                <a:solidFill>
                  <a:srgbClr val="F28E2B"/>
                </a:solidFill>
                <a:latin typeface="Arial"/>
                <a:ea typeface="Arial"/>
                <a:cs typeface="Arial"/>
              </a:defRPr>
            </a:lvl1pPr>
            <a:lvl2pPr>
              <a:defRPr sz="3150" b="1">
                <a:solidFill>
                  <a:srgbClr val="F28E2B"/>
                </a:solidFill>
                <a:latin typeface="Arial"/>
                <a:ea typeface="Arial"/>
                <a:cs typeface="Arial"/>
              </a:defRPr>
            </a:lvl2pPr>
            <a:lvl3pPr>
              <a:defRPr sz="3150" b="1">
                <a:solidFill>
                  <a:srgbClr val="F28E2B"/>
                </a:solidFill>
                <a:latin typeface="Arial"/>
                <a:ea typeface="Arial"/>
                <a:cs typeface="Arial"/>
              </a:defRPr>
            </a:lvl3pPr>
            <a:lvl4pPr>
              <a:defRPr sz="3150" b="1">
                <a:solidFill>
                  <a:srgbClr val="F28E2B"/>
                </a:solidFill>
                <a:latin typeface="Arial"/>
                <a:ea typeface="Arial"/>
                <a:cs typeface="Arial"/>
              </a:defRPr>
            </a:lvl4pPr>
            <a:lvl5pPr>
              <a:defRPr sz="3150" b="1">
                <a:solidFill>
                  <a:srgbClr val="F28E2B"/>
                </a:solidFill>
                <a:latin typeface="Arial"/>
                <a:ea typeface="Arial"/>
                <a:cs typeface="Arial"/>
              </a:defRPr>
            </a:lvl5pPr>
            <a:lvl6pPr>
              <a:defRPr sz="3150" b="1">
                <a:solidFill>
                  <a:srgbClr val="F28E2B"/>
                </a:solidFill>
                <a:latin typeface="Arial"/>
                <a:ea typeface="Arial"/>
                <a:cs typeface="Arial"/>
              </a:defRPr>
            </a:lvl6pPr>
            <a:lvl7pPr>
              <a:defRPr sz="3150" b="1">
                <a:solidFill>
                  <a:srgbClr val="F28E2B"/>
                </a:solidFill>
                <a:latin typeface="Arial"/>
                <a:ea typeface="Arial"/>
                <a:cs typeface="Arial"/>
              </a:defRPr>
            </a:lvl7pPr>
            <a:lvl8pPr>
              <a:defRPr sz="3150" b="1">
                <a:solidFill>
                  <a:srgbClr val="F28E2B"/>
                </a:solidFill>
                <a:latin typeface="Arial"/>
                <a:ea typeface="Arial"/>
                <a:cs typeface="Arial"/>
              </a:defRPr>
            </a:lvl8pPr>
            <a:lvl9pPr>
              <a:defRPr sz="3150" b="1">
                <a:solidFill>
                  <a:srgbClr val="F28E2B"/>
                </a:solidFill>
                <a:latin typeface="Arial"/>
                <a:ea typeface="Arial"/>
                <a:cs typeface="Arial"/>
              </a:defRPr>
            </a:lvl9pPr>
          </a:lstStyle>
          <a:p xmlns:a="http://schemas.openxmlformats.org/drawingml/2006/main">
            <a:pPr>
              <a:defRPr sz="3150" b="1">
                <a:solidFill>
                  <a:srgbClr val="F28E2B"/>
                </a:solidFill>
                <a:latin typeface="Arial"/>
                <a:ea typeface="Arial"/>
                <a:cs typeface="Arial"/>
              </a:defRPr>
            </a:pPr>
            <a:r>
              <a:rPr sz="3150" b="1">
                <a:solidFill>
                  <a:srgbClr val="F28E2B"/>
                </a:solidFill>
                <a:latin typeface="Arial"/>
                <a:ea typeface="Arial"/>
                <a:cs typeface="Arial"/>
              </a:rPr>
              <a:t>31.991 títulos únicos</a:t>
            </a:r>
          </a:p>
        </p:txBody>
      </p:sp>
      <p:sp>
        <p:nvSpPr>
          <p:cNvPr id="6" name="">
            <a:extLst xmlns:a="http://schemas.openxmlformats.org/drawingml/2006/main">
              <a:ext uri="{FF2B5EF4-FFF2-40B4-BE49-F238E27FC236}">
                <a16:creationId xmlns:a16="http://schemas.microsoft.com/office/drawing/2014/main" id="{5CDD2129-6B21-4B9A-8332-6820E05CD501}"/>
              </a:ext>
            </a:extLst>
          </p:cNvPr>
          <p:cNvSpPr>
            <a:spLocks xmlns:a="http://schemas.openxmlformats.org/drawingml/2006/main" noGrp="1"/>
          </p:cNvSpPr>
          <p:nvPr/>
        </p:nvSpPr>
        <p:spPr>
          <a:xfrm xmlns:a="http://schemas.openxmlformats.org/drawingml/2006/main">
            <a:off x="619125" y="6000750"/>
            <a:ext cx="10715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D7E5F0"/>
                </a:solidFill>
                <a:latin typeface="Arial"/>
                <a:ea typeface="Arial"/>
                <a:cs typeface="Arial"/>
              </a:defRPr>
            </a:defPPr>
            <a:lvl1pPr>
              <a:defRPr sz="1725" b="0">
                <a:solidFill>
                  <a:srgbClr val="D7E5F0"/>
                </a:solidFill>
                <a:latin typeface="Arial"/>
                <a:ea typeface="Arial"/>
                <a:cs typeface="Arial"/>
              </a:defRPr>
            </a:lvl1pPr>
            <a:lvl2pPr>
              <a:defRPr sz="1725" b="0">
                <a:solidFill>
                  <a:srgbClr val="D7E5F0"/>
                </a:solidFill>
                <a:latin typeface="Arial"/>
                <a:ea typeface="Arial"/>
                <a:cs typeface="Arial"/>
              </a:defRPr>
            </a:lvl2pPr>
            <a:lvl3pPr>
              <a:defRPr sz="1725" b="0">
                <a:solidFill>
                  <a:srgbClr val="D7E5F0"/>
                </a:solidFill>
                <a:latin typeface="Arial"/>
                <a:ea typeface="Arial"/>
                <a:cs typeface="Arial"/>
              </a:defRPr>
            </a:lvl3pPr>
            <a:lvl4pPr>
              <a:defRPr sz="1725" b="0">
                <a:solidFill>
                  <a:srgbClr val="D7E5F0"/>
                </a:solidFill>
                <a:latin typeface="Arial"/>
                <a:ea typeface="Arial"/>
                <a:cs typeface="Arial"/>
              </a:defRPr>
            </a:lvl4pPr>
            <a:lvl5pPr>
              <a:defRPr sz="1725" b="0">
                <a:solidFill>
                  <a:srgbClr val="D7E5F0"/>
                </a:solidFill>
                <a:latin typeface="Arial"/>
                <a:ea typeface="Arial"/>
                <a:cs typeface="Arial"/>
              </a:defRPr>
            </a:lvl5pPr>
            <a:lvl6pPr>
              <a:defRPr sz="1725" b="0">
                <a:solidFill>
                  <a:srgbClr val="D7E5F0"/>
                </a:solidFill>
                <a:latin typeface="Arial"/>
                <a:ea typeface="Arial"/>
                <a:cs typeface="Arial"/>
              </a:defRPr>
            </a:lvl6pPr>
            <a:lvl7pPr>
              <a:defRPr sz="1725" b="0">
                <a:solidFill>
                  <a:srgbClr val="D7E5F0"/>
                </a:solidFill>
                <a:latin typeface="Arial"/>
                <a:ea typeface="Arial"/>
                <a:cs typeface="Arial"/>
              </a:defRPr>
            </a:lvl7pPr>
            <a:lvl8pPr>
              <a:defRPr sz="1725" b="0">
                <a:solidFill>
                  <a:srgbClr val="D7E5F0"/>
                </a:solidFill>
                <a:latin typeface="Arial"/>
                <a:ea typeface="Arial"/>
                <a:cs typeface="Arial"/>
              </a:defRPr>
            </a:lvl8pPr>
            <a:lvl9pPr>
              <a:defRPr sz="1725" b="0">
                <a:solidFill>
                  <a:srgbClr val="D7E5F0"/>
                </a:solidFill>
                <a:latin typeface="Arial"/>
                <a:ea typeface="Arial"/>
                <a:cs typeface="Arial"/>
              </a:defRPr>
            </a:lvl9pPr>
          </a:lstStyle>
          <a:p xmlns:a="http://schemas.openxmlformats.org/drawingml/2006/main">
            <a:pPr>
              <a:defRPr sz="1725" b="0">
                <a:solidFill>
                  <a:srgbClr val="D7E5F0"/>
                </a:solidFill>
                <a:latin typeface="Arial"/>
                <a:ea typeface="Arial"/>
                <a:cs typeface="Arial"/>
              </a:defRPr>
            </a:pPr>
            <a:r>
              <a:rPr sz="1725" b="0">
                <a:solidFill>
                  <a:srgbClr val="D7E5F0"/>
                </a:solidFill>
                <a:latin typeface="Arial"/>
                <a:ea typeface="Arial"/>
                <a:cs typeface="Arial"/>
              </a:rPr>
              <a:t>Vicente · Visualización de Datos · Octubre de 2026</a:t>
            </a:r>
          </a:p>
        </p:txBody>
      </p:sp>
    </p:spTree>
    <p:extLst>
      <p:ext uri="{BB962C8B-B14F-4D97-AF65-F5344CB8AC3E}">
        <p14:creationId xmlns:p14="http://schemas.microsoft.com/office/powerpoint/2010/main" val="86078776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55B878C-F0D7-429D-8CC6-4AAA1EF8BE36}"/>
              </a:ext>
            </a:extLst>
          </p:cNvPr>
          <p:cNvSpPr>
            <a:spLocks xmlns:a="http://schemas.openxmlformats.org/drawingml/2006/main" noGrp="1"/>
          </p:cNvSpPr>
          <p:nvPr/>
        </p:nvSpPr>
        <p:spPr>
          <a:xfrm xmlns:a="http://schemas.openxmlformats.org/drawingml/2006/main">
            <a:off x="514350" y="32385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F4E79"/>
                </a:solidFill>
                <a:latin typeface="Arial"/>
                <a:ea typeface="Arial"/>
                <a:cs typeface="Arial"/>
              </a:defRPr>
            </a:defPPr>
            <a:lvl1pPr>
              <a:defRPr sz="3150" b="1">
                <a:solidFill>
                  <a:srgbClr val="1F4E79"/>
                </a:solidFill>
                <a:latin typeface="Arial"/>
                <a:ea typeface="Arial"/>
                <a:cs typeface="Arial"/>
              </a:defRPr>
            </a:lvl1pPr>
            <a:lvl2pPr>
              <a:defRPr sz="3150" b="1">
                <a:solidFill>
                  <a:srgbClr val="1F4E79"/>
                </a:solidFill>
                <a:latin typeface="Arial"/>
                <a:ea typeface="Arial"/>
                <a:cs typeface="Arial"/>
              </a:defRPr>
            </a:lvl2pPr>
            <a:lvl3pPr>
              <a:defRPr sz="3150" b="1">
                <a:solidFill>
                  <a:srgbClr val="1F4E79"/>
                </a:solidFill>
                <a:latin typeface="Arial"/>
                <a:ea typeface="Arial"/>
                <a:cs typeface="Arial"/>
              </a:defRPr>
            </a:lvl3pPr>
            <a:lvl4pPr>
              <a:defRPr sz="3150" b="1">
                <a:solidFill>
                  <a:srgbClr val="1F4E79"/>
                </a:solidFill>
                <a:latin typeface="Arial"/>
                <a:ea typeface="Arial"/>
                <a:cs typeface="Arial"/>
              </a:defRPr>
            </a:lvl4pPr>
            <a:lvl5pPr>
              <a:defRPr sz="3150" b="1">
                <a:solidFill>
                  <a:srgbClr val="1F4E79"/>
                </a:solidFill>
                <a:latin typeface="Arial"/>
                <a:ea typeface="Arial"/>
                <a:cs typeface="Arial"/>
              </a:defRPr>
            </a:lvl5pPr>
            <a:lvl6pPr>
              <a:defRPr sz="3150" b="1">
                <a:solidFill>
                  <a:srgbClr val="1F4E79"/>
                </a:solidFill>
                <a:latin typeface="Arial"/>
                <a:ea typeface="Arial"/>
                <a:cs typeface="Arial"/>
              </a:defRPr>
            </a:lvl6pPr>
            <a:lvl7pPr>
              <a:defRPr sz="3150" b="1">
                <a:solidFill>
                  <a:srgbClr val="1F4E79"/>
                </a:solidFill>
                <a:latin typeface="Arial"/>
                <a:ea typeface="Arial"/>
                <a:cs typeface="Arial"/>
              </a:defRPr>
            </a:lvl7pPr>
            <a:lvl8pPr>
              <a:defRPr sz="3150" b="1">
                <a:solidFill>
                  <a:srgbClr val="1F4E79"/>
                </a:solidFill>
                <a:latin typeface="Arial"/>
                <a:ea typeface="Arial"/>
                <a:cs typeface="Arial"/>
              </a:defRPr>
            </a:lvl8pPr>
            <a:lvl9pPr>
              <a:defRPr sz="3150" b="1">
                <a:solidFill>
                  <a:srgbClr val="1F4E79"/>
                </a:solidFill>
                <a:latin typeface="Arial"/>
                <a:ea typeface="Arial"/>
                <a:cs typeface="Arial"/>
              </a:defRPr>
            </a:lvl9pPr>
          </a:lstStyle>
          <a:p xmlns:a="http://schemas.openxmlformats.org/drawingml/2006/main">
            <a:pPr>
              <a:defRPr sz="3150" b="1">
                <a:solidFill>
                  <a:srgbClr val="1F4E79"/>
                </a:solidFill>
                <a:latin typeface="Arial"/>
                <a:ea typeface="Arial"/>
                <a:cs typeface="Arial"/>
              </a:defRPr>
            </a:pPr>
            <a:r>
              <a:rPr sz="3150" b="1">
                <a:solidFill>
                  <a:srgbClr val="1F4E79"/>
                </a:solidFill>
                <a:latin typeface="Arial"/>
                <a:ea typeface="Arial"/>
                <a:cs typeface="Arial"/>
              </a:rPr>
              <a:t>Problema y audiencias</a:t>
            </a:r>
          </a:p>
        </p:txBody>
      </p:sp>
      <p:sp>
        <p:nvSpPr>
          <p:cNvPr id="2" name="">
            <a:extLst xmlns:a="http://schemas.openxmlformats.org/drawingml/2006/main">
              <a:ext uri="{FF2B5EF4-FFF2-40B4-BE49-F238E27FC236}">
                <a16:creationId xmlns:a16="http://schemas.microsoft.com/office/drawing/2014/main" id="{BE29FF29-0C44-4FEA-B730-18855311C867}"/>
              </a:ext>
            </a:extLst>
          </p:cNvPr>
          <p:cNvSpPr>
            <a:spLocks xmlns:a="http://schemas.openxmlformats.org/drawingml/2006/main" noGrp="1"/>
          </p:cNvSpPr>
          <p:nvPr/>
        </p:nvSpPr>
        <p:spPr>
          <a:xfrm xmlns:a="http://schemas.openxmlformats.org/drawingml/2006/main">
            <a:off x="11334750" y="63436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F6F7F"/>
                </a:solidFill>
                <a:latin typeface="Arial"/>
                <a:ea typeface="Arial"/>
                <a:cs typeface="Arial"/>
              </a:defRPr>
            </a:defPPr>
            <a:lvl1pPr>
              <a:defRPr sz="1275" b="0">
                <a:solidFill>
                  <a:srgbClr val="5F6F7F"/>
                </a:solidFill>
                <a:latin typeface="Arial"/>
                <a:ea typeface="Arial"/>
                <a:cs typeface="Arial"/>
              </a:defRPr>
            </a:lvl1pPr>
            <a:lvl2pPr>
              <a:defRPr sz="1275" b="0">
                <a:solidFill>
                  <a:srgbClr val="5F6F7F"/>
                </a:solidFill>
                <a:latin typeface="Arial"/>
                <a:ea typeface="Arial"/>
                <a:cs typeface="Arial"/>
              </a:defRPr>
            </a:lvl2pPr>
            <a:lvl3pPr>
              <a:defRPr sz="1275" b="0">
                <a:solidFill>
                  <a:srgbClr val="5F6F7F"/>
                </a:solidFill>
                <a:latin typeface="Arial"/>
                <a:ea typeface="Arial"/>
                <a:cs typeface="Arial"/>
              </a:defRPr>
            </a:lvl3pPr>
            <a:lvl4pPr>
              <a:defRPr sz="1275" b="0">
                <a:solidFill>
                  <a:srgbClr val="5F6F7F"/>
                </a:solidFill>
                <a:latin typeface="Arial"/>
                <a:ea typeface="Arial"/>
                <a:cs typeface="Arial"/>
              </a:defRPr>
            </a:lvl4pPr>
            <a:lvl5pPr>
              <a:defRPr sz="1275" b="0">
                <a:solidFill>
                  <a:srgbClr val="5F6F7F"/>
                </a:solidFill>
                <a:latin typeface="Arial"/>
                <a:ea typeface="Arial"/>
                <a:cs typeface="Arial"/>
              </a:defRPr>
            </a:lvl5pPr>
            <a:lvl6pPr>
              <a:defRPr sz="1275" b="0">
                <a:solidFill>
                  <a:srgbClr val="5F6F7F"/>
                </a:solidFill>
                <a:latin typeface="Arial"/>
                <a:ea typeface="Arial"/>
                <a:cs typeface="Arial"/>
              </a:defRPr>
            </a:lvl6pPr>
            <a:lvl7pPr>
              <a:defRPr sz="1275" b="0">
                <a:solidFill>
                  <a:srgbClr val="5F6F7F"/>
                </a:solidFill>
                <a:latin typeface="Arial"/>
                <a:ea typeface="Arial"/>
                <a:cs typeface="Arial"/>
              </a:defRPr>
            </a:lvl7pPr>
            <a:lvl8pPr>
              <a:defRPr sz="1275" b="0">
                <a:solidFill>
                  <a:srgbClr val="5F6F7F"/>
                </a:solidFill>
                <a:latin typeface="Arial"/>
                <a:ea typeface="Arial"/>
                <a:cs typeface="Arial"/>
              </a:defRPr>
            </a:lvl8pPr>
            <a:lvl9pPr>
              <a:defRPr sz="1275" b="0">
                <a:solidFill>
                  <a:srgbClr val="5F6F7F"/>
                </a:solidFill>
                <a:latin typeface="Arial"/>
                <a:ea typeface="Arial"/>
                <a:cs typeface="Arial"/>
              </a:defRPr>
            </a:lvl9pPr>
          </a:lstStyle>
          <a:p xmlns:a="http://schemas.openxmlformats.org/drawingml/2006/main">
            <a:pPr>
              <a:defRPr sz="1275" b="0">
                <a:solidFill>
                  <a:srgbClr val="5F6F7F"/>
                </a:solidFill>
                <a:latin typeface="Arial"/>
                <a:ea typeface="Arial"/>
                <a:cs typeface="Arial"/>
              </a:defRPr>
            </a:pPr>
            <a:r>
              <a:rPr sz="1275" b="0">
                <a:solidFill>
                  <a:srgbClr val="5F6F7F"/>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91EDEADE-B378-4E7A-99B4-6EB8B4AF7C61}"/>
              </a:ext>
            </a:extLst>
          </p:cNvPr>
          <p:cNvSpPr>
            <a:spLocks xmlns:a="http://schemas.openxmlformats.org/drawingml/2006/main" noGrp="1"/>
          </p:cNvSpPr>
          <p:nvPr/>
        </p:nvSpPr>
        <p:spPr>
          <a:xfrm xmlns:a="http://schemas.openxmlformats.org/drawingml/2006/main">
            <a:off x="619125" y="13335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84A"/>
                </a:solidFill>
                <a:latin typeface="Arial"/>
                <a:ea typeface="Arial"/>
                <a:cs typeface="Arial"/>
              </a:defRPr>
            </a:defPPr>
            <a:lvl1pPr>
              <a:defRPr sz="2325" b="0">
                <a:solidFill>
                  <a:srgbClr val="26384A"/>
                </a:solidFill>
                <a:latin typeface="Arial"/>
                <a:ea typeface="Arial"/>
                <a:cs typeface="Arial"/>
              </a:defRPr>
            </a:lvl1pPr>
            <a:lvl2pPr>
              <a:defRPr sz="2325" b="0">
                <a:solidFill>
                  <a:srgbClr val="26384A"/>
                </a:solidFill>
                <a:latin typeface="Arial"/>
                <a:ea typeface="Arial"/>
                <a:cs typeface="Arial"/>
              </a:defRPr>
            </a:lvl2pPr>
            <a:lvl3pPr>
              <a:defRPr sz="2325" b="0">
                <a:solidFill>
                  <a:srgbClr val="26384A"/>
                </a:solidFill>
                <a:latin typeface="Arial"/>
                <a:ea typeface="Arial"/>
                <a:cs typeface="Arial"/>
              </a:defRPr>
            </a:lvl3pPr>
            <a:lvl4pPr>
              <a:defRPr sz="2325" b="0">
                <a:solidFill>
                  <a:srgbClr val="26384A"/>
                </a:solidFill>
                <a:latin typeface="Arial"/>
                <a:ea typeface="Arial"/>
                <a:cs typeface="Arial"/>
              </a:defRPr>
            </a:lvl4pPr>
            <a:lvl5pPr>
              <a:defRPr sz="2325" b="0">
                <a:solidFill>
                  <a:srgbClr val="26384A"/>
                </a:solidFill>
                <a:latin typeface="Arial"/>
                <a:ea typeface="Arial"/>
                <a:cs typeface="Arial"/>
              </a:defRPr>
            </a:lvl5pPr>
            <a:lvl6pPr>
              <a:defRPr sz="2325" b="0">
                <a:solidFill>
                  <a:srgbClr val="26384A"/>
                </a:solidFill>
                <a:latin typeface="Arial"/>
                <a:ea typeface="Arial"/>
                <a:cs typeface="Arial"/>
              </a:defRPr>
            </a:lvl6pPr>
            <a:lvl7pPr>
              <a:defRPr sz="2325" b="0">
                <a:solidFill>
                  <a:srgbClr val="26384A"/>
                </a:solidFill>
                <a:latin typeface="Arial"/>
                <a:ea typeface="Arial"/>
                <a:cs typeface="Arial"/>
              </a:defRPr>
            </a:lvl7pPr>
            <a:lvl8pPr>
              <a:defRPr sz="2325" b="0">
                <a:solidFill>
                  <a:srgbClr val="26384A"/>
                </a:solidFill>
                <a:latin typeface="Arial"/>
                <a:ea typeface="Arial"/>
                <a:cs typeface="Arial"/>
              </a:defRPr>
            </a:lvl8pPr>
            <a:lvl9pPr>
              <a:defRPr sz="2325" b="0">
                <a:solidFill>
                  <a:srgbClr val="26384A"/>
                </a:solidFill>
                <a:latin typeface="Arial"/>
                <a:ea typeface="Arial"/>
                <a:cs typeface="Arial"/>
              </a:defRPr>
            </a:lvl9pPr>
          </a:lstStyle>
          <a:p xmlns:a="http://schemas.openxmlformats.org/drawingml/2006/main">
            <a:pPr>
              <a:defRPr sz="2325" b="0">
                <a:solidFill>
                  <a:srgbClr val="26384A"/>
                </a:solidFill>
                <a:latin typeface="Arial"/>
                <a:ea typeface="Arial"/>
                <a:cs typeface="Arial"/>
              </a:defRPr>
            </a:pPr>
            <a:r>
              <a:rPr sz="2325" b="0">
                <a:solidFill>
                  <a:srgbClr val="26384A"/>
                </a:solidFill>
                <a:latin typeface="Arial"/>
                <a:ea typeface="Arial"/>
                <a:cs typeface="Arial"/>
              </a:rPr>
              <a:t>Objetivo: comparar contenidos con evidencia consistente.</a:t>
            </a:r>
          </a:p>
        </p:txBody>
      </p:sp>
      <p:sp>
        <p:nvSpPr>
          <p:cNvPr id="4" name="">
            <a:extLst xmlns:a="http://schemas.openxmlformats.org/drawingml/2006/main">
              <a:ext uri="{FF2B5EF4-FFF2-40B4-BE49-F238E27FC236}">
                <a16:creationId xmlns:a16="http://schemas.microsoft.com/office/drawing/2014/main" id="{13A526B3-EF8D-4D0E-93A8-2E5AF93F2AC8}"/>
              </a:ext>
            </a:extLst>
          </p:cNvPr>
          <p:cNvSpPr>
            <a:spLocks xmlns:a="http://schemas.openxmlformats.org/drawingml/2006/main" noGrp="1"/>
          </p:cNvSpPr>
          <p:nvPr/>
        </p:nvSpPr>
        <p:spPr>
          <a:xfrm xmlns:a="http://schemas.openxmlformats.org/drawingml/2006/main">
            <a:off x="619125" y="24288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F4E79"/>
                </a:solidFill>
                <a:latin typeface="Arial"/>
                <a:ea typeface="Arial"/>
                <a:cs typeface="Arial"/>
              </a:defRPr>
            </a:defPPr>
            <a:lvl1pPr>
              <a:defRPr sz="2850" b="1">
                <a:solidFill>
                  <a:srgbClr val="1F4E79"/>
                </a:solidFill>
                <a:latin typeface="Arial"/>
                <a:ea typeface="Arial"/>
                <a:cs typeface="Arial"/>
              </a:defRPr>
            </a:lvl1pPr>
            <a:lvl2pPr>
              <a:defRPr sz="2850" b="1">
                <a:solidFill>
                  <a:srgbClr val="1F4E79"/>
                </a:solidFill>
                <a:latin typeface="Arial"/>
                <a:ea typeface="Arial"/>
                <a:cs typeface="Arial"/>
              </a:defRPr>
            </a:lvl2pPr>
            <a:lvl3pPr>
              <a:defRPr sz="2850" b="1">
                <a:solidFill>
                  <a:srgbClr val="1F4E79"/>
                </a:solidFill>
                <a:latin typeface="Arial"/>
                <a:ea typeface="Arial"/>
                <a:cs typeface="Arial"/>
              </a:defRPr>
            </a:lvl3pPr>
            <a:lvl4pPr>
              <a:defRPr sz="2850" b="1">
                <a:solidFill>
                  <a:srgbClr val="1F4E79"/>
                </a:solidFill>
                <a:latin typeface="Arial"/>
                <a:ea typeface="Arial"/>
                <a:cs typeface="Arial"/>
              </a:defRPr>
            </a:lvl4pPr>
            <a:lvl5pPr>
              <a:defRPr sz="2850" b="1">
                <a:solidFill>
                  <a:srgbClr val="1F4E79"/>
                </a:solidFill>
                <a:latin typeface="Arial"/>
                <a:ea typeface="Arial"/>
                <a:cs typeface="Arial"/>
              </a:defRPr>
            </a:lvl5pPr>
            <a:lvl6pPr>
              <a:defRPr sz="2850" b="1">
                <a:solidFill>
                  <a:srgbClr val="1F4E79"/>
                </a:solidFill>
                <a:latin typeface="Arial"/>
                <a:ea typeface="Arial"/>
                <a:cs typeface="Arial"/>
              </a:defRPr>
            </a:lvl6pPr>
            <a:lvl7pPr>
              <a:defRPr sz="2850" b="1">
                <a:solidFill>
                  <a:srgbClr val="1F4E79"/>
                </a:solidFill>
                <a:latin typeface="Arial"/>
                <a:ea typeface="Arial"/>
                <a:cs typeface="Arial"/>
              </a:defRPr>
            </a:lvl7pPr>
            <a:lvl8pPr>
              <a:defRPr sz="2850" b="1">
                <a:solidFill>
                  <a:srgbClr val="1F4E79"/>
                </a:solidFill>
                <a:latin typeface="Arial"/>
                <a:ea typeface="Arial"/>
                <a:cs typeface="Arial"/>
              </a:defRPr>
            </a:lvl8pPr>
            <a:lvl9pPr>
              <a:defRPr sz="2850" b="1">
                <a:solidFill>
                  <a:srgbClr val="1F4E79"/>
                </a:solidFill>
                <a:latin typeface="Arial"/>
                <a:ea typeface="Arial"/>
                <a:cs typeface="Arial"/>
              </a:defRPr>
            </a:lvl9pPr>
          </a:lstStyle>
          <a:p xmlns:a="http://schemas.openxmlformats.org/drawingml/2006/main">
            <a:pPr>
              <a:defRPr sz="2850" b="1">
                <a:solidFill>
                  <a:srgbClr val="1F4E79"/>
                </a:solidFill>
                <a:latin typeface="Arial"/>
                <a:ea typeface="Arial"/>
                <a:cs typeface="Arial"/>
              </a:defRPr>
            </a:pPr>
            <a:r>
              <a:rPr sz="2850" b="1">
                <a:solidFill>
                  <a:srgbClr val="1F4E79"/>
                </a:solidFill>
                <a:latin typeface="Arial"/>
                <a:ea typeface="Arial"/>
                <a:cs typeface="Arial"/>
              </a:rPr>
              <a:t>Directorio y Gerencia General</a:t>
            </a:r>
          </a:p>
        </p:txBody>
      </p:sp>
      <p:sp>
        <p:nvSpPr>
          <p:cNvPr id="5" name="">
            <a:extLst xmlns:a="http://schemas.openxmlformats.org/drawingml/2006/main">
              <a:ext uri="{FF2B5EF4-FFF2-40B4-BE49-F238E27FC236}">
                <a16:creationId xmlns:a16="http://schemas.microsoft.com/office/drawing/2014/main" id="{53339E6C-7BCA-40BB-B133-16FD19546730}"/>
              </a:ext>
            </a:extLst>
          </p:cNvPr>
          <p:cNvSpPr>
            <a:spLocks xmlns:a="http://schemas.openxmlformats.org/drawingml/2006/main" noGrp="1"/>
          </p:cNvSpPr>
          <p:nvPr/>
        </p:nvSpPr>
        <p:spPr>
          <a:xfrm xmlns:a="http://schemas.openxmlformats.org/drawingml/2006/main">
            <a:off x="619125" y="30956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384A"/>
                </a:solidFill>
                <a:latin typeface="Arial"/>
                <a:ea typeface="Arial"/>
                <a:cs typeface="Arial"/>
              </a:defRPr>
            </a:defPPr>
            <a:lvl1pPr>
              <a:defRPr sz="2175" b="0">
                <a:solidFill>
                  <a:srgbClr val="26384A"/>
                </a:solidFill>
                <a:latin typeface="Arial"/>
                <a:ea typeface="Arial"/>
                <a:cs typeface="Arial"/>
              </a:defRPr>
            </a:lvl1pPr>
            <a:lvl2pPr>
              <a:defRPr sz="2175" b="0">
                <a:solidFill>
                  <a:srgbClr val="26384A"/>
                </a:solidFill>
                <a:latin typeface="Arial"/>
                <a:ea typeface="Arial"/>
                <a:cs typeface="Arial"/>
              </a:defRPr>
            </a:lvl2pPr>
            <a:lvl3pPr>
              <a:defRPr sz="2175" b="0">
                <a:solidFill>
                  <a:srgbClr val="26384A"/>
                </a:solidFill>
                <a:latin typeface="Arial"/>
                <a:ea typeface="Arial"/>
                <a:cs typeface="Arial"/>
              </a:defRPr>
            </a:lvl3pPr>
            <a:lvl4pPr>
              <a:defRPr sz="2175" b="0">
                <a:solidFill>
                  <a:srgbClr val="26384A"/>
                </a:solidFill>
                <a:latin typeface="Arial"/>
                <a:ea typeface="Arial"/>
                <a:cs typeface="Arial"/>
              </a:defRPr>
            </a:lvl4pPr>
            <a:lvl5pPr>
              <a:defRPr sz="2175" b="0">
                <a:solidFill>
                  <a:srgbClr val="26384A"/>
                </a:solidFill>
                <a:latin typeface="Arial"/>
                <a:ea typeface="Arial"/>
                <a:cs typeface="Arial"/>
              </a:defRPr>
            </a:lvl5pPr>
            <a:lvl6pPr>
              <a:defRPr sz="2175" b="0">
                <a:solidFill>
                  <a:srgbClr val="26384A"/>
                </a:solidFill>
                <a:latin typeface="Arial"/>
                <a:ea typeface="Arial"/>
                <a:cs typeface="Arial"/>
              </a:defRPr>
            </a:lvl6pPr>
            <a:lvl7pPr>
              <a:defRPr sz="2175" b="0">
                <a:solidFill>
                  <a:srgbClr val="26384A"/>
                </a:solidFill>
                <a:latin typeface="Arial"/>
                <a:ea typeface="Arial"/>
                <a:cs typeface="Arial"/>
              </a:defRPr>
            </a:lvl7pPr>
            <a:lvl8pPr>
              <a:defRPr sz="2175" b="0">
                <a:solidFill>
                  <a:srgbClr val="26384A"/>
                </a:solidFill>
                <a:latin typeface="Arial"/>
                <a:ea typeface="Arial"/>
                <a:cs typeface="Arial"/>
              </a:defRPr>
            </a:lvl8pPr>
            <a:lvl9pPr>
              <a:defRPr sz="2175" b="0">
                <a:solidFill>
                  <a:srgbClr val="26384A"/>
                </a:solidFill>
                <a:latin typeface="Arial"/>
                <a:ea typeface="Arial"/>
                <a:cs typeface="Arial"/>
              </a:defRPr>
            </a:lvl9pPr>
          </a:lstStyle>
          <a:p xmlns:a="http://schemas.openxmlformats.org/drawingml/2006/main">
            <a:pPr>
              <a:defRPr sz="2175" b="0">
                <a:solidFill>
                  <a:srgbClr val="26384A"/>
                </a:solidFill>
                <a:latin typeface="Arial"/>
                <a:ea typeface="Arial"/>
                <a:cs typeface="Arial"/>
              </a:defRPr>
            </a:pPr>
            <a:r>
              <a:rPr sz="2175" b="0">
                <a:solidFill>
                  <a:srgbClr val="26384A"/>
                </a:solidFill>
                <a:latin typeface="Arial"/>
                <a:ea typeface="Arial"/>
                <a:cs typeface="Arial"/>
              </a:rPr>
              <a:t>Python, Streamlit y Plotly para explorar el catálogo.</a:t>
            </a:r>
          </a:p>
        </p:txBody>
      </p:sp>
      <p:sp>
        <p:nvSpPr>
          <p:cNvPr id="6" name="">
            <a:extLst xmlns:a="http://schemas.openxmlformats.org/drawingml/2006/main">
              <a:ext uri="{FF2B5EF4-FFF2-40B4-BE49-F238E27FC236}">
                <a16:creationId xmlns:a16="http://schemas.microsoft.com/office/drawing/2014/main" id="{33748FB8-276B-4047-85BE-D20FFFED6CBB}"/>
              </a:ext>
            </a:extLst>
          </p:cNvPr>
          <p:cNvSpPr>
            <a:spLocks xmlns:a="http://schemas.openxmlformats.org/drawingml/2006/main" noGrp="1"/>
          </p:cNvSpPr>
          <p:nvPr/>
        </p:nvSpPr>
        <p:spPr>
          <a:xfrm xmlns:a="http://schemas.openxmlformats.org/drawingml/2006/main">
            <a:off x="619125" y="43338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F28E2B"/>
                </a:solidFill>
                <a:latin typeface="Arial"/>
                <a:ea typeface="Arial"/>
                <a:cs typeface="Arial"/>
              </a:defRPr>
            </a:defPPr>
            <a:lvl1pPr>
              <a:defRPr sz="2850" b="1">
                <a:solidFill>
                  <a:srgbClr val="F28E2B"/>
                </a:solidFill>
                <a:latin typeface="Arial"/>
                <a:ea typeface="Arial"/>
                <a:cs typeface="Arial"/>
              </a:defRPr>
            </a:lvl1pPr>
            <a:lvl2pPr>
              <a:defRPr sz="2850" b="1">
                <a:solidFill>
                  <a:srgbClr val="F28E2B"/>
                </a:solidFill>
                <a:latin typeface="Arial"/>
                <a:ea typeface="Arial"/>
                <a:cs typeface="Arial"/>
              </a:defRPr>
            </a:lvl2pPr>
            <a:lvl3pPr>
              <a:defRPr sz="2850" b="1">
                <a:solidFill>
                  <a:srgbClr val="F28E2B"/>
                </a:solidFill>
                <a:latin typeface="Arial"/>
                <a:ea typeface="Arial"/>
                <a:cs typeface="Arial"/>
              </a:defRPr>
            </a:lvl3pPr>
            <a:lvl4pPr>
              <a:defRPr sz="2850" b="1">
                <a:solidFill>
                  <a:srgbClr val="F28E2B"/>
                </a:solidFill>
                <a:latin typeface="Arial"/>
                <a:ea typeface="Arial"/>
                <a:cs typeface="Arial"/>
              </a:defRPr>
            </a:lvl4pPr>
            <a:lvl5pPr>
              <a:defRPr sz="2850" b="1">
                <a:solidFill>
                  <a:srgbClr val="F28E2B"/>
                </a:solidFill>
                <a:latin typeface="Arial"/>
                <a:ea typeface="Arial"/>
                <a:cs typeface="Arial"/>
              </a:defRPr>
            </a:lvl5pPr>
            <a:lvl6pPr>
              <a:defRPr sz="2850" b="1">
                <a:solidFill>
                  <a:srgbClr val="F28E2B"/>
                </a:solidFill>
                <a:latin typeface="Arial"/>
                <a:ea typeface="Arial"/>
                <a:cs typeface="Arial"/>
              </a:defRPr>
            </a:lvl6pPr>
            <a:lvl7pPr>
              <a:defRPr sz="2850" b="1">
                <a:solidFill>
                  <a:srgbClr val="F28E2B"/>
                </a:solidFill>
                <a:latin typeface="Arial"/>
                <a:ea typeface="Arial"/>
                <a:cs typeface="Arial"/>
              </a:defRPr>
            </a:lvl7pPr>
            <a:lvl8pPr>
              <a:defRPr sz="2850" b="1">
                <a:solidFill>
                  <a:srgbClr val="F28E2B"/>
                </a:solidFill>
                <a:latin typeface="Arial"/>
                <a:ea typeface="Arial"/>
                <a:cs typeface="Arial"/>
              </a:defRPr>
            </a:lvl8pPr>
            <a:lvl9pPr>
              <a:defRPr sz="2850" b="1">
                <a:solidFill>
                  <a:srgbClr val="F28E2B"/>
                </a:solidFill>
                <a:latin typeface="Arial"/>
                <a:ea typeface="Arial"/>
                <a:cs typeface="Arial"/>
              </a:defRPr>
            </a:lvl9pPr>
          </a:lstStyle>
          <a:p xmlns:a="http://schemas.openxmlformats.org/drawingml/2006/main">
            <a:pPr>
              <a:defRPr sz="2850" b="1">
                <a:solidFill>
                  <a:srgbClr val="F28E2B"/>
                </a:solidFill>
                <a:latin typeface="Arial"/>
                <a:ea typeface="Arial"/>
                <a:cs typeface="Arial"/>
              </a:defRPr>
            </a:pPr>
            <a:r>
              <a:rPr sz="2850" b="1">
                <a:solidFill>
                  <a:srgbClr val="F28E2B"/>
                </a:solidFill>
                <a:latin typeface="Arial"/>
                <a:ea typeface="Arial"/>
                <a:cs typeface="Arial"/>
              </a:rPr>
              <a:t>Contenidos y Adquisición</a:t>
            </a:r>
          </a:p>
        </p:txBody>
      </p:sp>
      <p:sp>
        <p:nvSpPr>
          <p:cNvPr id="7" name="">
            <a:extLst xmlns:a="http://schemas.openxmlformats.org/drawingml/2006/main">
              <a:ext uri="{FF2B5EF4-FFF2-40B4-BE49-F238E27FC236}">
                <a16:creationId xmlns:a16="http://schemas.microsoft.com/office/drawing/2014/main" id="{0A877156-0ED8-44B7-8E6D-7E2BE0DE85CE}"/>
              </a:ext>
            </a:extLst>
          </p:cNvPr>
          <p:cNvSpPr>
            <a:spLocks xmlns:a="http://schemas.openxmlformats.org/drawingml/2006/main" noGrp="1"/>
          </p:cNvSpPr>
          <p:nvPr/>
        </p:nvSpPr>
        <p:spPr>
          <a:xfrm xmlns:a="http://schemas.openxmlformats.org/drawingml/2006/main">
            <a:off x="619125" y="500062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384A"/>
                </a:solidFill>
                <a:latin typeface="Arial"/>
                <a:ea typeface="Arial"/>
                <a:cs typeface="Arial"/>
              </a:defRPr>
            </a:defPPr>
            <a:lvl1pPr>
              <a:defRPr sz="2175" b="0">
                <a:solidFill>
                  <a:srgbClr val="26384A"/>
                </a:solidFill>
                <a:latin typeface="Arial"/>
                <a:ea typeface="Arial"/>
                <a:cs typeface="Arial"/>
              </a:defRPr>
            </a:lvl1pPr>
            <a:lvl2pPr>
              <a:defRPr sz="2175" b="0">
                <a:solidFill>
                  <a:srgbClr val="26384A"/>
                </a:solidFill>
                <a:latin typeface="Arial"/>
                <a:ea typeface="Arial"/>
                <a:cs typeface="Arial"/>
              </a:defRPr>
            </a:lvl2pPr>
            <a:lvl3pPr>
              <a:defRPr sz="2175" b="0">
                <a:solidFill>
                  <a:srgbClr val="26384A"/>
                </a:solidFill>
                <a:latin typeface="Arial"/>
                <a:ea typeface="Arial"/>
                <a:cs typeface="Arial"/>
              </a:defRPr>
            </a:lvl3pPr>
            <a:lvl4pPr>
              <a:defRPr sz="2175" b="0">
                <a:solidFill>
                  <a:srgbClr val="26384A"/>
                </a:solidFill>
                <a:latin typeface="Arial"/>
                <a:ea typeface="Arial"/>
                <a:cs typeface="Arial"/>
              </a:defRPr>
            </a:lvl4pPr>
            <a:lvl5pPr>
              <a:defRPr sz="2175" b="0">
                <a:solidFill>
                  <a:srgbClr val="26384A"/>
                </a:solidFill>
                <a:latin typeface="Arial"/>
                <a:ea typeface="Arial"/>
                <a:cs typeface="Arial"/>
              </a:defRPr>
            </a:lvl5pPr>
            <a:lvl6pPr>
              <a:defRPr sz="2175" b="0">
                <a:solidFill>
                  <a:srgbClr val="26384A"/>
                </a:solidFill>
                <a:latin typeface="Arial"/>
                <a:ea typeface="Arial"/>
                <a:cs typeface="Arial"/>
              </a:defRPr>
            </a:lvl6pPr>
            <a:lvl7pPr>
              <a:defRPr sz="2175" b="0">
                <a:solidFill>
                  <a:srgbClr val="26384A"/>
                </a:solidFill>
                <a:latin typeface="Arial"/>
                <a:ea typeface="Arial"/>
                <a:cs typeface="Arial"/>
              </a:defRPr>
            </a:lvl7pPr>
            <a:lvl8pPr>
              <a:defRPr sz="2175" b="0">
                <a:solidFill>
                  <a:srgbClr val="26384A"/>
                </a:solidFill>
                <a:latin typeface="Arial"/>
                <a:ea typeface="Arial"/>
                <a:cs typeface="Arial"/>
              </a:defRPr>
            </a:lvl8pPr>
            <a:lvl9pPr>
              <a:defRPr sz="2175" b="0">
                <a:solidFill>
                  <a:srgbClr val="26384A"/>
                </a:solidFill>
                <a:latin typeface="Arial"/>
                <a:ea typeface="Arial"/>
                <a:cs typeface="Arial"/>
              </a:defRPr>
            </a:lvl9pPr>
          </a:lstStyle>
          <a:p xmlns:a="http://schemas.openxmlformats.org/drawingml/2006/main">
            <a:pPr>
              <a:defRPr sz="2175" b="0">
                <a:solidFill>
                  <a:srgbClr val="26384A"/>
                </a:solidFill>
                <a:latin typeface="Arial"/>
                <a:ea typeface="Arial"/>
                <a:cs typeface="Arial"/>
              </a:defRPr>
            </a:pPr>
            <a:r>
              <a:rPr sz="2175" b="0">
                <a:solidFill>
                  <a:srgbClr val="26384A"/>
                </a:solidFill>
                <a:latin typeface="Arial"/>
                <a:ea typeface="Arial"/>
                <a:cs typeface="Arial"/>
              </a:rPr>
              <a:t>Power BI para comparar títulos y datos financieros.</a:t>
            </a:r>
          </a:p>
        </p:txBody>
      </p:sp>
    </p:spTree>
    <p:extLst>
      <p:ext uri="{BB962C8B-B14F-4D97-AF65-F5344CB8AC3E}">
        <p14:creationId xmlns:p14="http://schemas.microsoft.com/office/powerpoint/2010/main" val="65581316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1FB62B6-294B-4260-89F0-018C17670D92}"/>
              </a:ext>
            </a:extLst>
          </p:cNvPr>
          <p:cNvSpPr>
            <a:spLocks xmlns:a="http://schemas.openxmlformats.org/drawingml/2006/main" noGrp="1"/>
          </p:cNvSpPr>
          <p:nvPr/>
        </p:nvSpPr>
        <p:spPr>
          <a:xfrm xmlns:a="http://schemas.openxmlformats.org/drawingml/2006/main">
            <a:off x="514350" y="32385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F4E79"/>
                </a:solidFill>
                <a:latin typeface="Arial"/>
                <a:ea typeface="Arial"/>
                <a:cs typeface="Arial"/>
              </a:defRPr>
            </a:defPPr>
            <a:lvl1pPr>
              <a:defRPr sz="3150" b="1">
                <a:solidFill>
                  <a:srgbClr val="1F4E79"/>
                </a:solidFill>
                <a:latin typeface="Arial"/>
                <a:ea typeface="Arial"/>
                <a:cs typeface="Arial"/>
              </a:defRPr>
            </a:lvl1pPr>
            <a:lvl2pPr>
              <a:defRPr sz="3150" b="1">
                <a:solidFill>
                  <a:srgbClr val="1F4E79"/>
                </a:solidFill>
                <a:latin typeface="Arial"/>
                <a:ea typeface="Arial"/>
                <a:cs typeface="Arial"/>
              </a:defRPr>
            </a:lvl2pPr>
            <a:lvl3pPr>
              <a:defRPr sz="3150" b="1">
                <a:solidFill>
                  <a:srgbClr val="1F4E79"/>
                </a:solidFill>
                <a:latin typeface="Arial"/>
                <a:ea typeface="Arial"/>
                <a:cs typeface="Arial"/>
              </a:defRPr>
            </a:lvl3pPr>
            <a:lvl4pPr>
              <a:defRPr sz="3150" b="1">
                <a:solidFill>
                  <a:srgbClr val="1F4E79"/>
                </a:solidFill>
                <a:latin typeface="Arial"/>
                <a:ea typeface="Arial"/>
                <a:cs typeface="Arial"/>
              </a:defRPr>
            </a:lvl4pPr>
            <a:lvl5pPr>
              <a:defRPr sz="3150" b="1">
                <a:solidFill>
                  <a:srgbClr val="1F4E79"/>
                </a:solidFill>
                <a:latin typeface="Arial"/>
                <a:ea typeface="Arial"/>
                <a:cs typeface="Arial"/>
              </a:defRPr>
            </a:lvl5pPr>
            <a:lvl6pPr>
              <a:defRPr sz="3150" b="1">
                <a:solidFill>
                  <a:srgbClr val="1F4E79"/>
                </a:solidFill>
                <a:latin typeface="Arial"/>
                <a:ea typeface="Arial"/>
                <a:cs typeface="Arial"/>
              </a:defRPr>
            </a:lvl6pPr>
            <a:lvl7pPr>
              <a:defRPr sz="3150" b="1">
                <a:solidFill>
                  <a:srgbClr val="1F4E79"/>
                </a:solidFill>
                <a:latin typeface="Arial"/>
                <a:ea typeface="Arial"/>
                <a:cs typeface="Arial"/>
              </a:defRPr>
            </a:lvl7pPr>
            <a:lvl8pPr>
              <a:defRPr sz="3150" b="1">
                <a:solidFill>
                  <a:srgbClr val="1F4E79"/>
                </a:solidFill>
                <a:latin typeface="Arial"/>
                <a:ea typeface="Arial"/>
                <a:cs typeface="Arial"/>
              </a:defRPr>
            </a:lvl8pPr>
            <a:lvl9pPr>
              <a:defRPr sz="3150" b="1">
                <a:solidFill>
                  <a:srgbClr val="1F4E79"/>
                </a:solidFill>
                <a:latin typeface="Arial"/>
                <a:ea typeface="Arial"/>
                <a:cs typeface="Arial"/>
              </a:defRPr>
            </a:lvl9pPr>
          </a:lstStyle>
          <a:p xmlns:a="http://schemas.openxmlformats.org/drawingml/2006/main">
            <a:pPr>
              <a:defRPr sz="3150" b="1">
                <a:solidFill>
                  <a:srgbClr val="1F4E79"/>
                </a:solidFill>
                <a:latin typeface="Arial"/>
                <a:ea typeface="Arial"/>
                <a:cs typeface="Arial"/>
              </a:defRPr>
            </a:pPr>
            <a:r>
              <a:rPr sz="3150" b="1">
                <a:solidFill>
                  <a:srgbClr val="1F4E79"/>
                </a:solidFill>
                <a:latin typeface="Arial"/>
                <a:ea typeface="Arial"/>
                <a:cs typeface="Arial"/>
              </a:rPr>
              <a:t>Fuentes y arquitectura</a:t>
            </a:r>
          </a:p>
        </p:txBody>
      </p:sp>
      <p:sp>
        <p:nvSpPr>
          <p:cNvPr id="2" name="">
            <a:extLst xmlns:a="http://schemas.openxmlformats.org/drawingml/2006/main">
              <a:ext uri="{FF2B5EF4-FFF2-40B4-BE49-F238E27FC236}">
                <a16:creationId xmlns:a16="http://schemas.microsoft.com/office/drawing/2014/main" id="{0020DA91-28AE-4260-B857-FCCD67386D04}"/>
              </a:ext>
            </a:extLst>
          </p:cNvPr>
          <p:cNvSpPr>
            <a:spLocks xmlns:a="http://schemas.openxmlformats.org/drawingml/2006/main" noGrp="1"/>
          </p:cNvSpPr>
          <p:nvPr/>
        </p:nvSpPr>
        <p:spPr>
          <a:xfrm xmlns:a="http://schemas.openxmlformats.org/drawingml/2006/main">
            <a:off x="11334750" y="63436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F6F7F"/>
                </a:solidFill>
                <a:latin typeface="Arial"/>
                <a:ea typeface="Arial"/>
                <a:cs typeface="Arial"/>
              </a:defRPr>
            </a:defPPr>
            <a:lvl1pPr>
              <a:defRPr sz="1275" b="0">
                <a:solidFill>
                  <a:srgbClr val="5F6F7F"/>
                </a:solidFill>
                <a:latin typeface="Arial"/>
                <a:ea typeface="Arial"/>
                <a:cs typeface="Arial"/>
              </a:defRPr>
            </a:lvl1pPr>
            <a:lvl2pPr>
              <a:defRPr sz="1275" b="0">
                <a:solidFill>
                  <a:srgbClr val="5F6F7F"/>
                </a:solidFill>
                <a:latin typeface="Arial"/>
                <a:ea typeface="Arial"/>
                <a:cs typeface="Arial"/>
              </a:defRPr>
            </a:lvl2pPr>
            <a:lvl3pPr>
              <a:defRPr sz="1275" b="0">
                <a:solidFill>
                  <a:srgbClr val="5F6F7F"/>
                </a:solidFill>
                <a:latin typeface="Arial"/>
                <a:ea typeface="Arial"/>
                <a:cs typeface="Arial"/>
              </a:defRPr>
            </a:lvl3pPr>
            <a:lvl4pPr>
              <a:defRPr sz="1275" b="0">
                <a:solidFill>
                  <a:srgbClr val="5F6F7F"/>
                </a:solidFill>
                <a:latin typeface="Arial"/>
                <a:ea typeface="Arial"/>
                <a:cs typeface="Arial"/>
              </a:defRPr>
            </a:lvl4pPr>
            <a:lvl5pPr>
              <a:defRPr sz="1275" b="0">
                <a:solidFill>
                  <a:srgbClr val="5F6F7F"/>
                </a:solidFill>
                <a:latin typeface="Arial"/>
                <a:ea typeface="Arial"/>
                <a:cs typeface="Arial"/>
              </a:defRPr>
            </a:lvl5pPr>
            <a:lvl6pPr>
              <a:defRPr sz="1275" b="0">
                <a:solidFill>
                  <a:srgbClr val="5F6F7F"/>
                </a:solidFill>
                <a:latin typeface="Arial"/>
                <a:ea typeface="Arial"/>
                <a:cs typeface="Arial"/>
              </a:defRPr>
            </a:lvl6pPr>
            <a:lvl7pPr>
              <a:defRPr sz="1275" b="0">
                <a:solidFill>
                  <a:srgbClr val="5F6F7F"/>
                </a:solidFill>
                <a:latin typeface="Arial"/>
                <a:ea typeface="Arial"/>
                <a:cs typeface="Arial"/>
              </a:defRPr>
            </a:lvl7pPr>
            <a:lvl8pPr>
              <a:defRPr sz="1275" b="0">
                <a:solidFill>
                  <a:srgbClr val="5F6F7F"/>
                </a:solidFill>
                <a:latin typeface="Arial"/>
                <a:ea typeface="Arial"/>
                <a:cs typeface="Arial"/>
              </a:defRPr>
            </a:lvl8pPr>
            <a:lvl9pPr>
              <a:defRPr sz="1275" b="0">
                <a:solidFill>
                  <a:srgbClr val="5F6F7F"/>
                </a:solidFill>
                <a:latin typeface="Arial"/>
                <a:ea typeface="Arial"/>
                <a:cs typeface="Arial"/>
              </a:defRPr>
            </a:lvl9pPr>
          </a:lstStyle>
          <a:p xmlns:a="http://schemas.openxmlformats.org/drawingml/2006/main">
            <a:pPr>
              <a:defRPr sz="1275" b="0">
                <a:solidFill>
                  <a:srgbClr val="5F6F7F"/>
                </a:solidFill>
                <a:latin typeface="Arial"/>
                <a:ea typeface="Arial"/>
                <a:cs typeface="Arial"/>
              </a:defRPr>
            </a:pPr>
            <a:r>
              <a:rPr sz="1275" b="0">
                <a:solidFill>
                  <a:srgbClr val="5F6F7F"/>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738767EF-0D27-4824-90A1-356707999775}"/>
              </a:ext>
            </a:extLst>
          </p:cNvPr>
          <p:cNvSpPr>
            <a:spLocks xmlns:a="http://schemas.openxmlformats.org/drawingml/2006/main" noGrp="1"/>
          </p:cNvSpPr>
          <p:nvPr/>
        </p:nvSpPr>
        <p:spPr>
          <a:xfrm xmlns:a="http://schemas.openxmlformats.org/drawingml/2006/main">
            <a:off x="619125" y="13811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F4E79"/>
                </a:solidFill>
                <a:latin typeface="Arial"/>
                <a:ea typeface="Arial"/>
                <a:cs typeface="Arial"/>
              </a:defRPr>
            </a:defPPr>
            <a:lvl1pPr>
              <a:defRPr sz="2550" b="1">
                <a:solidFill>
                  <a:srgbClr val="1F4E79"/>
                </a:solidFill>
                <a:latin typeface="Arial"/>
                <a:ea typeface="Arial"/>
                <a:cs typeface="Arial"/>
              </a:defRPr>
            </a:lvl1pPr>
            <a:lvl2pPr>
              <a:defRPr sz="2550" b="1">
                <a:solidFill>
                  <a:srgbClr val="1F4E79"/>
                </a:solidFill>
                <a:latin typeface="Arial"/>
                <a:ea typeface="Arial"/>
                <a:cs typeface="Arial"/>
              </a:defRPr>
            </a:lvl2pPr>
            <a:lvl3pPr>
              <a:defRPr sz="2550" b="1">
                <a:solidFill>
                  <a:srgbClr val="1F4E79"/>
                </a:solidFill>
                <a:latin typeface="Arial"/>
                <a:ea typeface="Arial"/>
                <a:cs typeface="Arial"/>
              </a:defRPr>
            </a:lvl3pPr>
            <a:lvl4pPr>
              <a:defRPr sz="2550" b="1">
                <a:solidFill>
                  <a:srgbClr val="1F4E79"/>
                </a:solidFill>
                <a:latin typeface="Arial"/>
                <a:ea typeface="Arial"/>
                <a:cs typeface="Arial"/>
              </a:defRPr>
            </a:lvl4pPr>
            <a:lvl5pPr>
              <a:defRPr sz="2550" b="1">
                <a:solidFill>
                  <a:srgbClr val="1F4E79"/>
                </a:solidFill>
                <a:latin typeface="Arial"/>
                <a:ea typeface="Arial"/>
                <a:cs typeface="Arial"/>
              </a:defRPr>
            </a:lvl5pPr>
            <a:lvl6pPr>
              <a:defRPr sz="2550" b="1">
                <a:solidFill>
                  <a:srgbClr val="1F4E79"/>
                </a:solidFill>
                <a:latin typeface="Arial"/>
                <a:ea typeface="Arial"/>
                <a:cs typeface="Arial"/>
              </a:defRPr>
            </a:lvl6pPr>
            <a:lvl7pPr>
              <a:defRPr sz="2550" b="1">
                <a:solidFill>
                  <a:srgbClr val="1F4E79"/>
                </a:solidFill>
                <a:latin typeface="Arial"/>
                <a:ea typeface="Arial"/>
                <a:cs typeface="Arial"/>
              </a:defRPr>
            </a:lvl7pPr>
            <a:lvl8pPr>
              <a:defRPr sz="2550" b="1">
                <a:solidFill>
                  <a:srgbClr val="1F4E79"/>
                </a:solidFill>
                <a:latin typeface="Arial"/>
                <a:ea typeface="Arial"/>
                <a:cs typeface="Arial"/>
              </a:defRPr>
            </a:lvl8pPr>
            <a:lvl9pPr>
              <a:defRPr sz="2550" b="1">
                <a:solidFill>
                  <a:srgbClr val="1F4E79"/>
                </a:solidFill>
                <a:latin typeface="Arial"/>
                <a:ea typeface="Arial"/>
                <a:cs typeface="Arial"/>
              </a:defRPr>
            </a:lvl9pPr>
          </a:lstStyle>
          <a:p xmlns:a="http://schemas.openxmlformats.org/drawingml/2006/main">
            <a:pPr>
              <a:defRPr sz="2550" b="1">
                <a:solidFill>
                  <a:srgbClr val="1F4E79"/>
                </a:solidFill>
                <a:latin typeface="Arial"/>
                <a:ea typeface="Arial"/>
                <a:cs typeface="Arial"/>
              </a:defRPr>
            </a:pPr>
            <a:r>
              <a:rPr sz="2550" b="1">
                <a:solidFill>
                  <a:srgbClr val="1F4E79"/>
                </a:solidFill>
                <a:latin typeface="Arial"/>
                <a:ea typeface="Arial"/>
                <a:cs typeface="Arial"/>
              </a:rPr>
              <a:t>Dos CSV: películas y series hasta 2025</a:t>
            </a:r>
          </a:p>
        </p:txBody>
      </p:sp>
      <p:sp>
        <p:nvSpPr>
          <p:cNvPr id="4" name="">
            <a:extLst xmlns:a="http://schemas.openxmlformats.org/drawingml/2006/main">
              <a:ext uri="{FF2B5EF4-FFF2-40B4-BE49-F238E27FC236}">
                <a16:creationId xmlns:a16="http://schemas.microsoft.com/office/drawing/2014/main" id="{DBDFF5E4-3FBA-47CD-8F55-7FD7DD8214A0}"/>
              </a:ext>
            </a:extLst>
          </p:cNvPr>
          <p:cNvSpPr>
            <a:spLocks xmlns:a="http://schemas.openxmlformats.org/drawingml/2006/main" noGrp="1"/>
          </p:cNvSpPr>
          <p:nvPr/>
        </p:nvSpPr>
        <p:spPr>
          <a:xfrm xmlns:a="http://schemas.openxmlformats.org/drawingml/2006/main">
            <a:off x="619125" y="21431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384A"/>
                </a:solidFill>
                <a:latin typeface="Arial"/>
                <a:ea typeface="Arial"/>
                <a:cs typeface="Arial"/>
              </a:defRPr>
            </a:defPPr>
            <a:lvl1pPr>
              <a:defRPr sz="2175" b="0">
                <a:solidFill>
                  <a:srgbClr val="26384A"/>
                </a:solidFill>
                <a:latin typeface="Arial"/>
                <a:ea typeface="Arial"/>
                <a:cs typeface="Arial"/>
              </a:defRPr>
            </a:lvl1pPr>
            <a:lvl2pPr>
              <a:defRPr sz="2175" b="0">
                <a:solidFill>
                  <a:srgbClr val="26384A"/>
                </a:solidFill>
                <a:latin typeface="Arial"/>
                <a:ea typeface="Arial"/>
                <a:cs typeface="Arial"/>
              </a:defRPr>
            </a:lvl2pPr>
            <a:lvl3pPr>
              <a:defRPr sz="2175" b="0">
                <a:solidFill>
                  <a:srgbClr val="26384A"/>
                </a:solidFill>
                <a:latin typeface="Arial"/>
                <a:ea typeface="Arial"/>
                <a:cs typeface="Arial"/>
              </a:defRPr>
            </a:lvl3pPr>
            <a:lvl4pPr>
              <a:defRPr sz="2175" b="0">
                <a:solidFill>
                  <a:srgbClr val="26384A"/>
                </a:solidFill>
                <a:latin typeface="Arial"/>
                <a:ea typeface="Arial"/>
                <a:cs typeface="Arial"/>
              </a:defRPr>
            </a:lvl4pPr>
            <a:lvl5pPr>
              <a:defRPr sz="2175" b="0">
                <a:solidFill>
                  <a:srgbClr val="26384A"/>
                </a:solidFill>
                <a:latin typeface="Arial"/>
                <a:ea typeface="Arial"/>
                <a:cs typeface="Arial"/>
              </a:defRPr>
            </a:lvl5pPr>
            <a:lvl6pPr>
              <a:defRPr sz="2175" b="0">
                <a:solidFill>
                  <a:srgbClr val="26384A"/>
                </a:solidFill>
                <a:latin typeface="Arial"/>
                <a:ea typeface="Arial"/>
                <a:cs typeface="Arial"/>
              </a:defRPr>
            </a:lvl6pPr>
            <a:lvl7pPr>
              <a:defRPr sz="2175" b="0">
                <a:solidFill>
                  <a:srgbClr val="26384A"/>
                </a:solidFill>
                <a:latin typeface="Arial"/>
                <a:ea typeface="Arial"/>
                <a:cs typeface="Arial"/>
              </a:defRPr>
            </a:lvl7pPr>
            <a:lvl8pPr>
              <a:defRPr sz="2175" b="0">
                <a:solidFill>
                  <a:srgbClr val="26384A"/>
                </a:solidFill>
                <a:latin typeface="Arial"/>
                <a:ea typeface="Arial"/>
                <a:cs typeface="Arial"/>
              </a:defRPr>
            </a:lvl8pPr>
            <a:lvl9pPr>
              <a:defRPr sz="2175" b="0">
                <a:solidFill>
                  <a:srgbClr val="26384A"/>
                </a:solidFill>
                <a:latin typeface="Arial"/>
                <a:ea typeface="Arial"/>
                <a:cs typeface="Arial"/>
              </a:defRPr>
            </a:lvl9pPr>
          </a:lstStyle>
          <a:p xmlns:a="http://schemas.openxmlformats.org/drawingml/2006/main">
            <a:pPr>
              <a:defRPr sz="2175" b="0">
                <a:solidFill>
                  <a:srgbClr val="26384A"/>
                </a:solidFill>
                <a:latin typeface="Arial"/>
                <a:ea typeface="Arial"/>
                <a:cs typeface="Arial"/>
              </a:defRPr>
            </a:pPr>
            <a:r>
              <a:rPr sz="2175" b="0">
                <a:solidFill>
                  <a:srgbClr val="26384A"/>
                </a:solidFill>
                <a:latin typeface="Arial"/>
                <a:ea typeface="Arial"/>
                <a:cs typeface="Arial"/>
              </a:rPr>
              <a:t>Python prepara los datos y elimina nueve duplicados.</a:t>
            </a:r>
          </a:p>
        </p:txBody>
      </p:sp>
      <p:sp>
        <p:nvSpPr>
          <p:cNvPr id="5" name="">
            <a:extLst xmlns:a="http://schemas.openxmlformats.org/drawingml/2006/main">
              <a:ext uri="{FF2B5EF4-FFF2-40B4-BE49-F238E27FC236}">
                <a16:creationId xmlns:a16="http://schemas.microsoft.com/office/drawing/2014/main" id="{E7AB23EE-319B-44F2-A8AF-B03A7CF5DCE1}"/>
              </a:ext>
            </a:extLst>
          </p:cNvPr>
          <p:cNvSpPr>
            <a:spLocks xmlns:a="http://schemas.openxmlformats.org/drawingml/2006/main" noGrp="1"/>
          </p:cNvSpPr>
          <p:nvPr/>
        </p:nvSpPr>
        <p:spPr>
          <a:xfrm xmlns:a="http://schemas.openxmlformats.org/drawingml/2006/main">
            <a:off x="619125" y="31908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F28E2B"/>
                </a:solidFill>
                <a:latin typeface="Arial"/>
                <a:ea typeface="Arial"/>
                <a:cs typeface="Arial"/>
              </a:defRPr>
            </a:defPPr>
            <a:lvl1pPr>
              <a:defRPr sz="2400" b="1">
                <a:solidFill>
                  <a:srgbClr val="F28E2B"/>
                </a:solidFill>
                <a:latin typeface="Arial"/>
                <a:ea typeface="Arial"/>
                <a:cs typeface="Arial"/>
              </a:defRPr>
            </a:lvl1pPr>
            <a:lvl2pPr>
              <a:defRPr sz="2400" b="1">
                <a:solidFill>
                  <a:srgbClr val="F28E2B"/>
                </a:solidFill>
                <a:latin typeface="Arial"/>
                <a:ea typeface="Arial"/>
                <a:cs typeface="Arial"/>
              </a:defRPr>
            </a:lvl2pPr>
            <a:lvl3pPr>
              <a:defRPr sz="2400" b="1">
                <a:solidFill>
                  <a:srgbClr val="F28E2B"/>
                </a:solidFill>
                <a:latin typeface="Arial"/>
                <a:ea typeface="Arial"/>
                <a:cs typeface="Arial"/>
              </a:defRPr>
            </a:lvl3pPr>
            <a:lvl4pPr>
              <a:defRPr sz="2400" b="1">
                <a:solidFill>
                  <a:srgbClr val="F28E2B"/>
                </a:solidFill>
                <a:latin typeface="Arial"/>
                <a:ea typeface="Arial"/>
                <a:cs typeface="Arial"/>
              </a:defRPr>
            </a:lvl4pPr>
            <a:lvl5pPr>
              <a:defRPr sz="2400" b="1">
                <a:solidFill>
                  <a:srgbClr val="F28E2B"/>
                </a:solidFill>
                <a:latin typeface="Arial"/>
                <a:ea typeface="Arial"/>
                <a:cs typeface="Arial"/>
              </a:defRPr>
            </a:lvl5pPr>
            <a:lvl6pPr>
              <a:defRPr sz="2400" b="1">
                <a:solidFill>
                  <a:srgbClr val="F28E2B"/>
                </a:solidFill>
                <a:latin typeface="Arial"/>
                <a:ea typeface="Arial"/>
                <a:cs typeface="Arial"/>
              </a:defRPr>
            </a:lvl6pPr>
            <a:lvl7pPr>
              <a:defRPr sz="2400" b="1">
                <a:solidFill>
                  <a:srgbClr val="F28E2B"/>
                </a:solidFill>
                <a:latin typeface="Arial"/>
                <a:ea typeface="Arial"/>
                <a:cs typeface="Arial"/>
              </a:defRPr>
            </a:lvl7pPr>
            <a:lvl8pPr>
              <a:defRPr sz="2400" b="1">
                <a:solidFill>
                  <a:srgbClr val="F28E2B"/>
                </a:solidFill>
                <a:latin typeface="Arial"/>
                <a:ea typeface="Arial"/>
                <a:cs typeface="Arial"/>
              </a:defRPr>
            </a:lvl8pPr>
            <a:lvl9pPr>
              <a:defRPr sz="2400" b="1">
                <a:solidFill>
                  <a:srgbClr val="F28E2B"/>
                </a:solidFill>
                <a:latin typeface="Arial"/>
                <a:ea typeface="Arial"/>
                <a:cs typeface="Arial"/>
              </a:defRPr>
            </a:lvl9pPr>
          </a:lstStyle>
          <a:p xmlns:a="http://schemas.openxmlformats.org/drawingml/2006/main">
            <a:pPr>
              <a:defRPr sz="2400" b="1">
                <a:solidFill>
                  <a:srgbClr val="F28E2B"/>
                </a:solidFill>
                <a:latin typeface="Arial"/>
                <a:ea typeface="Arial"/>
                <a:cs typeface="Arial"/>
              </a:defRPr>
            </a:pPr>
            <a:r>
              <a:rPr sz="2400" b="1">
                <a:solidFill>
                  <a:srgbClr val="F28E2B"/>
                </a:solidFill>
                <a:latin typeface="Arial"/>
                <a:ea typeface="Arial"/>
                <a:cs typeface="Arial"/>
              </a:rPr>
              <a:t>Catálogo común: 16.000 películas y 15.991 series</a:t>
            </a:r>
          </a:p>
        </p:txBody>
      </p:sp>
      <p:sp>
        <p:nvSpPr>
          <p:cNvPr id="6" name="">
            <a:extLst xmlns:a="http://schemas.openxmlformats.org/drawingml/2006/main">
              <a:ext uri="{FF2B5EF4-FFF2-40B4-BE49-F238E27FC236}">
                <a16:creationId xmlns:a16="http://schemas.microsoft.com/office/drawing/2014/main" id="{53C7B108-694B-45CB-B19F-046FCE1B9DF1}"/>
              </a:ext>
            </a:extLst>
          </p:cNvPr>
          <p:cNvSpPr>
            <a:spLocks xmlns:a="http://schemas.openxmlformats.org/drawingml/2006/main" noGrp="1"/>
          </p:cNvSpPr>
          <p:nvPr/>
        </p:nvSpPr>
        <p:spPr>
          <a:xfrm xmlns:a="http://schemas.openxmlformats.org/drawingml/2006/main">
            <a:off x="619125" y="41433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384A"/>
                </a:solidFill>
                <a:latin typeface="Arial"/>
                <a:ea typeface="Arial"/>
                <a:cs typeface="Arial"/>
              </a:defRPr>
            </a:defPPr>
            <a:lvl1pPr>
              <a:defRPr sz="2175" b="0">
                <a:solidFill>
                  <a:srgbClr val="26384A"/>
                </a:solidFill>
                <a:latin typeface="Arial"/>
                <a:ea typeface="Arial"/>
                <a:cs typeface="Arial"/>
              </a:defRPr>
            </a:lvl1pPr>
            <a:lvl2pPr>
              <a:defRPr sz="2175" b="0">
                <a:solidFill>
                  <a:srgbClr val="26384A"/>
                </a:solidFill>
                <a:latin typeface="Arial"/>
                <a:ea typeface="Arial"/>
                <a:cs typeface="Arial"/>
              </a:defRPr>
            </a:lvl2pPr>
            <a:lvl3pPr>
              <a:defRPr sz="2175" b="0">
                <a:solidFill>
                  <a:srgbClr val="26384A"/>
                </a:solidFill>
                <a:latin typeface="Arial"/>
                <a:ea typeface="Arial"/>
                <a:cs typeface="Arial"/>
              </a:defRPr>
            </a:lvl3pPr>
            <a:lvl4pPr>
              <a:defRPr sz="2175" b="0">
                <a:solidFill>
                  <a:srgbClr val="26384A"/>
                </a:solidFill>
                <a:latin typeface="Arial"/>
                <a:ea typeface="Arial"/>
                <a:cs typeface="Arial"/>
              </a:defRPr>
            </a:lvl4pPr>
            <a:lvl5pPr>
              <a:defRPr sz="2175" b="0">
                <a:solidFill>
                  <a:srgbClr val="26384A"/>
                </a:solidFill>
                <a:latin typeface="Arial"/>
                <a:ea typeface="Arial"/>
                <a:cs typeface="Arial"/>
              </a:defRPr>
            </a:lvl5pPr>
            <a:lvl6pPr>
              <a:defRPr sz="2175" b="0">
                <a:solidFill>
                  <a:srgbClr val="26384A"/>
                </a:solidFill>
                <a:latin typeface="Arial"/>
                <a:ea typeface="Arial"/>
                <a:cs typeface="Arial"/>
              </a:defRPr>
            </a:lvl6pPr>
            <a:lvl7pPr>
              <a:defRPr sz="2175" b="0">
                <a:solidFill>
                  <a:srgbClr val="26384A"/>
                </a:solidFill>
                <a:latin typeface="Arial"/>
                <a:ea typeface="Arial"/>
                <a:cs typeface="Arial"/>
              </a:defRPr>
            </a:lvl7pPr>
            <a:lvl8pPr>
              <a:defRPr sz="2175" b="0">
                <a:solidFill>
                  <a:srgbClr val="26384A"/>
                </a:solidFill>
                <a:latin typeface="Arial"/>
                <a:ea typeface="Arial"/>
                <a:cs typeface="Arial"/>
              </a:defRPr>
            </a:lvl8pPr>
            <a:lvl9pPr>
              <a:defRPr sz="2175" b="0">
                <a:solidFill>
                  <a:srgbClr val="26384A"/>
                </a:solidFill>
                <a:latin typeface="Arial"/>
                <a:ea typeface="Arial"/>
                <a:cs typeface="Arial"/>
              </a:defRPr>
            </a:lvl9pPr>
          </a:lstStyle>
          <a:p xmlns:a="http://schemas.openxmlformats.org/drawingml/2006/main">
            <a:pPr>
              <a:defRPr sz="2175" b="0">
                <a:solidFill>
                  <a:srgbClr val="26384A"/>
                </a:solidFill>
                <a:latin typeface="Arial"/>
                <a:ea typeface="Arial"/>
                <a:cs typeface="Arial"/>
              </a:defRPr>
            </a:pPr>
            <a:r>
              <a:rPr sz="2175" b="0">
                <a:solidFill>
                  <a:srgbClr val="26384A"/>
                </a:solidFill>
                <a:latin typeface="Arial"/>
                <a:ea typeface="Arial"/>
                <a:cs typeface="Arial"/>
              </a:rPr>
              <a:t>Streamlit lee el CSV y D3 recibe datos filtrados en JSON.</a:t>
            </a:r>
          </a:p>
        </p:txBody>
      </p:sp>
      <p:sp>
        <p:nvSpPr>
          <p:cNvPr id="7" name="">
            <a:extLst xmlns:a="http://schemas.openxmlformats.org/drawingml/2006/main">
              <a:ext uri="{FF2B5EF4-FFF2-40B4-BE49-F238E27FC236}">
                <a16:creationId xmlns:a16="http://schemas.microsoft.com/office/drawing/2014/main" id="{44352F08-3F62-43CB-B8B7-D3FD734772FB}"/>
              </a:ext>
            </a:extLst>
          </p:cNvPr>
          <p:cNvSpPr>
            <a:spLocks xmlns:a="http://schemas.openxmlformats.org/drawingml/2006/main" noGrp="1"/>
          </p:cNvSpPr>
          <p:nvPr/>
        </p:nvSpPr>
        <p:spPr>
          <a:xfrm xmlns:a="http://schemas.openxmlformats.org/drawingml/2006/main">
            <a:off x="619125" y="5000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384A"/>
                </a:solidFill>
                <a:latin typeface="Arial"/>
                <a:ea typeface="Arial"/>
                <a:cs typeface="Arial"/>
              </a:defRPr>
            </a:defPPr>
            <a:lvl1pPr>
              <a:defRPr sz="2175" b="0">
                <a:solidFill>
                  <a:srgbClr val="26384A"/>
                </a:solidFill>
                <a:latin typeface="Arial"/>
                <a:ea typeface="Arial"/>
                <a:cs typeface="Arial"/>
              </a:defRPr>
            </a:lvl1pPr>
            <a:lvl2pPr>
              <a:defRPr sz="2175" b="0">
                <a:solidFill>
                  <a:srgbClr val="26384A"/>
                </a:solidFill>
                <a:latin typeface="Arial"/>
                <a:ea typeface="Arial"/>
                <a:cs typeface="Arial"/>
              </a:defRPr>
            </a:lvl2pPr>
            <a:lvl3pPr>
              <a:defRPr sz="2175" b="0">
                <a:solidFill>
                  <a:srgbClr val="26384A"/>
                </a:solidFill>
                <a:latin typeface="Arial"/>
                <a:ea typeface="Arial"/>
                <a:cs typeface="Arial"/>
              </a:defRPr>
            </a:lvl3pPr>
            <a:lvl4pPr>
              <a:defRPr sz="2175" b="0">
                <a:solidFill>
                  <a:srgbClr val="26384A"/>
                </a:solidFill>
                <a:latin typeface="Arial"/>
                <a:ea typeface="Arial"/>
                <a:cs typeface="Arial"/>
              </a:defRPr>
            </a:lvl4pPr>
            <a:lvl5pPr>
              <a:defRPr sz="2175" b="0">
                <a:solidFill>
                  <a:srgbClr val="26384A"/>
                </a:solidFill>
                <a:latin typeface="Arial"/>
                <a:ea typeface="Arial"/>
                <a:cs typeface="Arial"/>
              </a:defRPr>
            </a:lvl5pPr>
            <a:lvl6pPr>
              <a:defRPr sz="2175" b="0">
                <a:solidFill>
                  <a:srgbClr val="26384A"/>
                </a:solidFill>
                <a:latin typeface="Arial"/>
                <a:ea typeface="Arial"/>
                <a:cs typeface="Arial"/>
              </a:defRPr>
            </a:lvl6pPr>
            <a:lvl7pPr>
              <a:defRPr sz="2175" b="0">
                <a:solidFill>
                  <a:srgbClr val="26384A"/>
                </a:solidFill>
                <a:latin typeface="Arial"/>
                <a:ea typeface="Arial"/>
                <a:cs typeface="Arial"/>
              </a:defRPr>
            </a:lvl7pPr>
            <a:lvl8pPr>
              <a:defRPr sz="2175" b="0">
                <a:solidFill>
                  <a:srgbClr val="26384A"/>
                </a:solidFill>
                <a:latin typeface="Arial"/>
                <a:ea typeface="Arial"/>
                <a:cs typeface="Arial"/>
              </a:defRPr>
            </a:lvl8pPr>
            <a:lvl9pPr>
              <a:defRPr sz="2175" b="0">
                <a:solidFill>
                  <a:srgbClr val="26384A"/>
                </a:solidFill>
                <a:latin typeface="Arial"/>
                <a:ea typeface="Arial"/>
                <a:cs typeface="Arial"/>
              </a:defRPr>
            </a:lvl9pPr>
          </a:lstStyle>
          <a:p xmlns:a="http://schemas.openxmlformats.org/drawingml/2006/main">
            <a:pPr>
              <a:defRPr sz="2175" b="0">
                <a:solidFill>
                  <a:srgbClr val="26384A"/>
                </a:solidFill>
                <a:latin typeface="Arial"/>
                <a:ea typeface="Arial"/>
                <a:cs typeface="Arial"/>
              </a:defRPr>
            </a:pPr>
            <a:r>
              <a:rPr sz="2175" b="0">
                <a:solidFill>
                  <a:srgbClr val="26384A"/>
                </a:solidFill>
                <a:latin typeface="Arial"/>
                <a:ea typeface="Arial"/>
                <a:cs typeface="Arial"/>
              </a:rPr>
              <a:t>Power BI incorpora una instantánea y calcula medidas DAX.</a:t>
            </a:r>
          </a:p>
        </p:txBody>
      </p:sp>
    </p:spTree>
    <p:extLst>
      <p:ext uri="{BB962C8B-B14F-4D97-AF65-F5344CB8AC3E}">
        <p14:creationId xmlns:p14="http://schemas.microsoft.com/office/powerpoint/2010/main" val="46781263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D788524-A92E-4782-9CB7-35E2D8994D99}"/>
              </a:ext>
            </a:extLst>
          </p:cNvPr>
          <p:cNvSpPr>
            <a:spLocks xmlns:a="http://schemas.openxmlformats.org/drawingml/2006/main" noGrp="1"/>
          </p:cNvSpPr>
          <p:nvPr/>
        </p:nvSpPr>
        <p:spPr>
          <a:xfrm xmlns:a="http://schemas.openxmlformats.org/drawingml/2006/main">
            <a:off x="514350" y="32385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F4E79"/>
                </a:solidFill>
                <a:latin typeface="Arial"/>
                <a:ea typeface="Arial"/>
                <a:cs typeface="Arial"/>
              </a:defRPr>
            </a:defPPr>
            <a:lvl1pPr>
              <a:defRPr sz="3150" b="1">
                <a:solidFill>
                  <a:srgbClr val="1F4E79"/>
                </a:solidFill>
                <a:latin typeface="Arial"/>
                <a:ea typeface="Arial"/>
                <a:cs typeface="Arial"/>
              </a:defRPr>
            </a:lvl1pPr>
            <a:lvl2pPr>
              <a:defRPr sz="3150" b="1">
                <a:solidFill>
                  <a:srgbClr val="1F4E79"/>
                </a:solidFill>
                <a:latin typeface="Arial"/>
                <a:ea typeface="Arial"/>
                <a:cs typeface="Arial"/>
              </a:defRPr>
            </a:lvl2pPr>
            <a:lvl3pPr>
              <a:defRPr sz="3150" b="1">
                <a:solidFill>
                  <a:srgbClr val="1F4E79"/>
                </a:solidFill>
                <a:latin typeface="Arial"/>
                <a:ea typeface="Arial"/>
                <a:cs typeface="Arial"/>
              </a:defRPr>
            </a:lvl3pPr>
            <a:lvl4pPr>
              <a:defRPr sz="3150" b="1">
                <a:solidFill>
                  <a:srgbClr val="1F4E79"/>
                </a:solidFill>
                <a:latin typeface="Arial"/>
                <a:ea typeface="Arial"/>
                <a:cs typeface="Arial"/>
              </a:defRPr>
            </a:lvl4pPr>
            <a:lvl5pPr>
              <a:defRPr sz="3150" b="1">
                <a:solidFill>
                  <a:srgbClr val="1F4E79"/>
                </a:solidFill>
                <a:latin typeface="Arial"/>
                <a:ea typeface="Arial"/>
                <a:cs typeface="Arial"/>
              </a:defRPr>
            </a:lvl5pPr>
            <a:lvl6pPr>
              <a:defRPr sz="3150" b="1">
                <a:solidFill>
                  <a:srgbClr val="1F4E79"/>
                </a:solidFill>
                <a:latin typeface="Arial"/>
                <a:ea typeface="Arial"/>
                <a:cs typeface="Arial"/>
              </a:defRPr>
            </a:lvl6pPr>
            <a:lvl7pPr>
              <a:defRPr sz="3150" b="1">
                <a:solidFill>
                  <a:srgbClr val="1F4E79"/>
                </a:solidFill>
                <a:latin typeface="Arial"/>
                <a:ea typeface="Arial"/>
                <a:cs typeface="Arial"/>
              </a:defRPr>
            </a:lvl7pPr>
            <a:lvl8pPr>
              <a:defRPr sz="3150" b="1">
                <a:solidFill>
                  <a:srgbClr val="1F4E79"/>
                </a:solidFill>
                <a:latin typeface="Arial"/>
                <a:ea typeface="Arial"/>
                <a:cs typeface="Arial"/>
              </a:defRPr>
            </a:lvl8pPr>
            <a:lvl9pPr>
              <a:defRPr sz="3150" b="1">
                <a:solidFill>
                  <a:srgbClr val="1F4E79"/>
                </a:solidFill>
                <a:latin typeface="Arial"/>
                <a:ea typeface="Arial"/>
                <a:cs typeface="Arial"/>
              </a:defRPr>
            </a:lvl9pPr>
          </a:lstStyle>
          <a:p xmlns:a="http://schemas.openxmlformats.org/drawingml/2006/main">
            <a:pPr>
              <a:defRPr sz="3150" b="1">
                <a:solidFill>
                  <a:srgbClr val="1F4E79"/>
                </a:solidFill>
                <a:latin typeface="Arial"/>
                <a:ea typeface="Arial"/>
                <a:cs typeface="Arial"/>
              </a:defRPr>
            </a:pPr>
            <a:r>
              <a:rPr sz="3150" b="1">
                <a:solidFill>
                  <a:srgbClr val="1F4E79"/>
                </a:solidFill>
                <a:latin typeface="Arial"/>
                <a:ea typeface="Arial"/>
                <a:cs typeface="Arial"/>
              </a:rPr>
              <a:t>Dashboard ejecutivo en Python</a:t>
            </a:r>
          </a:p>
        </p:txBody>
      </p:sp>
      <p:sp>
        <p:nvSpPr>
          <p:cNvPr id="2" name="">
            <a:extLst xmlns:a="http://schemas.openxmlformats.org/drawingml/2006/main">
              <a:ext uri="{FF2B5EF4-FFF2-40B4-BE49-F238E27FC236}">
                <a16:creationId xmlns:a16="http://schemas.microsoft.com/office/drawing/2014/main" id="{26877A63-B3E1-41CC-8723-9319C6936778}"/>
              </a:ext>
            </a:extLst>
          </p:cNvPr>
          <p:cNvSpPr>
            <a:spLocks xmlns:a="http://schemas.openxmlformats.org/drawingml/2006/main" noGrp="1"/>
          </p:cNvSpPr>
          <p:nvPr/>
        </p:nvSpPr>
        <p:spPr>
          <a:xfrm xmlns:a="http://schemas.openxmlformats.org/drawingml/2006/main">
            <a:off x="11334750" y="63436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F6F7F"/>
                </a:solidFill>
                <a:latin typeface="Arial"/>
                <a:ea typeface="Arial"/>
                <a:cs typeface="Arial"/>
              </a:defRPr>
            </a:defPPr>
            <a:lvl1pPr>
              <a:defRPr sz="1275" b="0">
                <a:solidFill>
                  <a:srgbClr val="5F6F7F"/>
                </a:solidFill>
                <a:latin typeface="Arial"/>
                <a:ea typeface="Arial"/>
                <a:cs typeface="Arial"/>
              </a:defRPr>
            </a:lvl1pPr>
            <a:lvl2pPr>
              <a:defRPr sz="1275" b="0">
                <a:solidFill>
                  <a:srgbClr val="5F6F7F"/>
                </a:solidFill>
                <a:latin typeface="Arial"/>
                <a:ea typeface="Arial"/>
                <a:cs typeface="Arial"/>
              </a:defRPr>
            </a:lvl2pPr>
            <a:lvl3pPr>
              <a:defRPr sz="1275" b="0">
                <a:solidFill>
                  <a:srgbClr val="5F6F7F"/>
                </a:solidFill>
                <a:latin typeface="Arial"/>
                <a:ea typeface="Arial"/>
                <a:cs typeface="Arial"/>
              </a:defRPr>
            </a:lvl3pPr>
            <a:lvl4pPr>
              <a:defRPr sz="1275" b="0">
                <a:solidFill>
                  <a:srgbClr val="5F6F7F"/>
                </a:solidFill>
                <a:latin typeface="Arial"/>
                <a:ea typeface="Arial"/>
                <a:cs typeface="Arial"/>
              </a:defRPr>
            </a:lvl4pPr>
            <a:lvl5pPr>
              <a:defRPr sz="1275" b="0">
                <a:solidFill>
                  <a:srgbClr val="5F6F7F"/>
                </a:solidFill>
                <a:latin typeface="Arial"/>
                <a:ea typeface="Arial"/>
                <a:cs typeface="Arial"/>
              </a:defRPr>
            </a:lvl5pPr>
            <a:lvl6pPr>
              <a:defRPr sz="1275" b="0">
                <a:solidFill>
                  <a:srgbClr val="5F6F7F"/>
                </a:solidFill>
                <a:latin typeface="Arial"/>
                <a:ea typeface="Arial"/>
                <a:cs typeface="Arial"/>
              </a:defRPr>
            </a:lvl6pPr>
            <a:lvl7pPr>
              <a:defRPr sz="1275" b="0">
                <a:solidFill>
                  <a:srgbClr val="5F6F7F"/>
                </a:solidFill>
                <a:latin typeface="Arial"/>
                <a:ea typeface="Arial"/>
                <a:cs typeface="Arial"/>
              </a:defRPr>
            </a:lvl7pPr>
            <a:lvl8pPr>
              <a:defRPr sz="1275" b="0">
                <a:solidFill>
                  <a:srgbClr val="5F6F7F"/>
                </a:solidFill>
                <a:latin typeface="Arial"/>
                <a:ea typeface="Arial"/>
                <a:cs typeface="Arial"/>
              </a:defRPr>
            </a:lvl8pPr>
            <a:lvl9pPr>
              <a:defRPr sz="1275" b="0">
                <a:solidFill>
                  <a:srgbClr val="5F6F7F"/>
                </a:solidFill>
                <a:latin typeface="Arial"/>
                <a:ea typeface="Arial"/>
                <a:cs typeface="Arial"/>
              </a:defRPr>
            </a:lvl9pPr>
          </a:lstStyle>
          <a:p xmlns:a="http://schemas.openxmlformats.org/drawingml/2006/main">
            <a:pPr>
              <a:defRPr sz="1275" b="0">
                <a:solidFill>
                  <a:srgbClr val="5F6F7F"/>
                </a:solidFill>
                <a:latin typeface="Arial"/>
                <a:ea typeface="Arial"/>
                <a:cs typeface="Arial"/>
              </a:defRPr>
            </a:pPr>
            <a:r>
              <a:rPr sz="1275" b="0">
                <a:solidFill>
                  <a:srgbClr val="5F6F7F"/>
                </a:solidFill>
                <a:latin typeface="Arial"/>
                <a:ea typeface="Arial"/>
                <a:cs typeface="Arial"/>
              </a:rPr>
              <a:t>04</a:t>
            </a:r>
          </a:p>
        </p:txBody>
      </p:sp>
      <p:pic>
        <p:nvPicPr>
          <p:cNvPr id="3" name="">
            <a:extLst xmlns:a="http://schemas.openxmlformats.org/drawingml/2006/main">
              <a:ext uri="{FF2B5EF4-FFF2-40B4-BE49-F238E27FC236}">
                <a16:creationId xmlns:a16="http://schemas.microsoft.com/office/drawing/2014/main" id="{94B6603A-0851-411D-BADF-1EA621F6E4B8}"/>
              </a:ext>
            </a:extLst>
          </p:cNvPr>
          <p:cNvPicPr>
            <a:picLocks xmlns:a="http://schemas.openxmlformats.org/drawingml/2006/main" noChangeAspect="1"/>
          </p:cNvPicPr>
          <p:nvPr/>
        </p:nvPicPr>
        <p:blipFill>
          <a:blip xmlns:r="http://schemas.openxmlformats.org/officeDocument/2006/relationships" xmlns:a="http://schemas.openxmlformats.org/drawingml/2006/main" r:embed="R04c7d930e1904277"/>
          <a:stretch xmlns:a="http://schemas.openxmlformats.org/drawingml/2006/main"/>
        </p:blipFill>
        <p:spPr>
          <a:xfrm xmlns:a="http://schemas.openxmlformats.org/drawingml/2006/main">
            <a:off x="460980" y="1285875"/>
            <a:ext cx="7364790" cy="5238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7D158BB-1E21-45F2-BA32-3344C7B5B344}"/>
              </a:ext>
            </a:extLst>
          </p:cNvPr>
          <p:cNvSpPr>
            <a:spLocks xmlns:a="http://schemas.openxmlformats.org/drawingml/2006/main" noGrp="1"/>
          </p:cNvSpPr>
          <p:nvPr/>
        </p:nvSpPr>
        <p:spPr>
          <a:xfrm xmlns:a="http://schemas.openxmlformats.org/drawingml/2006/main">
            <a:off x="8239125" y="171450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F4E79"/>
                </a:solidFill>
                <a:latin typeface="Arial"/>
                <a:ea typeface="Arial"/>
                <a:cs typeface="Arial"/>
              </a:defRPr>
            </a:defPPr>
            <a:lvl1pPr>
              <a:defRPr sz="2400" b="1">
                <a:solidFill>
                  <a:srgbClr val="1F4E79"/>
                </a:solidFill>
                <a:latin typeface="Arial"/>
                <a:ea typeface="Arial"/>
                <a:cs typeface="Arial"/>
              </a:defRPr>
            </a:lvl1pPr>
            <a:lvl2pPr>
              <a:defRPr sz="2400" b="1">
                <a:solidFill>
                  <a:srgbClr val="1F4E79"/>
                </a:solidFill>
                <a:latin typeface="Arial"/>
                <a:ea typeface="Arial"/>
                <a:cs typeface="Arial"/>
              </a:defRPr>
            </a:lvl2pPr>
            <a:lvl3pPr>
              <a:defRPr sz="2400" b="1">
                <a:solidFill>
                  <a:srgbClr val="1F4E79"/>
                </a:solidFill>
                <a:latin typeface="Arial"/>
                <a:ea typeface="Arial"/>
                <a:cs typeface="Arial"/>
              </a:defRPr>
            </a:lvl3pPr>
            <a:lvl4pPr>
              <a:defRPr sz="2400" b="1">
                <a:solidFill>
                  <a:srgbClr val="1F4E79"/>
                </a:solidFill>
                <a:latin typeface="Arial"/>
                <a:ea typeface="Arial"/>
                <a:cs typeface="Arial"/>
              </a:defRPr>
            </a:lvl4pPr>
            <a:lvl5pPr>
              <a:defRPr sz="2400" b="1">
                <a:solidFill>
                  <a:srgbClr val="1F4E79"/>
                </a:solidFill>
                <a:latin typeface="Arial"/>
                <a:ea typeface="Arial"/>
                <a:cs typeface="Arial"/>
              </a:defRPr>
            </a:lvl5pPr>
            <a:lvl6pPr>
              <a:defRPr sz="2400" b="1">
                <a:solidFill>
                  <a:srgbClr val="1F4E79"/>
                </a:solidFill>
                <a:latin typeface="Arial"/>
                <a:ea typeface="Arial"/>
                <a:cs typeface="Arial"/>
              </a:defRPr>
            </a:lvl6pPr>
            <a:lvl7pPr>
              <a:defRPr sz="2400" b="1">
                <a:solidFill>
                  <a:srgbClr val="1F4E79"/>
                </a:solidFill>
                <a:latin typeface="Arial"/>
                <a:ea typeface="Arial"/>
                <a:cs typeface="Arial"/>
              </a:defRPr>
            </a:lvl7pPr>
            <a:lvl8pPr>
              <a:defRPr sz="2400" b="1">
                <a:solidFill>
                  <a:srgbClr val="1F4E79"/>
                </a:solidFill>
                <a:latin typeface="Arial"/>
                <a:ea typeface="Arial"/>
                <a:cs typeface="Arial"/>
              </a:defRPr>
            </a:lvl8pPr>
            <a:lvl9pPr>
              <a:defRPr sz="2400" b="1">
                <a:solidFill>
                  <a:srgbClr val="1F4E79"/>
                </a:solidFill>
                <a:latin typeface="Arial"/>
                <a:ea typeface="Arial"/>
                <a:cs typeface="Arial"/>
              </a:defRPr>
            </a:lvl9pPr>
          </a:lstStyle>
          <a:p xmlns:a="http://schemas.openxmlformats.org/drawingml/2006/main">
            <a:pPr>
              <a:defRPr sz="2400" b="1">
                <a:solidFill>
                  <a:srgbClr val="1F4E79"/>
                </a:solidFill>
                <a:latin typeface="Arial"/>
                <a:ea typeface="Arial"/>
                <a:cs typeface="Arial"/>
              </a:defRPr>
            </a:pPr>
            <a:r>
              <a:rPr sz="2400" b="1">
                <a:solidFill>
                  <a:srgbClr val="1F4E79"/>
                </a:solidFill>
                <a:latin typeface="Arial"/>
                <a:ea typeface="Arial"/>
                <a:cs typeface="Arial"/>
              </a:rPr>
              <a:t>KPIs del catálogo</a:t>
            </a:r>
          </a:p>
        </p:txBody>
      </p:sp>
      <p:sp>
        <p:nvSpPr>
          <p:cNvPr id="5" name="">
            <a:extLst xmlns:a="http://schemas.openxmlformats.org/drawingml/2006/main">
              <a:ext uri="{FF2B5EF4-FFF2-40B4-BE49-F238E27FC236}">
                <a16:creationId xmlns:a16="http://schemas.microsoft.com/office/drawing/2014/main" id="{664D84C1-E180-4A55-B178-45B0986CF93A}"/>
              </a:ext>
            </a:extLst>
          </p:cNvPr>
          <p:cNvSpPr>
            <a:spLocks xmlns:a="http://schemas.openxmlformats.org/drawingml/2006/main" noGrp="1"/>
          </p:cNvSpPr>
          <p:nvPr/>
        </p:nvSpPr>
        <p:spPr>
          <a:xfrm xmlns:a="http://schemas.openxmlformats.org/drawingml/2006/main">
            <a:off x="8239125" y="2857500"/>
            <a:ext cx="3238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6384A"/>
                </a:solidFill>
                <a:latin typeface="Arial"/>
                <a:ea typeface="Arial"/>
                <a:cs typeface="Arial"/>
              </a:defRPr>
            </a:defPPr>
            <a:lvl1pPr>
              <a:defRPr sz="2250" b="0">
                <a:solidFill>
                  <a:srgbClr val="26384A"/>
                </a:solidFill>
                <a:latin typeface="Arial"/>
                <a:ea typeface="Arial"/>
                <a:cs typeface="Arial"/>
              </a:defRPr>
            </a:lvl1pPr>
            <a:lvl2pPr>
              <a:defRPr sz="2250" b="0">
                <a:solidFill>
                  <a:srgbClr val="26384A"/>
                </a:solidFill>
                <a:latin typeface="Arial"/>
                <a:ea typeface="Arial"/>
                <a:cs typeface="Arial"/>
              </a:defRPr>
            </a:lvl2pPr>
            <a:lvl3pPr>
              <a:defRPr sz="2250" b="0">
                <a:solidFill>
                  <a:srgbClr val="26384A"/>
                </a:solidFill>
                <a:latin typeface="Arial"/>
                <a:ea typeface="Arial"/>
                <a:cs typeface="Arial"/>
              </a:defRPr>
            </a:lvl3pPr>
            <a:lvl4pPr>
              <a:defRPr sz="2250" b="0">
                <a:solidFill>
                  <a:srgbClr val="26384A"/>
                </a:solidFill>
                <a:latin typeface="Arial"/>
                <a:ea typeface="Arial"/>
                <a:cs typeface="Arial"/>
              </a:defRPr>
            </a:lvl4pPr>
            <a:lvl5pPr>
              <a:defRPr sz="2250" b="0">
                <a:solidFill>
                  <a:srgbClr val="26384A"/>
                </a:solidFill>
                <a:latin typeface="Arial"/>
                <a:ea typeface="Arial"/>
                <a:cs typeface="Arial"/>
              </a:defRPr>
            </a:lvl5pPr>
            <a:lvl6pPr>
              <a:defRPr sz="2250" b="0">
                <a:solidFill>
                  <a:srgbClr val="26384A"/>
                </a:solidFill>
                <a:latin typeface="Arial"/>
                <a:ea typeface="Arial"/>
                <a:cs typeface="Arial"/>
              </a:defRPr>
            </a:lvl6pPr>
            <a:lvl7pPr>
              <a:defRPr sz="2250" b="0">
                <a:solidFill>
                  <a:srgbClr val="26384A"/>
                </a:solidFill>
                <a:latin typeface="Arial"/>
                <a:ea typeface="Arial"/>
                <a:cs typeface="Arial"/>
              </a:defRPr>
            </a:lvl7pPr>
            <a:lvl8pPr>
              <a:defRPr sz="2250" b="0">
                <a:solidFill>
                  <a:srgbClr val="26384A"/>
                </a:solidFill>
                <a:latin typeface="Arial"/>
                <a:ea typeface="Arial"/>
                <a:cs typeface="Arial"/>
              </a:defRPr>
            </a:lvl8pPr>
            <a:lvl9pPr>
              <a:defRPr sz="2250" b="0">
                <a:solidFill>
                  <a:srgbClr val="26384A"/>
                </a:solidFill>
                <a:latin typeface="Arial"/>
                <a:ea typeface="Arial"/>
                <a:cs typeface="Arial"/>
              </a:defRPr>
            </a:lvl9pPr>
          </a:lstStyle>
          <a:p xmlns:a="http://schemas.openxmlformats.org/drawingml/2006/main">
            <a:pPr>
              <a:defRPr sz="2250" b="0">
                <a:solidFill>
                  <a:srgbClr val="26384A"/>
                </a:solidFill>
                <a:latin typeface="Arial"/>
                <a:ea typeface="Arial"/>
                <a:cs typeface="Arial"/>
              </a:defRPr>
            </a:pPr>
            <a:r>
              <a:rPr sz="2250" b="0">
                <a:solidFill>
                  <a:srgbClr val="26384A"/>
                </a:solidFill>
                <a:latin typeface="Arial"/>
                <a:ea typeface="Arial"/>
                <a:cs typeface="Arial"/>
              </a:rPr>
              <a:t>Tipo de contenido</a:t>
            </a:r>
          </a:p>
          <a:p xmlns:a="http://schemas.openxmlformats.org/drawingml/2006/main">
            <a:pPr>
              <a:defRPr sz="2250" b="0">
                <a:solidFill>
                  <a:srgbClr val="26384A"/>
                </a:solidFill>
                <a:latin typeface="Arial"/>
                <a:ea typeface="Arial"/>
                <a:cs typeface="Arial"/>
              </a:defRPr>
            </a:pPr>
            <a:r>
              <a:rPr sz="2250" b="0">
                <a:solidFill>
                  <a:srgbClr val="26384A"/>
                </a:solidFill>
                <a:latin typeface="Arial"/>
                <a:ea typeface="Arial"/>
                <a:cs typeface="Arial"/>
              </a:rPr>
              <a:t>Rango de años</a:t>
            </a:r>
          </a:p>
          <a:p xmlns:a="http://schemas.openxmlformats.org/drawingml/2006/main">
            <a:pPr>
              <a:defRPr sz="2250" b="0">
                <a:solidFill>
                  <a:srgbClr val="26384A"/>
                </a:solidFill>
                <a:latin typeface="Arial"/>
                <a:ea typeface="Arial"/>
                <a:cs typeface="Arial"/>
              </a:defRPr>
            </a:pPr>
            <a:r>
              <a:rPr sz="2250" b="0">
                <a:solidFill>
                  <a:srgbClr val="26384A"/>
                </a:solidFill>
                <a:latin typeface="Arial"/>
                <a:ea typeface="Arial"/>
                <a:cs typeface="Arial"/>
              </a:rPr>
              <a:t>Género</a:t>
            </a:r>
          </a:p>
        </p:txBody>
      </p:sp>
      <p:sp>
        <p:nvSpPr>
          <p:cNvPr id="6" name="">
            <a:extLst xmlns:a="http://schemas.openxmlformats.org/drawingml/2006/main">
              <a:ext uri="{FF2B5EF4-FFF2-40B4-BE49-F238E27FC236}">
                <a16:creationId xmlns:a16="http://schemas.microsoft.com/office/drawing/2014/main" id="{4A213358-0061-4440-8F73-F29697EE1546}"/>
              </a:ext>
            </a:extLst>
          </p:cNvPr>
          <p:cNvSpPr>
            <a:spLocks xmlns:a="http://schemas.openxmlformats.org/drawingml/2006/main" noGrp="1"/>
          </p:cNvSpPr>
          <p:nvPr/>
        </p:nvSpPr>
        <p:spPr>
          <a:xfrm xmlns:a="http://schemas.openxmlformats.org/drawingml/2006/main">
            <a:off x="8239125" y="495300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F28E2B"/>
                </a:solidFill>
                <a:latin typeface="Arial"/>
                <a:ea typeface="Arial"/>
                <a:cs typeface="Arial"/>
              </a:defRPr>
            </a:defPPr>
            <a:lvl1pPr>
              <a:defRPr sz="2100" b="1">
                <a:solidFill>
                  <a:srgbClr val="F28E2B"/>
                </a:solidFill>
                <a:latin typeface="Arial"/>
                <a:ea typeface="Arial"/>
                <a:cs typeface="Arial"/>
              </a:defRPr>
            </a:lvl1pPr>
            <a:lvl2pPr>
              <a:defRPr sz="2100" b="1">
                <a:solidFill>
                  <a:srgbClr val="F28E2B"/>
                </a:solidFill>
                <a:latin typeface="Arial"/>
                <a:ea typeface="Arial"/>
                <a:cs typeface="Arial"/>
              </a:defRPr>
            </a:lvl2pPr>
            <a:lvl3pPr>
              <a:defRPr sz="2100" b="1">
                <a:solidFill>
                  <a:srgbClr val="F28E2B"/>
                </a:solidFill>
                <a:latin typeface="Arial"/>
                <a:ea typeface="Arial"/>
                <a:cs typeface="Arial"/>
              </a:defRPr>
            </a:lvl3pPr>
            <a:lvl4pPr>
              <a:defRPr sz="2100" b="1">
                <a:solidFill>
                  <a:srgbClr val="F28E2B"/>
                </a:solidFill>
                <a:latin typeface="Arial"/>
                <a:ea typeface="Arial"/>
                <a:cs typeface="Arial"/>
              </a:defRPr>
            </a:lvl4pPr>
            <a:lvl5pPr>
              <a:defRPr sz="2100" b="1">
                <a:solidFill>
                  <a:srgbClr val="F28E2B"/>
                </a:solidFill>
                <a:latin typeface="Arial"/>
                <a:ea typeface="Arial"/>
                <a:cs typeface="Arial"/>
              </a:defRPr>
            </a:lvl5pPr>
            <a:lvl6pPr>
              <a:defRPr sz="2100" b="1">
                <a:solidFill>
                  <a:srgbClr val="F28E2B"/>
                </a:solidFill>
                <a:latin typeface="Arial"/>
                <a:ea typeface="Arial"/>
                <a:cs typeface="Arial"/>
              </a:defRPr>
            </a:lvl6pPr>
            <a:lvl7pPr>
              <a:defRPr sz="2100" b="1">
                <a:solidFill>
                  <a:srgbClr val="F28E2B"/>
                </a:solidFill>
                <a:latin typeface="Arial"/>
                <a:ea typeface="Arial"/>
                <a:cs typeface="Arial"/>
              </a:defRPr>
            </a:lvl7pPr>
            <a:lvl8pPr>
              <a:defRPr sz="2100" b="1">
                <a:solidFill>
                  <a:srgbClr val="F28E2B"/>
                </a:solidFill>
                <a:latin typeface="Arial"/>
                <a:ea typeface="Arial"/>
                <a:cs typeface="Arial"/>
              </a:defRPr>
            </a:lvl8pPr>
            <a:lvl9pPr>
              <a:defRPr sz="2100" b="1">
                <a:solidFill>
                  <a:srgbClr val="F28E2B"/>
                </a:solidFill>
                <a:latin typeface="Arial"/>
                <a:ea typeface="Arial"/>
                <a:cs typeface="Arial"/>
              </a:defRPr>
            </a:lvl9pPr>
          </a:lstStyle>
          <a:p xmlns:a="http://schemas.openxmlformats.org/drawingml/2006/main">
            <a:pPr>
              <a:defRPr sz="2100" b="1">
                <a:solidFill>
                  <a:srgbClr val="F28E2B"/>
                </a:solidFill>
                <a:latin typeface="Arial"/>
                <a:ea typeface="Arial"/>
                <a:cs typeface="Arial"/>
              </a:defRPr>
            </a:pPr>
            <a:r>
              <a:rPr sz="2100" b="1">
                <a:solidFill>
                  <a:srgbClr val="F28E2B"/>
                </a:solidFill>
                <a:latin typeface="Arial"/>
                <a:ea typeface="Arial"/>
                <a:cs typeface="Arial"/>
              </a:rPr>
              <a:t>Mapa y navegación</a:t>
            </a:r>
          </a:p>
          <a:p xmlns:a="http://schemas.openxmlformats.org/drawingml/2006/main">
            <a:pPr>
              <a:defRPr sz="2100" b="1">
                <a:solidFill>
                  <a:srgbClr val="F28E2B"/>
                </a:solidFill>
                <a:latin typeface="Arial"/>
                <a:ea typeface="Arial"/>
                <a:cs typeface="Arial"/>
              </a:defRPr>
            </a:pPr>
            <a:r>
              <a:rPr sz="2100" b="1">
                <a:solidFill>
                  <a:srgbClr val="F28E2B"/>
                </a:solidFill>
                <a:latin typeface="Arial"/>
                <a:ea typeface="Arial"/>
                <a:cs typeface="Arial"/>
              </a:rPr>
              <a:t>por vistas</a:t>
            </a:r>
          </a:p>
        </p:txBody>
      </p:sp>
    </p:spTree>
    <p:extLst>
      <p:ext uri="{BB962C8B-B14F-4D97-AF65-F5344CB8AC3E}">
        <p14:creationId xmlns:p14="http://schemas.microsoft.com/office/powerpoint/2010/main" val="19874733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82DF4F4-9A96-47F7-B51F-1CDFD3EAE4A4}"/>
              </a:ext>
            </a:extLst>
          </p:cNvPr>
          <p:cNvSpPr>
            <a:spLocks xmlns:a="http://schemas.openxmlformats.org/drawingml/2006/main" noGrp="1"/>
          </p:cNvSpPr>
          <p:nvPr/>
        </p:nvSpPr>
        <p:spPr>
          <a:xfrm xmlns:a="http://schemas.openxmlformats.org/drawingml/2006/main">
            <a:off x="514350" y="32385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F4E79"/>
                </a:solidFill>
                <a:latin typeface="Arial"/>
                <a:ea typeface="Arial"/>
                <a:cs typeface="Arial"/>
              </a:defRPr>
            </a:defPPr>
            <a:lvl1pPr>
              <a:defRPr sz="3150" b="1">
                <a:solidFill>
                  <a:srgbClr val="1F4E79"/>
                </a:solidFill>
                <a:latin typeface="Arial"/>
                <a:ea typeface="Arial"/>
                <a:cs typeface="Arial"/>
              </a:defRPr>
            </a:lvl1pPr>
            <a:lvl2pPr>
              <a:defRPr sz="3150" b="1">
                <a:solidFill>
                  <a:srgbClr val="1F4E79"/>
                </a:solidFill>
                <a:latin typeface="Arial"/>
                <a:ea typeface="Arial"/>
                <a:cs typeface="Arial"/>
              </a:defRPr>
            </a:lvl2pPr>
            <a:lvl3pPr>
              <a:defRPr sz="3150" b="1">
                <a:solidFill>
                  <a:srgbClr val="1F4E79"/>
                </a:solidFill>
                <a:latin typeface="Arial"/>
                <a:ea typeface="Arial"/>
                <a:cs typeface="Arial"/>
              </a:defRPr>
            </a:lvl3pPr>
            <a:lvl4pPr>
              <a:defRPr sz="3150" b="1">
                <a:solidFill>
                  <a:srgbClr val="1F4E79"/>
                </a:solidFill>
                <a:latin typeface="Arial"/>
                <a:ea typeface="Arial"/>
                <a:cs typeface="Arial"/>
              </a:defRPr>
            </a:lvl4pPr>
            <a:lvl5pPr>
              <a:defRPr sz="3150" b="1">
                <a:solidFill>
                  <a:srgbClr val="1F4E79"/>
                </a:solidFill>
                <a:latin typeface="Arial"/>
                <a:ea typeface="Arial"/>
                <a:cs typeface="Arial"/>
              </a:defRPr>
            </a:lvl5pPr>
            <a:lvl6pPr>
              <a:defRPr sz="3150" b="1">
                <a:solidFill>
                  <a:srgbClr val="1F4E79"/>
                </a:solidFill>
                <a:latin typeface="Arial"/>
                <a:ea typeface="Arial"/>
                <a:cs typeface="Arial"/>
              </a:defRPr>
            </a:lvl6pPr>
            <a:lvl7pPr>
              <a:defRPr sz="3150" b="1">
                <a:solidFill>
                  <a:srgbClr val="1F4E79"/>
                </a:solidFill>
                <a:latin typeface="Arial"/>
                <a:ea typeface="Arial"/>
                <a:cs typeface="Arial"/>
              </a:defRPr>
            </a:lvl7pPr>
            <a:lvl8pPr>
              <a:defRPr sz="3150" b="1">
                <a:solidFill>
                  <a:srgbClr val="1F4E79"/>
                </a:solidFill>
                <a:latin typeface="Arial"/>
                <a:ea typeface="Arial"/>
                <a:cs typeface="Arial"/>
              </a:defRPr>
            </a:lvl8pPr>
            <a:lvl9pPr>
              <a:defRPr sz="3150" b="1">
                <a:solidFill>
                  <a:srgbClr val="1F4E79"/>
                </a:solidFill>
                <a:latin typeface="Arial"/>
                <a:ea typeface="Arial"/>
                <a:cs typeface="Arial"/>
              </a:defRPr>
            </a:lvl9pPr>
          </a:lstStyle>
          <a:p xmlns:a="http://schemas.openxmlformats.org/drawingml/2006/main">
            <a:pPr>
              <a:defRPr sz="3150" b="1">
                <a:solidFill>
                  <a:srgbClr val="1F4E79"/>
                </a:solidFill>
                <a:latin typeface="Arial"/>
                <a:ea typeface="Arial"/>
                <a:cs typeface="Arial"/>
              </a:defRPr>
            </a:pPr>
            <a:r>
              <a:rPr sz="3150" b="1">
                <a:solidFill>
                  <a:srgbClr val="1F4E79"/>
                </a:solidFill>
                <a:latin typeface="Arial"/>
                <a:ea typeface="Arial"/>
                <a:cs typeface="Arial"/>
              </a:rPr>
              <a:t>Exploración de géneros con D3</a:t>
            </a:r>
          </a:p>
        </p:txBody>
      </p:sp>
      <p:sp>
        <p:nvSpPr>
          <p:cNvPr id="2" name="">
            <a:extLst xmlns:a="http://schemas.openxmlformats.org/drawingml/2006/main">
              <a:ext uri="{FF2B5EF4-FFF2-40B4-BE49-F238E27FC236}">
                <a16:creationId xmlns:a16="http://schemas.microsoft.com/office/drawing/2014/main" id="{4F4AC545-2B30-4F00-9B75-BAAA33D5F8B7}"/>
              </a:ext>
            </a:extLst>
          </p:cNvPr>
          <p:cNvSpPr>
            <a:spLocks xmlns:a="http://schemas.openxmlformats.org/drawingml/2006/main" noGrp="1"/>
          </p:cNvSpPr>
          <p:nvPr/>
        </p:nvSpPr>
        <p:spPr>
          <a:xfrm xmlns:a="http://schemas.openxmlformats.org/drawingml/2006/main">
            <a:off x="11334750" y="63436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F6F7F"/>
                </a:solidFill>
                <a:latin typeface="Arial"/>
                <a:ea typeface="Arial"/>
                <a:cs typeface="Arial"/>
              </a:defRPr>
            </a:defPPr>
            <a:lvl1pPr>
              <a:defRPr sz="1275" b="0">
                <a:solidFill>
                  <a:srgbClr val="5F6F7F"/>
                </a:solidFill>
                <a:latin typeface="Arial"/>
                <a:ea typeface="Arial"/>
                <a:cs typeface="Arial"/>
              </a:defRPr>
            </a:lvl1pPr>
            <a:lvl2pPr>
              <a:defRPr sz="1275" b="0">
                <a:solidFill>
                  <a:srgbClr val="5F6F7F"/>
                </a:solidFill>
                <a:latin typeface="Arial"/>
                <a:ea typeface="Arial"/>
                <a:cs typeface="Arial"/>
              </a:defRPr>
            </a:lvl2pPr>
            <a:lvl3pPr>
              <a:defRPr sz="1275" b="0">
                <a:solidFill>
                  <a:srgbClr val="5F6F7F"/>
                </a:solidFill>
                <a:latin typeface="Arial"/>
                <a:ea typeface="Arial"/>
                <a:cs typeface="Arial"/>
              </a:defRPr>
            </a:lvl3pPr>
            <a:lvl4pPr>
              <a:defRPr sz="1275" b="0">
                <a:solidFill>
                  <a:srgbClr val="5F6F7F"/>
                </a:solidFill>
                <a:latin typeface="Arial"/>
                <a:ea typeface="Arial"/>
                <a:cs typeface="Arial"/>
              </a:defRPr>
            </a:lvl4pPr>
            <a:lvl5pPr>
              <a:defRPr sz="1275" b="0">
                <a:solidFill>
                  <a:srgbClr val="5F6F7F"/>
                </a:solidFill>
                <a:latin typeface="Arial"/>
                <a:ea typeface="Arial"/>
                <a:cs typeface="Arial"/>
              </a:defRPr>
            </a:lvl5pPr>
            <a:lvl6pPr>
              <a:defRPr sz="1275" b="0">
                <a:solidFill>
                  <a:srgbClr val="5F6F7F"/>
                </a:solidFill>
                <a:latin typeface="Arial"/>
                <a:ea typeface="Arial"/>
                <a:cs typeface="Arial"/>
              </a:defRPr>
            </a:lvl6pPr>
            <a:lvl7pPr>
              <a:defRPr sz="1275" b="0">
                <a:solidFill>
                  <a:srgbClr val="5F6F7F"/>
                </a:solidFill>
                <a:latin typeface="Arial"/>
                <a:ea typeface="Arial"/>
                <a:cs typeface="Arial"/>
              </a:defRPr>
            </a:lvl7pPr>
            <a:lvl8pPr>
              <a:defRPr sz="1275" b="0">
                <a:solidFill>
                  <a:srgbClr val="5F6F7F"/>
                </a:solidFill>
                <a:latin typeface="Arial"/>
                <a:ea typeface="Arial"/>
                <a:cs typeface="Arial"/>
              </a:defRPr>
            </a:lvl8pPr>
            <a:lvl9pPr>
              <a:defRPr sz="1275" b="0">
                <a:solidFill>
                  <a:srgbClr val="5F6F7F"/>
                </a:solidFill>
                <a:latin typeface="Arial"/>
                <a:ea typeface="Arial"/>
                <a:cs typeface="Arial"/>
              </a:defRPr>
            </a:lvl9pPr>
          </a:lstStyle>
          <a:p xmlns:a="http://schemas.openxmlformats.org/drawingml/2006/main">
            <a:pPr>
              <a:defRPr sz="1275" b="0">
                <a:solidFill>
                  <a:srgbClr val="5F6F7F"/>
                </a:solidFill>
                <a:latin typeface="Arial"/>
                <a:ea typeface="Arial"/>
                <a:cs typeface="Arial"/>
              </a:defRPr>
            </a:pPr>
            <a:r>
              <a:rPr sz="1275" b="0">
                <a:solidFill>
                  <a:srgbClr val="5F6F7F"/>
                </a:solidFill>
                <a:latin typeface="Arial"/>
                <a:ea typeface="Arial"/>
                <a:cs typeface="Arial"/>
              </a:rPr>
              <a:t>05</a:t>
            </a:r>
          </a:p>
        </p:txBody>
      </p:sp>
      <p:pic>
        <p:nvPicPr>
          <p:cNvPr id="3" name="">
            <a:extLst xmlns:a="http://schemas.openxmlformats.org/drawingml/2006/main">
              <a:ext uri="{FF2B5EF4-FFF2-40B4-BE49-F238E27FC236}">
                <a16:creationId xmlns:a16="http://schemas.microsoft.com/office/drawing/2014/main" id="{947922CC-E2F8-43F9-A01A-3D7F5F109FC7}"/>
              </a:ext>
            </a:extLst>
          </p:cNvPr>
          <p:cNvPicPr>
            <a:picLocks xmlns:a="http://schemas.openxmlformats.org/drawingml/2006/main" noChangeAspect="1"/>
          </p:cNvPicPr>
          <p:nvPr/>
        </p:nvPicPr>
        <p:blipFill>
          <a:blip xmlns:r="http://schemas.openxmlformats.org/officeDocument/2006/relationships" xmlns:a="http://schemas.openxmlformats.org/drawingml/2006/main" r:embed="R9d374bb078b04b3e"/>
          <a:stretch xmlns:a="http://schemas.openxmlformats.org/drawingml/2006/main"/>
        </p:blipFill>
        <p:spPr>
          <a:xfrm xmlns:a="http://schemas.openxmlformats.org/drawingml/2006/main">
            <a:off x="757088" y="1381125"/>
            <a:ext cx="6963074" cy="4953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C084B3D-40E5-466F-AD21-E314025E36F2}"/>
              </a:ext>
            </a:extLst>
          </p:cNvPr>
          <p:cNvSpPr>
            <a:spLocks xmlns:a="http://schemas.openxmlformats.org/drawingml/2006/main" noGrp="1"/>
          </p:cNvSpPr>
          <p:nvPr/>
        </p:nvSpPr>
        <p:spPr>
          <a:xfrm xmlns:a="http://schemas.openxmlformats.org/drawingml/2006/main">
            <a:off x="8382000" y="1809750"/>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F4E79"/>
                </a:solidFill>
                <a:latin typeface="Arial"/>
                <a:ea typeface="Arial"/>
                <a:cs typeface="Arial"/>
              </a:defRPr>
            </a:defPPr>
            <a:lvl1pPr>
              <a:defRPr sz="2325" b="1">
                <a:solidFill>
                  <a:srgbClr val="1F4E79"/>
                </a:solidFill>
                <a:latin typeface="Arial"/>
                <a:ea typeface="Arial"/>
                <a:cs typeface="Arial"/>
              </a:defRPr>
            </a:lvl1pPr>
            <a:lvl2pPr>
              <a:defRPr sz="2325" b="1">
                <a:solidFill>
                  <a:srgbClr val="1F4E79"/>
                </a:solidFill>
                <a:latin typeface="Arial"/>
                <a:ea typeface="Arial"/>
                <a:cs typeface="Arial"/>
              </a:defRPr>
            </a:lvl2pPr>
            <a:lvl3pPr>
              <a:defRPr sz="2325" b="1">
                <a:solidFill>
                  <a:srgbClr val="1F4E79"/>
                </a:solidFill>
                <a:latin typeface="Arial"/>
                <a:ea typeface="Arial"/>
                <a:cs typeface="Arial"/>
              </a:defRPr>
            </a:lvl3pPr>
            <a:lvl4pPr>
              <a:defRPr sz="2325" b="1">
                <a:solidFill>
                  <a:srgbClr val="1F4E79"/>
                </a:solidFill>
                <a:latin typeface="Arial"/>
                <a:ea typeface="Arial"/>
                <a:cs typeface="Arial"/>
              </a:defRPr>
            </a:lvl4pPr>
            <a:lvl5pPr>
              <a:defRPr sz="2325" b="1">
                <a:solidFill>
                  <a:srgbClr val="1F4E79"/>
                </a:solidFill>
                <a:latin typeface="Arial"/>
                <a:ea typeface="Arial"/>
                <a:cs typeface="Arial"/>
              </a:defRPr>
            </a:lvl5pPr>
            <a:lvl6pPr>
              <a:defRPr sz="2325" b="1">
                <a:solidFill>
                  <a:srgbClr val="1F4E79"/>
                </a:solidFill>
                <a:latin typeface="Arial"/>
                <a:ea typeface="Arial"/>
                <a:cs typeface="Arial"/>
              </a:defRPr>
            </a:lvl6pPr>
            <a:lvl7pPr>
              <a:defRPr sz="2325" b="1">
                <a:solidFill>
                  <a:srgbClr val="1F4E79"/>
                </a:solidFill>
                <a:latin typeface="Arial"/>
                <a:ea typeface="Arial"/>
                <a:cs typeface="Arial"/>
              </a:defRPr>
            </a:lvl7pPr>
            <a:lvl8pPr>
              <a:defRPr sz="2325" b="1">
                <a:solidFill>
                  <a:srgbClr val="1F4E79"/>
                </a:solidFill>
                <a:latin typeface="Arial"/>
                <a:ea typeface="Arial"/>
                <a:cs typeface="Arial"/>
              </a:defRPr>
            </a:lvl8pPr>
            <a:lvl9pPr>
              <a:defRPr sz="2325" b="1">
                <a:solidFill>
                  <a:srgbClr val="1F4E79"/>
                </a:solidFill>
                <a:latin typeface="Arial"/>
                <a:ea typeface="Arial"/>
                <a:cs typeface="Arial"/>
              </a:defRPr>
            </a:lvl9pPr>
          </a:lstStyle>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Cantidad de títulos</a:t>
            </a:r>
          </a:p>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o calificación</a:t>
            </a:r>
          </a:p>
        </p:txBody>
      </p:sp>
      <p:sp>
        <p:nvSpPr>
          <p:cNvPr id="5" name="">
            <a:extLst xmlns:a="http://schemas.openxmlformats.org/drawingml/2006/main">
              <a:ext uri="{FF2B5EF4-FFF2-40B4-BE49-F238E27FC236}">
                <a16:creationId xmlns:a16="http://schemas.microsoft.com/office/drawing/2014/main" id="{07FB1741-E272-42D8-8E8F-AD318EA87670}"/>
              </a:ext>
            </a:extLst>
          </p:cNvPr>
          <p:cNvSpPr>
            <a:spLocks xmlns:a="http://schemas.openxmlformats.org/drawingml/2006/main" noGrp="1"/>
          </p:cNvSpPr>
          <p:nvPr/>
        </p:nvSpPr>
        <p:spPr>
          <a:xfrm xmlns:a="http://schemas.openxmlformats.org/drawingml/2006/main">
            <a:off x="8382000" y="3476625"/>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384A"/>
                </a:solidFill>
                <a:latin typeface="Arial"/>
                <a:ea typeface="Arial"/>
                <a:cs typeface="Arial"/>
              </a:defRPr>
            </a:defPPr>
            <a:lvl1pPr>
              <a:defRPr sz="2175" b="0">
                <a:solidFill>
                  <a:srgbClr val="26384A"/>
                </a:solidFill>
                <a:latin typeface="Arial"/>
                <a:ea typeface="Arial"/>
                <a:cs typeface="Arial"/>
              </a:defRPr>
            </a:lvl1pPr>
            <a:lvl2pPr>
              <a:defRPr sz="2175" b="0">
                <a:solidFill>
                  <a:srgbClr val="26384A"/>
                </a:solidFill>
                <a:latin typeface="Arial"/>
                <a:ea typeface="Arial"/>
                <a:cs typeface="Arial"/>
              </a:defRPr>
            </a:lvl2pPr>
            <a:lvl3pPr>
              <a:defRPr sz="2175" b="0">
                <a:solidFill>
                  <a:srgbClr val="26384A"/>
                </a:solidFill>
                <a:latin typeface="Arial"/>
                <a:ea typeface="Arial"/>
                <a:cs typeface="Arial"/>
              </a:defRPr>
            </a:lvl3pPr>
            <a:lvl4pPr>
              <a:defRPr sz="2175" b="0">
                <a:solidFill>
                  <a:srgbClr val="26384A"/>
                </a:solidFill>
                <a:latin typeface="Arial"/>
                <a:ea typeface="Arial"/>
                <a:cs typeface="Arial"/>
              </a:defRPr>
            </a:lvl4pPr>
            <a:lvl5pPr>
              <a:defRPr sz="2175" b="0">
                <a:solidFill>
                  <a:srgbClr val="26384A"/>
                </a:solidFill>
                <a:latin typeface="Arial"/>
                <a:ea typeface="Arial"/>
                <a:cs typeface="Arial"/>
              </a:defRPr>
            </a:lvl5pPr>
            <a:lvl6pPr>
              <a:defRPr sz="2175" b="0">
                <a:solidFill>
                  <a:srgbClr val="26384A"/>
                </a:solidFill>
                <a:latin typeface="Arial"/>
                <a:ea typeface="Arial"/>
                <a:cs typeface="Arial"/>
              </a:defRPr>
            </a:lvl6pPr>
            <a:lvl7pPr>
              <a:defRPr sz="2175" b="0">
                <a:solidFill>
                  <a:srgbClr val="26384A"/>
                </a:solidFill>
                <a:latin typeface="Arial"/>
                <a:ea typeface="Arial"/>
                <a:cs typeface="Arial"/>
              </a:defRPr>
            </a:lvl7pPr>
            <a:lvl8pPr>
              <a:defRPr sz="2175" b="0">
                <a:solidFill>
                  <a:srgbClr val="26384A"/>
                </a:solidFill>
                <a:latin typeface="Arial"/>
                <a:ea typeface="Arial"/>
                <a:cs typeface="Arial"/>
              </a:defRPr>
            </a:lvl8pPr>
            <a:lvl9pPr>
              <a:defRPr sz="2175" b="0">
                <a:solidFill>
                  <a:srgbClr val="26384A"/>
                </a:solidFill>
                <a:latin typeface="Arial"/>
                <a:ea typeface="Arial"/>
                <a:cs typeface="Arial"/>
              </a:defRPr>
            </a:lvl9pPr>
          </a:lstStyle>
          <a:p xmlns:a="http://schemas.openxmlformats.org/drawingml/2006/main">
            <a:pPr>
              <a:defRPr sz="2175" b="0">
                <a:solidFill>
                  <a:srgbClr val="26384A"/>
                </a:solidFill>
                <a:latin typeface="Arial"/>
                <a:ea typeface="Arial"/>
                <a:cs typeface="Arial"/>
              </a:defRPr>
            </a:pPr>
            <a:r>
              <a:rPr sz="2175" b="0">
                <a:solidFill>
                  <a:srgbClr val="26384A"/>
                </a:solidFill>
                <a:latin typeface="Arial"/>
                <a:ea typeface="Arial"/>
                <a:cs typeface="Arial"/>
              </a:rPr>
              <a:t>Mismos filtros</a:t>
            </a:r>
          </a:p>
          <a:p xmlns:a="http://schemas.openxmlformats.org/drawingml/2006/main">
            <a:pPr>
              <a:defRPr sz="2175" b="0">
                <a:solidFill>
                  <a:srgbClr val="26384A"/>
                </a:solidFill>
                <a:latin typeface="Arial"/>
                <a:ea typeface="Arial"/>
                <a:cs typeface="Arial"/>
              </a:defRPr>
            </a:pPr>
            <a:r>
              <a:rPr sz="2175" b="0">
                <a:solidFill>
                  <a:srgbClr val="26384A"/>
                </a:solidFill>
                <a:latin typeface="Arial"/>
                <a:ea typeface="Arial"/>
                <a:cs typeface="Arial"/>
              </a:rPr>
              <a:t>de Python</a:t>
            </a:r>
          </a:p>
        </p:txBody>
      </p:sp>
      <p:sp>
        <p:nvSpPr>
          <p:cNvPr id="6" name="">
            <a:extLst xmlns:a="http://schemas.openxmlformats.org/drawingml/2006/main">
              <a:ext uri="{FF2B5EF4-FFF2-40B4-BE49-F238E27FC236}">
                <a16:creationId xmlns:a16="http://schemas.microsoft.com/office/drawing/2014/main" id="{DC9D38F9-BB20-4AAF-A548-88ECA76B7F21}"/>
              </a:ext>
            </a:extLst>
          </p:cNvPr>
          <p:cNvSpPr>
            <a:spLocks xmlns:a="http://schemas.openxmlformats.org/drawingml/2006/main" noGrp="1"/>
          </p:cNvSpPr>
          <p:nvPr/>
        </p:nvSpPr>
        <p:spPr>
          <a:xfrm xmlns:a="http://schemas.openxmlformats.org/drawingml/2006/main">
            <a:off x="8382000" y="5095875"/>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F28E2B"/>
                </a:solidFill>
                <a:latin typeface="Arial"/>
                <a:ea typeface="Arial"/>
                <a:cs typeface="Arial"/>
              </a:defRPr>
            </a:defPPr>
            <a:lvl1pPr>
              <a:defRPr sz="2100" b="1">
                <a:solidFill>
                  <a:srgbClr val="F28E2B"/>
                </a:solidFill>
                <a:latin typeface="Arial"/>
                <a:ea typeface="Arial"/>
                <a:cs typeface="Arial"/>
              </a:defRPr>
            </a:lvl1pPr>
            <a:lvl2pPr>
              <a:defRPr sz="2100" b="1">
                <a:solidFill>
                  <a:srgbClr val="F28E2B"/>
                </a:solidFill>
                <a:latin typeface="Arial"/>
                <a:ea typeface="Arial"/>
                <a:cs typeface="Arial"/>
              </a:defRPr>
            </a:lvl2pPr>
            <a:lvl3pPr>
              <a:defRPr sz="2100" b="1">
                <a:solidFill>
                  <a:srgbClr val="F28E2B"/>
                </a:solidFill>
                <a:latin typeface="Arial"/>
                <a:ea typeface="Arial"/>
                <a:cs typeface="Arial"/>
              </a:defRPr>
            </a:lvl3pPr>
            <a:lvl4pPr>
              <a:defRPr sz="2100" b="1">
                <a:solidFill>
                  <a:srgbClr val="F28E2B"/>
                </a:solidFill>
                <a:latin typeface="Arial"/>
                <a:ea typeface="Arial"/>
                <a:cs typeface="Arial"/>
              </a:defRPr>
            </a:lvl4pPr>
            <a:lvl5pPr>
              <a:defRPr sz="2100" b="1">
                <a:solidFill>
                  <a:srgbClr val="F28E2B"/>
                </a:solidFill>
                <a:latin typeface="Arial"/>
                <a:ea typeface="Arial"/>
                <a:cs typeface="Arial"/>
              </a:defRPr>
            </a:lvl5pPr>
            <a:lvl6pPr>
              <a:defRPr sz="2100" b="1">
                <a:solidFill>
                  <a:srgbClr val="F28E2B"/>
                </a:solidFill>
                <a:latin typeface="Arial"/>
                <a:ea typeface="Arial"/>
                <a:cs typeface="Arial"/>
              </a:defRPr>
            </a:lvl6pPr>
            <a:lvl7pPr>
              <a:defRPr sz="2100" b="1">
                <a:solidFill>
                  <a:srgbClr val="F28E2B"/>
                </a:solidFill>
                <a:latin typeface="Arial"/>
                <a:ea typeface="Arial"/>
                <a:cs typeface="Arial"/>
              </a:defRPr>
            </a:lvl7pPr>
            <a:lvl8pPr>
              <a:defRPr sz="2100" b="1">
                <a:solidFill>
                  <a:srgbClr val="F28E2B"/>
                </a:solidFill>
                <a:latin typeface="Arial"/>
                <a:ea typeface="Arial"/>
                <a:cs typeface="Arial"/>
              </a:defRPr>
            </a:lvl8pPr>
            <a:lvl9pPr>
              <a:defRPr sz="2100" b="1">
                <a:solidFill>
                  <a:srgbClr val="F28E2B"/>
                </a:solidFill>
                <a:latin typeface="Arial"/>
                <a:ea typeface="Arial"/>
                <a:cs typeface="Arial"/>
              </a:defRPr>
            </a:lvl9pPr>
          </a:lstStyle>
          <a:p xmlns:a="http://schemas.openxmlformats.org/drawingml/2006/main">
            <a:pPr>
              <a:defRPr sz="2100" b="1">
                <a:solidFill>
                  <a:srgbClr val="F28E2B"/>
                </a:solidFill>
                <a:latin typeface="Arial"/>
                <a:ea typeface="Arial"/>
                <a:cs typeface="Arial"/>
              </a:defRPr>
            </a:pPr>
            <a:r>
              <a:rPr sz="2100" b="1">
                <a:solidFill>
                  <a:srgbClr val="F28E2B"/>
                </a:solidFill>
                <a:latin typeface="Arial"/>
                <a:ea typeface="Arial"/>
                <a:cs typeface="Arial"/>
              </a:rPr>
              <a:t>Valores al pasar</a:t>
            </a:r>
          </a:p>
          <a:p xmlns:a="http://schemas.openxmlformats.org/drawingml/2006/main">
            <a:pPr>
              <a:defRPr sz="2100" b="1">
                <a:solidFill>
                  <a:srgbClr val="F28E2B"/>
                </a:solidFill>
                <a:latin typeface="Arial"/>
                <a:ea typeface="Arial"/>
                <a:cs typeface="Arial"/>
              </a:defRPr>
            </a:pPr>
            <a:r>
              <a:rPr sz="2100" b="1">
                <a:solidFill>
                  <a:srgbClr val="F28E2B"/>
                </a:solidFill>
                <a:latin typeface="Arial"/>
                <a:ea typeface="Arial"/>
                <a:cs typeface="Arial"/>
              </a:rPr>
              <a:t>el cursor</a:t>
            </a:r>
          </a:p>
        </p:txBody>
      </p:sp>
    </p:spTree>
    <p:extLst>
      <p:ext uri="{BB962C8B-B14F-4D97-AF65-F5344CB8AC3E}">
        <p14:creationId xmlns:p14="http://schemas.microsoft.com/office/powerpoint/2010/main" val="205495019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30616A2-2759-472D-9A7A-736B64D3B6D6}"/>
              </a:ext>
            </a:extLst>
          </p:cNvPr>
          <p:cNvSpPr>
            <a:spLocks xmlns:a="http://schemas.openxmlformats.org/drawingml/2006/main" noGrp="1"/>
          </p:cNvSpPr>
          <p:nvPr/>
        </p:nvSpPr>
        <p:spPr>
          <a:xfrm xmlns:a="http://schemas.openxmlformats.org/drawingml/2006/main">
            <a:off x="514350" y="32385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F4E79"/>
                </a:solidFill>
                <a:latin typeface="Arial"/>
                <a:ea typeface="Arial"/>
                <a:cs typeface="Arial"/>
              </a:defRPr>
            </a:defPPr>
            <a:lvl1pPr>
              <a:defRPr sz="3150" b="1">
                <a:solidFill>
                  <a:srgbClr val="1F4E79"/>
                </a:solidFill>
                <a:latin typeface="Arial"/>
                <a:ea typeface="Arial"/>
                <a:cs typeface="Arial"/>
              </a:defRPr>
            </a:lvl1pPr>
            <a:lvl2pPr>
              <a:defRPr sz="3150" b="1">
                <a:solidFill>
                  <a:srgbClr val="1F4E79"/>
                </a:solidFill>
                <a:latin typeface="Arial"/>
                <a:ea typeface="Arial"/>
                <a:cs typeface="Arial"/>
              </a:defRPr>
            </a:lvl2pPr>
            <a:lvl3pPr>
              <a:defRPr sz="3150" b="1">
                <a:solidFill>
                  <a:srgbClr val="1F4E79"/>
                </a:solidFill>
                <a:latin typeface="Arial"/>
                <a:ea typeface="Arial"/>
                <a:cs typeface="Arial"/>
              </a:defRPr>
            </a:lvl3pPr>
            <a:lvl4pPr>
              <a:defRPr sz="3150" b="1">
                <a:solidFill>
                  <a:srgbClr val="1F4E79"/>
                </a:solidFill>
                <a:latin typeface="Arial"/>
                <a:ea typeface="Arial"/>
                <a:cs typeface="Arial"/>
              </a:defRPr>
            </a:lvl4pPr>
            <a:lvl5pPr>
              <a:defRPr sz="3150" b="1">
                <a:solidFill>
                  <a:srgbClr val="1F4E79"/>
                </a:solidFill>
                <a:latin typeface="Arial"/>
                <a:ea typeface="Arial"/>
                <a:cs typeface="Arial"/>
              </a:defRPr>
            </a:lvl5pPr>
            <a:lvl6pPr>
              <a:defRPr sz="3150" b="1">
                <a:solidFill>
                  <a:srgbClr val="1F4E79"/>
                </a:solidFill>
                <a:latin typeface="Arial"/>
                <a:ea typeface="Arial"/>
                <a:cs typeface="Arial"/>
              </a:defRPr>
            </a:lvl6pPr>
            <a:lvl7pPr>
              <a:defRPr sz="3150" b="1">
                <a:solidFill>
                  <a:srgbClr val="1F4E79"/>
                </a:solidFill>
                <a:latin typeface="Arial"/>
                <a:ea typeface="Arial"/>
                <a:cs typeface="Arial"/>
              </a:defRPr>
            </a:lvl7pPr>
            <a:lvl8pPr>
              <a:defRPr sz="3150" b="1">
                <a:solidFill>
                  <a:srgbClr val="1F4E79"/>
                </a:solidFill>
                <a:latin typeface="Arial"/>
                <a:ea typeface="Arial"/>
                <a:cs typeface="Arial"/>
              </a:defRPr>
            </a:lvl8pPr>
            <a:lvl9pPr>
              <a:defRPr sz="3150" b="1">
                <a:solidFill>
                  <a:srgbClr val="1F4E79"/>
                </a:solidFill>
                <a:latin typeface="Arial"/>
                <a:ea typeface="Arial"/>
                <a:cs typeface="Arial"/>
              </a:defRPr>
            </a:lvl9pPr>
          </a:lstStyle>
          <a:p xmlns:a="http://schemas.openxmlformats.org/drawingml/2006/main">
            <a:pPr>
              <a:defRPr sz="3150" b="1">
                <a:solidFill>
                  <a:srgbClr val="1F4E79"/>
                </a:solidFill>
                <a:latin typeface="Arial"/>
                <a:ea typeface="Arial"/>
                <a:cs typeface="Arial"/>
              </a:defRPr>
            </a:pPr>
            <a:r>
              <a:rPr sz="3150" b="1">
                <a:solidFill>
                  <a:srgbClr val="1F4E79"/>
                </a:solidFill>
                <a:latin typeface="Arial"/>
                <a:ea typeface="Arial"/>
                <a:cs typeface="Arial"/>
              </a:rPr>
              <a:t>Power BI para Contenidos y Adquisición</a:t>
            </a:r>
          </a:p>
        </p:txBody>
      </p:sp>
      <p:sp>
        <p:nvSpPr>
          <p:cNvPr id="2" name="">
            <a:extLst xmlns:a="http://schemas.openxmlformats.org/drawingml/2006/main">
              <a:ext uri="{FF2B5EF4-FFF2-40B4-BE49-F238E27FC236}">
                <a16:creationId xmlns:a16="http://schemas.microsoft.com/office/drawing/2014/main" id="{B3F7839C-911B-4B6D-90A3-55E45123E287}"/>
              </a:ext>
            </a:extLst>
          </p:cNvPr>
          <p:cNvSpPr>
            <a:spLocks xmlns:a="http://schemas.openxmlformats.org/drawingml/2006/main" noGrp="1"/>
          </p:cNvSpPr>
          <p:nvPr/>
        </p:nvSpPr>
        <p:spPr>
          <a:xfrm xmlns:a="http://schemas.openxmlformats.org/drawingml/2006/main">
            <a:off x="11334750" y="63436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F6F7F"/>
                </a:solidFill>
                <a:latin typeface="Arial"/>
                <a:ea typeface="Arial"/>
                <a:cs typeface="Arial"/>
              </a:defRPr>
            </a:defPPr>
            <a:lvl1pPr>
              <a:defRPr sz="1275" b="0">
                <a:solidFill>
                  <a:srgbClr val="5F6F7F"/>
                </a:solidFill>
                <a:latin typeface="Arial"/>
                <a:ea typeface="Arial"/>
                <a:cs typeface="Arial"/>
              </a:defRPr>
            </a:lvl1pPr>
            <a:lvl2pPr>
              <a:defRPr sz="1275" b="0">
                <a:solidFill>
                  <a:srgbClr val="5F6F7F"/>
                </a:solidFill>
                <a:latin typeface="Arial"/>
                <a:ea typeface="Arial"/>
                <a:cs typeface="Arial"/>
              </a:defRPr>
            </a:lvl2pPr>
            <a:lvl3pPr>
              <a:defRPr sz="1275" b="0">
                <a:solidFill>
                  <a:srgbClr val="5F6F7F"/>
                </a:solidFill>
                <a:latin typeface="Arial"/>
                <a:ea typeface="Arial"/>
                <a:cs typeface="Arial"/>
              </a:defRPr>
            </a:lvl3pPr>
            <a:lvl4pPr>
              <a:defRPr sz="1275" b="0">
                <a:solidFill>
                  <a:srgbClr val="5F6F7F"/>
                </a:solidFill>
                <a:latin typeface="Arial"/>
                <a:ea typeface="Arial"/>
                <a:cs typeface="Arial"/>
              </a:defRPr>
            </a:lvl4pPr>
            <a:lvl5pPr>
              <a:defRPr sz="1275" b="0">
                <a:solidFill>
                  <a:srgbClr val="5F6F7F"/>
                </a:solidFill>
                <a:latin typeface="Arial"/>
                <a:ea typeface="Arial"/>
                <a:cs typeface="Arial"/>
              </a:defRPr>
            </a:lvl5pPr>
            <a:lvl6pPr>
              <a:defRPr sz="1275" b="0">
                <a:solidFill>
                  <a:srgbClr val="5F6F7F"/>
                </a:solidFill>
                <a:latin typeface="Arial"/>
                <a:ea typeface="Arial"/>
                <a:cs typeface="Arial"/>
              </a:defRPr>
            </a:lvl6pPr>
            <a:lvl7pPr>
              <a:defRPr sz="1275" b="0">
                <a:solidFill>
                  <a:srgbClr val="5F6F7F"/>
                </a:solidFill>
                <a:latin typeface="Arial"/>
                <a:ea typeface="Arial"/>
                <a:cs typeface="Arial"/>
              </a:defRPr>
            </a:lvl7pPr>
            <a:lvl8pPr>
              <a:defRPr sz="1275" b="0">
                <a:solidFill>
                  <a:srgbClr val="5F6F7F"/>
                </a:solidFill>
                <a:latin typeface="Arial"/>
                <a:ea typeface="Arial"/>
                <a:cs typeface="Arial"/>
              </a:defRPr>
            </a:lvl8pPr>
            <a:lvl9pPr>
              <a:defRPr sz="1275" b="0">
                <a:solidFill>
                  <a:srgbClr val="5F6F7F"/>
                </a:solidFill>
                <a:latin typeface="Arial"/>
                <a:ea typeface="Arial"/>
                <a:cs typeface="Arial"/>
              </a:defRPr>
            </a:lvl9pPr>
          </a:lstStyle>
          <a:p xmlns:a="http://schemas.openxmlformats.org/drawingml/2006/main">
            <a:pPr>
              <a:defRPr sz="1275" b="0">
                <a:solidFill>
                  <a:srgbClr val="5F6F7F"/>
                </a:solidFill>
                <a:latin typeface="Arial"/>
                <a:ea typeface="Arial"/>
                <a:cs typeface="Arial"/>
              </a:defRPr>
            </a:pPr>
            <a:r>
              <a:rPr sz="1275" b="0">
                <a:solidFill>
                  <a:srgbClr val="5F6F7F"/>
                </a:solidFill>
                <a:latin typeface="Arial"/>
                <a:ea typeface="Arial"/>
                <a:cs typeface="Arial"/>
              </a:rPr>
              <a:t>06</a:t>
            </a:r>
          </a:p>
        </p:txBody>
      </p:sp>
      <p:graphicFrame>
        <p:nvGraphicFramePr>
          <p:cNvPr id="3" name="Chart">
            <a:extLst xmlns:a="http://schemas.openxmlformats.org/drawingml/2006/main">
              <a:ext uri="{FF2B5EF4-FFF2-40B4-BE49-F238E27FC236}">
                <a16:creationId xmlns:a16="http://schemas.microsoft.com/office/drawing/2014/main" id="{DBEA28B3-A078-4054-9E4E-E9AF13820236}"/>
              </a:ext>
            </a:extLst>
          </p:cNvPr>
          <p:cNvGraphicFramePr/>
          <p:nvPr/>
        </p:nvGraphicFramePr>
        <p:xfrm>
          <a:off xmlns:a="http://schemas.openxmlformats.org/drawingml/2006/main" x="428625" y="1428750"/>
          <a:ext xmlns:a="http://schemas.openxmlformats.org/drawingml/2006/main" cx="8477250" cy="4000500"/>
        </p:xfrm>
        <a:graphic xmlns:a="http://schemas.openxmlformats.org/drawingml/2006/main">
          <a:graphicData uri="http://schemas.openxmlformats.org/drawingml/2006/chart">
            <c:chart xmlns:r="http://schemas.openxmlformats.org/officeDocument/2006/relationships" xmlns:c="http://schemas.openxmlformats.org/drawingml/2006/chart" r:id="R40d8a2580c3e4899"/>
          </a:graphicData>
        </a:graphic>
      </p:graphicFrame>
      <p:sp>
        <p:nvSpPr>
          <p:cNvPr id="4" name="">
            <a:extLst xmlns:a="http://schemas.openxmlformats.org/drawingml/2006/main">
              <a:ext uri="{FF2B5EF4-FFF2-40B4-BE49-F238E27FC236}">
                <a16:creationId xmlns:a16="http://schemas.microsoft.com/office/drawing/2014/main" id="{95F164EA-263D-45EA-8095-24236C2780F5}"/>
              </a:ext>
            </a:extLst>
          </p:cNvPr>
          <p:cNvSpPr>
            <a:spLocks xmlns:a="http://schemas.openxmlformats.org/drawingml/2006/main" noGrp="1"/>
          </p:cNvSpPr>
          <p:nvPr/>
        </p:nvSpPr>
        <p:spPr>
          <a:xfrm xmlns:a="http://schemas.openxmlformats.org/drawingml/2006/main">
            <a:off x="9191625" y="1905000"/>
            <a:ext cx="2571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F4E79"/>
                </a:solidFill>
                <a:latin typeface="Arial"/>
                <a:ea typeface="Arial"/>
                <a:cs typeface="Arial"/>
              </a:defRPr>
            </a:defPPr>
            <a:lvl1pPr>
              <a:defRPr sz="2550" b="1">
                <a:solidFill>
                  <a:srgbClr val="1F4E79"/>
                </a:solidFill>
                <a:latin typeface="Arial"/>
                <a:ea typeface="Arial"/>
                <a:cs typeface="Arial"/>
              </a:defRPr>
            </a:lvl1pPr>
            <a:lvl2pPr>
              <a:defRPr sz="2550" b="1">
                <a:solidFill>
                  <a:srgbClr val="1F4E79"/>
                </a:solidFill>
                <a:latin typeface="Arial"/>
                <a:ea typeface="Arial"/>
                <a:cs typeface="Arial"/>
              </a:defRPr>
            </a:lvl2pPr>
            <a:lvl3pPr>
              <a:defRPr sz="2550" b="1">
                <a:solidFill>
                  <a:srgbClr val="1F4E79"/>
                </a:solidFill>
                <a:latin typeface="Arial"/>
                <a:ea typeface="Arial"/>
                <a:cs typeface="Arial"/>
              </a:defRPr>
            </a:lvl3pPr>
            <a:lvl4pPr>
              <a:defRPr sz="2550" b="1">
                <a:solidFill>
                  <a:srgbClr val="1F4E79"/>
                </a:solidFill>
                <a:latin typeface="Arial"/>
                <a:ea typeface="Arial"/>
                <a:cs typeface="Arial"/>
              </a:defRPr>
            </a:lvl4pPr>
            <a:lvl5pPr>
              <a:defRPr sz="2550" b="1">
                <a:solidFill>
                  <a:srgbClr val="1F4E79"/>
                </a:solidFill>
                <a:latin typeface="Arial"/>
                <a:ea typeface="Arial"/>
                <a:cs typeface="Arial"/>
              </a:defRPr>
            </a:lvl5pPr>
            <a:lvl6pPr>
              <a:defRPr sz="2550" b="1">
                <a:solidFill>
                  <a:srgbClr val="1F4E79"/>
                </a:solidFill>
                <a:latin typeface="Arial"/>
                <a:ea typeface="Arial"/>
                <a:cs typeface="Arial"/>
              </a:defRPr>
            </a:lvl6pPr>
            <a:lvl7pPr>
              <a:defRPr sz="2550" b="1">
                <a:solidFill>
                  <a:srgbClr val="1F4E79"/>
                </a:solidFill>
                <a:latin typeface="Arial"/>
                <a:ea typeface="Arial"/>
                <a:cs typeface="Arial"/>
              </a:defRPr>
            </a:lvl7pPr>
            <a:lvl8pPr>
              <a:defRPr sz="2550" b="1">
                <a:solidFill>
                  <a:srgbClr val="1F4E79"/>
                </a:solidFill>
                <a:latin typeface="Arial"/>
                <a:ea typeface="Arial"/>
                <a:cs typeface="Arial"/>
              </a:defRPr>
            </a:lvl8pPr>
            <a:lvl9pPr>
              <a:defRPr sz="2550" b="1">
                <a:solidFill>
                  <a:srgbClr val="1F4E79"/>
                </a:solidFill>
                <a:latin typeface="Arial"/>
                <a:ea typeface="Arial"/>
                <a:cs typeface="Arial"/>
              </a:defRPr>
            </a:lvl9pPr>
          </a:lstStyle>
          <a:p xmlns:a="http://schemas.openxmlformats.org/drawingml/2006/main">
            <a:pPr>
              <a:defRPr sz="2550" b="1">
                <a:solidFill>
                  <a:srgbClr val="1F4E79"/>
                </a:solidFill>
                <a:latin typeface="Arial"/>
                <a:ea typeface="Arial"/>
                <a:cs typeface="Arial"/>
              </a:defRPr>
            </a:pPr>
            <a:r>
              <a:rPr sz="2550" b="1">
                <a:solidFill>
                  <a:srgbClr val="1F4E79"/>
                </a:solidFill>
                <a:latin typeface="Arial"/>
                <a:ea typeface="Arial"/>
                <a:cs typeface="Arial"/>
              </a:rPr>
              <a:t>3 páginas</a:t>
            </a:r>
          </a:p>
          <a:p xmlns:a="http://schemas.openxmlformats.org/drawingml/2006/main">
            <a:pPr>
              <a:defRPr sz="2550" b="1">
                <a:solidFill>
                  <a:srgbClr val="1F4E79"/>
                </a:solidFill>
                <a:latin typeface="Arial"/>
                <a:ea typeface="Arial"/>
                <a:cs typeface="Arial"/>
              </a:defRPr>
            </a:pPr>
            <a:r>
              <a:rPr sz="2550" b="1">
                <a:solidFill>
                  <a:srgbClr val="1F4E79"/>
                </a:solidFill>
                <a:latin typeface="Arial"/>
                <a:ea typeface="Arial"/>
                <a:cs typeface="Arial"/>
              </a:rPr>
              <a:t>analíticas</a:t>
            </a:r>
          </a:p>
        </p:txBody>
      </p:sp>
      <p:sp>
        <p:nvSpPr>
          <p:cNvPr id="5" name="">
            <a:extLst xmlns:a="http://schemas.openxmlformats.org/drawingml/2006/main">
              <a:ext uri="{FF2B5EF4-FFF2-40B4-BE49-F238E27FC236}">
                <a16:creationId xmlns:a16="http://schemas.microsoft.com/office/drawing/2014/main" id="{56814477-6785-4B8D-9DAB-4A162B35DE78}"/>
              </a:ext>
            </a:extLst>
          </p:cNvPr>
          <p:cNvSpPr>
            <a:spLocks xmlns:a="http://schemas.openxmlformats.org/drawingml/2006/main" noGrp="1"/>
          </p:cNvSpPr>
          <p:nvPr/>
        </p:nvSpPr>
        <p:spPr>
          <a:xfrm xmlns:a="http://schemas.openxmlformats.org/drawingml/2006/main">
            <a:off x="9191625" y="3667125"/>
            <a:ext cx="2571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A"/>
                </a:solidFill>
                <a:latin typeface="Arial"/>
                <a:ea typeface="Arial"/>
                <a:cs typeface="Arial"/>
              </a:defRPr>
            </a:defPPr>
            <a:lvl1pPr>
              <a:defRPr sz="2025" b="0">
                <a:solidFill>
                  <a:srgbClr val="26384A"/>
                </a:solidFill>
                <a:latin typeface="Arial"/>
                <a:ea typeface="Arial"/>
                <a:cs typeface="Arial"/>
              </a:defRPr>
            </a:lvl1pPr>
            <a:lvl2pPr>
              <a:defRPr sz="2025" b="0">
                <a:solidFill>
                  <a:srgbClr val="26384A"/>
                </a:solidFill>
                <a:latin typeface="Arial"/>
                <a:ea typeface="Arial"/>
                <a:cs typeface="Arial"/>
              </a:defRPr>
            </a:lvl2pPr>
            <a:lvl3pPr>
              <a:defRPr sz="2025" b="0">
                <a:solidFill>
                  <a:srgbClr val="26384A"/>
                </a:solidFill>
                <a:latin typeface="Arial"/>
                <a:ea typeface="Arial"/>
                <a:cs typeface="Arial"/>
              </a:defRPr>
            </a:lvl3pPr>
            <a:lvl4pPr>
              <a:defRPr sz="2025" b="0">
                <a:solidFill>
                  <a:srgbClr val="26384A"/>
                </a:solidFill>
                <a:latin typeface="Arial"/>
                <a:ea typeface="Arial"/>
                <a:cs typeface="Arial"/>
              </a:defRPr>
            </a:lvl4pPr>
            <a:lvl5pPr>
              <a:defRPr sz="2025" b="0">
                <a:solidFill>
                  <a:srgbClr val="26384A"/>
                </a:solidFill>
                <a:latin typeface="Arial"/>
                <a:ea typeface="Arial"/>
                <a:cs typeface="Arial"/>
              </a:defRPr>
            </a:lvl5pPr>
            <a:lvl6pPr>
              <a:defRPr sz="2025" b="0">
                <a:solidFill>
                  <a:srgbClr val="26384A"/>
                </a:solidFill>
                <a:latin typeface="Arial"/>
                <a:ea typeface="Arial"/>
                <a:cs typeface="Arial"/>
              </a:defRPr>
            </a:lvl6pPr>
            <a:lvl7pPr>
              <a:defRPr sz="2025" b="0">
                <a:solidFill>
                  <a:srgbClr val="26384A"/>
                </a:solidFill>
                <a:latin typeface="Arial"/>
                <a:ea typeface="Arial"/>
                <a:cs typeface="Arial"/>
              </a:defRPr>
            </a:lvl7pPr>
            <a:lvl8pPr>
              <a:defRPr sz="2025" b="0">
                <a:solidFill>
                  <a:srgbClr val="26384A"/>
                </a:solidFill>
                <a:latin typeface="Arial"/>
                <a:ea typeface="Arial"/>
                <a:cs typeface="Arial"/>
              </a:defRPr>
            </a:lvl8pPr>
            <a:lvl9pPr>
              <a:defRPr sz="2025" b="0">
                <a:solidFill>
                  <a:srgbClr val="26384A"/>
                </a:solidFill>
                <a:latin typeface="Arial"/>
                <a:ea typeface="Arial"/>
                <a:cs typeface="Arial"/>
              </a:defRPr>
            </a:lvl9pPr>
          </a:lstStyle>
          <a:p xmlns:a="http://schemas.openxmlformats.org/drawingml/2006/main">
            <a:pPr>
              <a:defRPr sz="2025" b="0">
                <a:solidFill>
                  <a:srgbClr val="26384A"/>
                </a:solidFill>
                <a:latin typeface="Arial"/>
                <a:ea typeface="Arial"/>
                <a:cs typeface="Arial"/>
              </a:defRPr>
            </a:pPr>
            <a:r>
              <a:rPr sz="2025" b="0">
                <a:solidFill>
                  <a:srgbClr val="26384A"/>
                </a:solidFill>
                <a:latin typeface="Arial"/>
                <a:ea typeface="Arial"/>
                <a:cs typeface="Arial"/>
              </a:rPr>
              <a:t>Filtros de catálogo</a:t>
            </a:r>
          </a:p>
          <a:p xmlns:a="http://schemas.openxmlformats.org/drawingml/2006/main">
            <a:pPr>
              <a:defRPr sz="2025" b="0">
                <a:solidFill>
                  <a:srgbClr val="26384A"/>
                </a:solidFill>
                <a:latin typeface="Arial"/>
                <a:ea typeface="Arial"/>
                <a:cs typeface="Arial"/>
              </a:defRPr>
            </a:pPr>
            <a:r>
              <a:rPr sz="2025" b="0">
                <a:solidFill>
                  <a:srgbClr val="26384A"/>
                </a:solidFill>
                <a:latin typeface="Arial"/>
                <a:ea typeface="Arial"/>
                <a:cs typeface="Arial"/>
              </a:rPr>
              <a:t>y valoración</a:t>
            </a:r>
          </a:p>
        </p:txBody>
      </p:sp>
      <p:sp>
        <p:nvSpPr>
          <p:cNvPr id="6" name="">
            <a:extLst xmlns:a="http://schemas.openxmlformats.org/drawingml/2006/main">
              <a:ext uri="{FF2B5EF4-FFF2-40B4-BE49-F238E27FC236}">
                <a16:creationId xmlns:a16="http://schemas.microsoft.com/office/drawing/2014/main" id="{854F41E9-8D47-415F-9210-E11D45493780}"/>
              </a:ext>
            </a:extLst>
          </p:cNvPr>
          <p:cNvSpPr>
            <a:spLocks xmlns:a="http://schemas.openxmlformats.org/drawingml/2006/main" noGrp="1"/>
          </p:cNvSpPr>
          <p:nvPr/>
        </p:nvSpPr>
        <p:spPr>
          <a:xfrm xmlns:a="http://schemas.openxmlformats.org/drawingml/2006/main">
            <a:off x="619125" y="595312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F6F7F"/>
                </a:solidFill>
                <a:latin typeface="Arial"/>
                <a:ea typeface="Arial"/>
                <a:cs typeface="Arial"/>
              </a:defRPr>
            </a:defPPr>
            <a:lvl1pPr>
              <a:defRPr sz="1575" b="0">
                <a:solidFill>
                  <a:srgbClr val="5F6F7F"/>
                </a:solidFill>
                <a:latin typeface="Arial"/>
                <a:ea typeface="Arial"/>
                <a:cs typeface="Arial"/>
              </a:defRPr>
            </a:lvl1pPr>
            <a:lvl2pPr>
              <a:defRPr sz="1575" b="0">
                <a:solidFill>
                  <a:srgbClr val="5F6F7F"/>
                </a:solidFill>
                <a:latin typeface="Arial"/>
                <a:ea typeface="Arial"/>
                <a:cs typeface="Arial"/>
              </a:defRPr>
            </a:lvl2pPr>
            <a:lvl3pPr>
              <a:defRPr sz="1575" b="0">
                <a:solidFill>
                  <a:srgbClr val="5F6F7F"/>
                </a:solidFill>
                <a:latin typeface="Arial"/>
                <a:ea typeface="Arial"/>
                <a:cs typeface="Arial"/>
              </a:defRPr>
            </a:lvl3pPr>
            <a:lvl4pPr>
              <a:defRPr sz="1575" b="0">
                <a:solidFill>
                  <a:srgbClr val="5F6F7F"/>
                </a:solidFill>
                <a:latin typeface="Arial"/>
                <a:ea typeface="Arial"/>
                <a:cs typeface="Arial"/>
              </a:defRPr>
            </a:lvl4pPr>
            <a:lvl5pPr>
              <a:defRPr sz="1575" b="0">
                <a:solidFill>
                  <a:srgbClr val="5F6F7F"/>
                </a:solidFill>
                <a:latin typeface="Arial"/>
                <a:ea typeface="Arial"/>
                <a:cs typeface="Arial"/>
              </a:defRPr>
            </a:lvl5pPr>
            <a:lvl6pPr>
              <a:defRPr sz="1575" b="0">
                <a:solidFill>
                  <a:srgbClr val="5F6F7F"/>
                </a:solidFill>
                <a:latin typeface="Arial"/>
                <a:ea typeface="Arial"/>
                <a:cs typeface="Arial"/>
              </a:defRPr>
            </a:lvl6pPr>
            <a:lvl7pPr>
              <a:defRPr sz="1575" b="0">
                <a:solidFill>
                  <a:srgbClr val="5F6F7F"/>
                </a:solidFill>
                <a:latin typeface="Arial"/>
                <a:ea typeface="Arial"/>
                <a:cs typeface="Arial"/>
              </a:defRPr>
            </a:lvl7pPr>
            <a:lvl8pPr>
              <a:defRPr sz="1575" b="0">
                <a:solidFill>
                  <a:srgbClr val="5F6F7F"/>
                </a:solidFill>
                <a:latin typeface="Arial"/>
                <a:ea typeface="Arial"/>
                <a:cs typeface="Arial"/>
              </a:defRPr>
            </a:lvl8pPr>
            <a:lvl9pPr>
              <a:defRPr sz="1575" b="0">
                <a:solidFill>
                  <a:srgbClr val="5F6F7F"/>
                </a:solidFill>
                <a:latin typeface="Arial"/>
                <a:ea typeface="Arial"/>
                <a:cs typeface="Arial"/>
              </a:defRPr>
            </a:lvl9pPr>
          </a:lstStyle>
          <a:p xmlns:a="http://schemas.openxmlformats.org/drawingml/2006/main">
            <a:pPr>
              <a:defRPr sz="1575" b="0">
                <a:solidFill>
                  <a:srgbClr val="5F6F7F"/>
                </a:solidFill>
                <a:latin typeface="Arial"/>
                <a:ea typeface="Arial"/>
                <a:cs typeface="Arial"/>
              </a:defRPr>
            </a:pPr>
            <a:r>
              <a:rPr sz="1575" b="0">
                <a:solidFill>
                  <a:srgbClr val="5F6F7F"/>
                </a:solidFill>
                <a:latin typeface="Arial"/>
                <a:ea typeface="Arial"/>
                <a:cs typeface="Arial"/>
              </a:rPr>
              <a:t>Gráfico reproducido con los datos y criterios del PBIX.</a:t>
            </a:r>
          </a:p>
        </p:txBody>
      </p:sp>
    </p:spTree>
    <p:extLst>
      <p:ext uri="{BB962C8B-B14F-4D97-AF65-F5344CB8AC3E}">
        <p14:creationId xmlns:p14="http://schemas.microsoft.com/office/powerpoint/2010/main" val="20044275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31BDEF3-E7ED-4921-80EA-5BBC5B235525}"/>
              </a:ext>
            </a:extLst>
          </p:cNvPr>
          <p:cNvSpPr>
            <a:spLocks xmlns:a="http://schemas.openxmlformats.org/drawingml/2006/main" noGrp="1"/>
          </p:cNvSpPr>
          <p:nvPr/>
        </p:nvSpPr>
        <p:spPr>
          <a:xfrm xmlns:a="http://schemas.openxmlformats.org/drawingml/2006/main">
            <a:off x="514350" y="32385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F4E79"/>
                </a:solidFill>
                <a:latin typeface="Arial"/>
                <a:ea typeface="Arial"/>
                <a:cs typeface="Arial"/>
              </a:defRPr>
            </a:defPPr>
            <a:lvl1pPr>
              <a:defRPr sz="3150" b="1">
                <a:solidFill>
                  <a:srgbClr val="1F4E79"/>
                </a:solidFill>
                <a:latin typeface="Arial"/>
                <a:ea typeface="Arial"/>
                <a:cs typeface="Arial"/>
              </a:defRPr>
            </a:lvl1pPr>
            <a:lvl2pPr>
              <a:defRPr sz="3150" b="1">
                <a:solidFill>
                  <a:srgbClr val="1F4E79"/>
                </a:solidFill>
                <a:latin typeface="Arial"/>
                <a:ea typeface="Arial"/>
                <a:cs typeface="Arial"/>
              </a:defRPr>
            </a:lvl2pPr>
            <a:lvl3pPr>
              <a:defRPr sz="3150" b="1">
                <a:solidFill>
                  <a:srgbClr val="1F4E79"/>
                </a:solidFill>
                <a:latin typeface="Arial"/>
                <a:ea typeface="Arial"/>
                <a:cs typeface="Arial"/>
              </a:defRPr>
            </a:lvl3pPr>
            <a:lvl4pPr>
              <a:defRPr sz="3150" b="1">
                <a:solidFill>
                  <a:srgbClr val="1F4E79"/>
                </a:solidFill>
                <a:latin typeface="Arial"/>
                <a:ea typeface="Arial"/>
                <a:cs typeface="Arial"/>
              </a:defRPr>
            </a:lvl4pPr>
            <a:lvl5pPr>
              <a:defRPr sz="3150" b="1">
                <a:solidFill>
                  <a:srgbClr val="1F4E79"/>
                </a:solidFill>
                <a:latin typeface="Arial"/>
                <a:ea typeface="Arial"/>
                <a:cs typeface="Arial"/>
              </a:defRPr>
            </a:lvl5pPr>
            <a:lvl6pPr>
              <a:defRPr sz="3150" b="1">
                <a:solidFill>
                  <a:srgbClr val="1F4E79"/>
                </a:solidFill>
                <a:latin typeface="Arial"/>
                <a:ea typeface="Arial"/>
                <a:cs typeface="Arial"/>
              </a:defRPr>
            </a:lvl6pPr>
            <a:lvl7pPr>
              <a:defRPr sz="3150" b="1">
                <a:solidFill>
                  <a:srgbClr val="1F4E79"/>
                </a:solidFill>
                <a:latin typeface="Arial"/>
                <a:ea typeface="Arial"/>
                <a:cs typeface="Arial"/>
              </a:defRPr>
            </a:lvl7pPr>
            <a:lvl8pPr>
              <a:defRPr sz="3150" b="1">
                <a:solidFill>
                  <a:srgbClr val="1F4E79"/>
                </a:solidFill>
                <a:latin typeface="Arial"/>
                <a:ea typeface="Arial"/>
                <a:cs typeface="Arial"/>
              </a:defRPr>
            </a:lvl8pPr>
            <a:lvl9pPr>
              <a:defRPr sz="3150" b="1">
                <a:solidFill>
                  <a:srgbClr val="1F4E79"/>
                </a:solidFill>
                <a:latin typeface="Arial"/>
                <a:ea typeface="Arial"/>
                <a:cs typeface="Arial"/>
              </a:defRPr>
            </a:lvl9pPr>
          </a:lstStyle>
          <a:p xmlns:a="http://schemas.openxmlformats.org/drawingml/2006/main">
            <a:pPr>
              <a:defRPr sz="3150" b="1">
                <a:solidFill>
                  <a:srgbClr val="1F4E79"/>
                </a:solidFill>
                <a:latin typeface="Arial"/>
                <a:ea typeface="Arial"/>
                <a:cs typeface="Arial"/>
              </a:defRPr>
            </a:pPr>
            <a:r>
              <a:rPr sz="3150" b="1">
                <a:solidFill>
                  <a:srgbClr val="1F4E79"/>
                </a:solidFill>
                <a:latin typeface="Arial"/>
                <a:ea typeface="Arial"/>
                <a:cs typeface="Arial"/>
              </a:rPr>
              <a:t>Ranking con un mínimo de votos</a:t>
            </a:r>
          </a:p>
        </p:txBody>
      </p:sp>
      <p:sp>
        <p:nvSpPr>
          <p:cNvPr id="2" name="">
            <a:extLst xmlns:a="http://schemas.openxmlformats.org/drawingml/2006/main">
              <a:ext uri="{FF2B5EF4-FFF2-40B4-BE49-F238E27FC236}">
                <a16:creationId xmlns:a16="http://schemas.microsoft.com/office/drawing/2014/main" id="{040EAED3-B915-4B13-B49A-7E05B9B53819}"/>
              </a:ext>
            </a:extLst>
          </p:cNvPr>
          <p:cNvSpPr>
            <a:spLocks xmlns:a="http://schemas.openxmlformats.org/drawingml/2006/main" noGrp="1"/>
          </p:cNvSpPr>
          <p:nvPr/>
        </p:nvSpPr>
        <p:spPr>
          <a:xfrm xmlns:a="http://schemas.openxmlformats.org/drawingml/2006/main">
            <a:off x="11334750" y="63436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F6F7F"/>
                </a:solidFill>
                <a:latin typeface="Arial"/>
                <a:ea typeface="Arial"/>
                <a:cs typeface="Arial"/>
              </a:defRPr>
            </a:defPPr>
            <a:lvl1pPr>
              <a:defRPr sz="1275" b="0">
                <a:solidFill>
                  <a:srgbClr val="5F6F7F"/>
                </a:solidFill>
                <a:latin typeface="Arial"/>
                <a:ea typeface="Arial"/>
                <a:cs typeface="Arial"/>
              </a:defRPr>
            </a:lvl1pPr>
            <a:lvl2pPr>
              <a:defRPr sz="1275" b="0">
                <a:solidFill>
                  <a:srgbClr val="5F6F7F"/>
                </a:solidFill>
                <a:latin typeface="Arial"/>
                <a:ea typeface="Arial"/>
                <a:cs typeface="Arial"/>
              </a:defRPr>
            </a:lvl2pPr>
            <a:lvl3pPr>
              <a:defRPr sz="1275" b="0">
                <a:solidFill>
                  <a:srgbClr val="5F6F7F"/>
                </a:solidFill>
                <a:latin typeface="Arial"/>
                <a:ea typeface="Arial"/>
                <a:cs typeface="Arial"/>
              </a:defRPr>
            </a:lvl3pPr>
            <a:lvl4pPr>
              <a:defRPr sz="1275" b="0">
                <a:solidFill>
                  <a:srgbClr val="5F6F7F"/>
                </a:solidFill>
                <a:latin typeface="Arial"/>
                <a:ea typeface="Arial"/>
                <a:cs typeface="Arial"/>
              </a:defRPr>
            </a:lvl4pPr>
            <a:lvl5pPr>
              <a:defRPr sz="1275" b="0">
                <a:solidFill>
                  <a:srgbClr val="5F6F7F"/>
                </a:solidFill>
                <a:latin typeface="Arial"/>
                <a:ea typeface="Arial"/>
                <a:cs typeface="Arial"/>
              </a:defRPr>
            </a:lvl5pPr>
            <a:lvl6pPr>
              <a:defRPr sz="1275" b="0">
                <a:solidFill>
                  <a:srgbClr val="5F6F7F"/>
                </a:solidFill>
                <a:latin typeface="Arial"/>
                <a:ea typeface="Arial"/>
                <a:cs typeface="Arial"/>
              </a:defRPr>
            </a:lvl6pPr>
            <a:lvl7pPr>
              <a:defRPr sz="1275" b="0">
                <a:solidFill>
                  <a:srgbClr val="5F6F7F"/>
                </a:solidFill>
                <a:latin typeface="Arial"/>
                <a:ea typeface="Arial"/>
                <a:cs typeface="Arial"/>
              </a:defRPr>
            </a:lvl7pPr>
            <a:lvl8pPr>
              <a:defRPr sz="1275" b="0">
                <a:solidFill>
                  <a:srgbClr val="5F6F7F"/>
                </a:solidFill>
                <a:latin typeface="Arial"/>
                <a:ea typeface="Arial"/>
                <a:cs typeface="Arial"/>
              </a:defRPr>
            </a:lvl8pPr>
            <a:lvl9pPr>
              <a:defRPr sz="1275" b="0">
                <a:solidFill>
                  <a:srgbClr val="5F6F7F"/>
                </a:solidFill>
                <a:latin typeface="Arial"/>
                <a:ea typeface="Arial"/>
                <a:cs typeface="Arial"/>
              </a:defRPr>
            </a:lvl9pPr>
          </a:lstStyle>
          <a:p xmlns:a="http://schemas.openxmlformats.org/drawingml/2006/main">
            <a:pPr>
              <a:defRPr sz="1275" b="0">
                <a:solidFill>
                  <a:srgbClr val="5F6F7F"/>
                </a:solidFill>
                <a:latin typeface="Arial"/>
                <a:ea typeface="Arial"/>
                <a:cs typeface="Arial"/>
              </a:defRPr>
            </a:pPr>
            <a:r>
              <a:rPr sz="1275" b="0">
                <a:solidFill>
                  <a:srgbClr val="5F6F7F"/>
                </a:solidFill>
                <a:latin typeface="Arial"/>
                <a:ea typeface="Arial"/>
                <a:cs typeface="Arial"/>
              </a:rPr>
              <a:t>07</a:t>
            </a:r>
          </a:p>
        </p:txBody>
      </p:sp>
      <p:graphicFrame>
        <p:nvGraphicFramePr>
          <p:cNvPr id="3" name="Chart">
            <a:extLst xmlns:a="http://schemas.openxmlformats.org/drawingml/2006/main">
              <a:ext uri="{FF2B5EF4-FFF2-40B4-BE49-F238E27FC236}">
                <a16:creationId xmlns:a16="http://schemas.microsoft.com/office/drawing/2014/main" id="{DFBD12AB-0E1F-4B6C-BE7F-7278A9F98528}"/>
              </a:ext>
            </a:extLst>
          </p:cNvPr>
          <p:cNvGraphicFramePr/>
          <p:nvPr/>
        </p:nvGraphicFramePr>
        <p:xfrm>
          <a:off xmlns:a="http://schemas.openxmlformats.org/drawingml/2006/main" x="381000" y="1381125"/>
          <a:ext xmlns:a="http://schemas.openxmlformats.org/drawingml/2006/main" cx="11239500" cy="4095750"/>
        </p:xfrm>
        <a:graphic xmlns:a="http://schemas.openxmlformats.org/drawingml/2006/main">
          <a:graphicData uri="http://schemas.openxmlformats.org/drawingml/2006/chart">
            <c:chart xmlns:r="http://schemas.openxmlformats.org/officeDocument/2006/relationships" xmlns:c="http://schemas.openxmlformats.org/drawingml/2006/chart" r:id="Rbccf57af61da48f8"/>
          </a:graphicData>
        </a:graphic>
      </p:graphicFrame>
      <p:sp>
        <p:nvSpPr>
          <p:cNvPr id="4" name="">
            <a:extLst xmlns:a="http://schemas.openxmlformats.org/drawingml/2006/main">
              <a:ext uri="{FF2B5EF4-FFF2-40B4-BE49-F238E27FC236}">
                <a16:creationId xmlns:a16="http://schemas.microsoft.com/office/drawing/2014/main" id="{6620F763-10CD-452B-ABBA-C13FD6D92C2E}"/>
              </a:ext>
            </a:extLst>
          </p:cNvPr>
          <p:cNvSpPr>
            <a:spLocks xmlns:a="http://schemas.openxmlformats.org/drawingml/2006/main" noGrp="1"/>
          </p:cNvSpPr>
          <p:nvPr/>
        </p:nvSpPr>
        <p:spPr>
          <a:xfrm xmlns:a="http://schemas.openxmlformats.org/drawingml/2006/main">
            <a:off x="619125" y="59055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F6F7F"/>
                </a:solidFill>
                <a:latin typeface="Arial"/>
                <a:ea typeface="Arial"/>
                <a:cs typeface="Arial"/>
              </a:defRPr>
            </a:defPPr>
            <a:lvl1pPr>
              <a:defRPr sz="2025" b="0">
                <a:solidFill>
                  <a:srgbClr val="5F6F7F"/>
                </a:solidFill>
                <a:latin typeface="Arial"/>
                <a:ea typeface="Arial"/>
                <a:cs typeface="Arial"/>
              </a:defRPr>
            </a:lvl1pPr>
            <a:lvl2pPr>
              <a:defRPr sz="2025" b="0">
                <a:solidFill>
                  <a:srgbClr val="5F6F7F"/>
                </a:solidFill>
                <a:latin typeface="Arial"/>
                <a:ea typeface="Arial"/>
                <a:cs typeface="Arial"/>
              </a:defRPr>
            </a:lvl2pPr>
            <a:lvl3pPr>
              <a:defRPr sz="2025" b="0">
                <a:solidFill>
                  <a:srgbClr val="5F6F7F"/>
                </a:solidFill>
                <a:latin typeface="Arial"/>
                <a:ea typeface="Arial"/>
                <a:cs typeface="Arial"/>
              </a:defRPr>
            </a:lvl3pPr>
            <a:lvl4pPr>
              <a:defRPr sz="2025" b="0">
                <a:solidFill>
                  <a:srgbClr val="5F6F7F"/>
                </a:solidFill>
                <a:latin typeface="Arial"/>
                <a:ea typeface="Arial"/>
                <a:cs typeface="Arial"/>
              </a:defRPr>
            </a:lvl4pPr>
            <a:lvl5pPr>
              <a:defRPr sz="2025" b="0">
                <a:solidFill>
                  <a:srgbClr val="5F6F7F"/>
                </a:solidFill>
                <a:latin typeface="Arial"/>
                <a:ea typeface="Arial"/>
                <a:cs typeface="Arial"/>
              </a:defRPr>
            </a:lvl5pPr>
            <a:lvl6pPr>
              <a:defRPr sz="2025" b="0">
                <a:solidFill>
                  <a:srgbClr val="5F6F7F"/>
                </a:solidFill>
                <a:latin typeface="Arial"/>
                <a:ea typeface="Arial"/>
                <a:cs typeface="Arial"/>
              </a:defRPr>
            </a:lvl6pPr>
            <a:lvl7pPr>
              <a:defRPr sz="2025" b="0">
                <a:solidFill>
                  <a:srgbClr val="5F6F7F"/>
                </a:solidFill>
                <a:latin typeface="Arial"/>
                <a:ea typeface="Arial"/>
                <a:cs typeface="Arial"/>
              </a:defRPr>
            </a:lvl7pPr>
            <a:lvl8pPr>
              <a:defRPr sz="2025" b="0">
                <a:solidFill>
                  <a:srgbClr val="5F6F7F"/>
                </a:solidFill>
                <a:latin typeface="Arial"/>
                <a:ea typeface="Arial"/>
                <a:cs typeface="Arial"/>
              </a:defRPr>
            </a:lvl8pPr>
            <a:lvl9pPr>
              <a:defRPr sz="2025" b="0">
                <a:solidFill>
                  <a:srgbClr val="5F6F7F"/>
                </a:solidFill>
                <a:latin typeface="Arial"/>
                <a:ea typeface="Arial"/>
                <a:cs typeface="Arial"/>
              </a:defRPr>
            </a:lvl9pPr>
          </a:lstStyle>
          <a:p xmlns:a="http://schemas.openxmlformats.org/drawingml/2006/main">
            <a:pPr>
              <a:defRPr sz="2025" b="0">
                <a:solidFill>
                  <a:srgbClr val="5F6F7F"/>
                </a:solidFill>
                <a:latin typeface="Arial"/>
                <a:ea typeface="Arial"/>
                <a:cs typeface="Arial"/>
              </a:defRPr>
            </a:pPr>
            <a:r>
              <a:rPr sz="2025" b="0">
                <a:solidFill>
                  <a:srgbClr val="5F6F7F"/>
                </a:solidFill>
                <a:latin typeface="Arial"/>
                <a:ea typeface="Arial"/>
                <a:cs typeface="Arial"/>
              </a:rPr>
              <a:t>Mínimo 1.000 votos. Calificación de 0 a 10.</a:t>
            </a:r>
          </a:p>
        </p:txBody>
      </p:sp>
    </p:spTree>
    <p:extLst>
      <p:ext uri="{BB962C8B-B14F-4D97-AF65-F5344CB8AC3E}">
        <p14:creationId xmlns:p14="http://schemas.microsoft.com/office/powerpoint/2010/main" val="197228542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EB7C1F4-5E31-4427-8BA8-0980BDD192F5}"/>
              </a:ext>
            </a:extLst>
          </p:cNvPr>
          <p:cNvSpPr>
            <a:spLocks xmlns:a="http://schemas.openxmlformats.org/drawingml/2006/main" noGrp="1"/>
          </p:cNvSpPr>
          <p:nvPr/>
        </p:nvSpPr>
        <p:spPr>
          <a:xfrm xmlns:a="http://schemas.openxmlformats.org/drawingml/2006/main">
            <a:off x="514350" y="32385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F4E79"/>
                </a:solidFill>
                <a:latin typeface="Arial"/>
                <a:ea typeface="Arial"/>
                <a:cs typeface="Arial"/>
              </a:defRPr>
            </a:defPPr>
            <a:lvl1pPr>
              <a:defRPr sz="3150" b="1">
                <a:solidFill>
                  <a:srgbClr val="1F4E79"/>
                </a:solidFill>
                <a:latin typeface="Arial"/>
                <a:ea typeface="Arial"/>
                <a:cs typeface="Arial"/>
              </a:defRPr>
            </a:lvl1pPr>
            <a:lvl2pPr>
              <a:defRPr sz="3150" b="1">
                <a:solidFill>
                  <a:srgbClr val="1F4E79"/>
                </a:solidFill>
                <a:latin typeface="Arial"/>
                <a:ea typeface="Arial"/>
                <a:cs typeface="Arial"/>
              </a:defRPr>
            </a:lvl2pPr>
            <a:lvl3pPr>
              <a:defRPr sz="3150" b="1">
                <a:solidFill>
                  <a:srgbClr val="1F4E79"/>
                </a:solidFill>
                <a:latin typeface="Arial"/>
                <a:ea typeface="Arial"/>
                <a:cs typeface="Arial"/>
              </a:defRPr>
            </a:lvl3pPr>
            <a:lvl4pPr>
              <a:defRPr sz="3150" b="1">
                <a:solidFill>
                  <a:srgbClr val="1F4E79"/>
                </a:solidFill>
                <a:latin typeface="Arial"/>
                <a:ea typeface="Arial"/>
                <a:cs typeface="Arial"/>
              </a:defRPr>
            </a:lvl4pPr>
            <a:lvl5pPr>
              <a:defRPr sz="3150" b="1">
                <a:solidFill>
                  <a:srgbClr val="1F4E79"/>
                </a:solidFill>
                <a:latin typeface="Arial"/>
                <a:ea typeface="Arial"/>
                <a:cs typeface="Arial"/>
              </a:defRPr>
            </a:lvl5pPr>
            <a:lvl6pPr>
              <a:defRPr sz="3150" b="1">
                <a:solidFill>
                  <a:srgbClr val="1F4E79"/>
                </a:solidFill>
                <a:latin typeface="Arial"/>
                <a:ea typeface="Arial"/>
                <a:cs typeface="Arial"/>
              </a:defRPr>
            </a:lvl6pPr>
            <a:lvl7pPr>
              <a:defRPr sz="3150" b="1">
                <a:solidFill>
                  <a:srgbClr val="1F4E79"/>
                </a:solidFill>
                <a:latin typeface="Arial"/>
                <a:ea typeface="Arial"/>
                <a:cs typeface="Arial"/>
              </a:defRPr>
            </a:lvl7pPr>
            <a:lvl8pPr>
              <a:defRPr sz="3150" b="1">
                <a:solidFill>
                  <a:srgbClr val="1F4E79"/>
                </a:solidFill>
                <a:latin typeface="Arial"/>
                <a:ea typeface="Arial"/>
                <a:cs typeface="Arial"/>
              </a:defRPr>
            </a:lvl8pPr>
            <a:lvl9pPr>
              <a:defRPr sz="3150" b="1">
                <a:solidFill>
                  <a:srgbClr val="1F4E79"/>
                </a:solidFill>
                <a:latin typeface="Arial"/>
                <a:ea typeface="Arial"/>
                <a:cs typeface="Arial"/>
              </a:defRPr>
            </a:lvl9pPr>
          </a:lstStyle>
          <a:p xmlns:a="http://schemas.openxmlformats.org/drawingml/2006/main">
            <a:pPr>
              <a:defRPr sz="3150" b="1">
                <a:solidFill>
                  <a:srgbClr val="1F4E79"/>
                </a:solidFill>
                <a:latin typeface="Arial"/>
                <a:ea typeface="Arial"/>
                <a:cs typeface="Arial"/>
              </a:defRPr>
            </a:pPr>
            <a:r>
              <a:rPr sz="3150" b="1">
                <a:solidFill>
                  <a:srgbClr val="1F4E79"/>
                </a:solidFill>
                <a:latin typeface="Arial"/>
                <a:ea typeface="Arial"/>
                <a:cs typeface="Arial"/>
              </a:rPr>
              <a:t>Finanzas para adquisición</a:t>
            </a:r>
          </a:p>
        </p:txBody>
      </p:sp>
      <p:sp>
        <p:nvSpPr>
          <p:cNvPr id="2" name="">
            <a:extLst xmlns:a="http://schemas.openxmlformats.org/drawingml/2006/main">
              <a:ext uri="{FF2B5EF4-FFF2-40B4-BE49-F238E27FC236}">
                <a16:creationId xmlns:a16="http://schemas.microsoft.com/office/drawing/2014/main" id="{9F06A9BD-53B8-4BB8-9BB4-60095D6CF8B5}"/>
              </a:ext>
            </a:extLst>
          </p:cNvPr>
          <p:cNvSpPr>
            <a:spLocks xmlns:a="http://schemas.openxmlformats.org/drawingml/2006/main" noGrp="1"/>
          </p:cNvSpPr>
          <p:nvPr/>
        </p:nvSpPr>
        <p:spPr>
          <a:xfrm xmlns:a="http://schemas.openxmlformats.org/drawingml/2006/main">
            <a:off x="11334750" y="63436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F6F7F"/>
                </a:solidFill>
                <a:latin typeface="Arial"/>
                <a:ea typeface="Arial"/>
                <a:cs typeface="Arial"/>
              </a:defRPr>
            </a:defPPr>
            <a:lvl1pPr>
              <a:defRPr sz="1275" b="0">
                <a:solidFill>
                  <a:srgbClr val="5F6F7F"/>
                </a:solidFill>
                <a:latin typeface="Arial"/>
                <a:ea typeface="Arial"/>
                <a:cs typeface="Arial"/>
              </a:defRPr>
            </a:lvl1pPr>
            <a:lvl2pPr>
              <a:defRPr sz="1275" b="0">
                <a:solidFill>
                  <a:srgbClr val="5F6F7F"/>
                </a:solidFill>
                <a:latin typeface="Arial"/>
                <a:ea typeface="Arial"/>
                <a:cs typeface="Arial"/>
              </a:defRPr>
            </a:lvl2pPr>
            <a:lvl3pPr>
              <a:defRPr sz="1275" b="0">
                <a:solidFill>
                  <a:srgbClr val="5F6F7F"/>
                </a:solidFill>
                <a:latin typeface="Arial"/>
                <a:ea typeface="Arial"/>
                <a:cs typeface="Arial"/>
              </a:defRPr>
            </a:lvl3pPr>
            <a:lvl4pPr>
              <a:defRPr sz="1275" b="0">
                <a:solidFill>
                  <a:srgbClr val="5F6F7F"/>
                </a:solidFill>
                <a:latin typeface="Arial"/>
                <a:ea typeface="Arial"/>
                <a:cs typeface="Arial"/>
              </a:defRPr>
            </a:lvl4pPr>
            <a:lvl5pPr>
              <a:defRPr sz="1275" b="0">
                <a:solidFill>
                  <a:srgbClr val="5F6F7F"/>
                </a:solidFill>
                <a:latin typeface="Arial"/>
                <a:ea typeface="Arial"/>
                <a:cs typeface="Arial"/>
              </a:defRPr>
            </a:lvl5pPr>
            <a:lvl6pPr>
              <a:defRPr sz="1275" b="0">
                <a:solidFill>
                  <a:srgbClr val="5F6F7F"/>
                </a:solidFill>
                <a:latin typeface="Arial"/>
                <a:ea typeface="Arial"/>
                <a:cs typeface="Arial"/>
              </a:defRPr>
            </a:lvl6pPr>
            <a:lvl7pPr>
              <a:defRPr sz="1275" b="0">
                <a:solidFill>
                  <a:srgbClr val="5F6F7F"/>
                </a:solidFill>
                <a:latin typeface="Arial"/>
                <a:ea typeface="Arial"/>
                <a:cs typeface="Arial"/>
              </a:defRPr>
            </a:lvl7pPr>
            <a:lvl8pPr>
              <a:defRPr sz="1275" b="0">
                <a:solidFill>
                  <a:srgbClr val="5F6F7F"/>
                </a:solidFill>
                <a:latin typeface="Arial"/>
                <a:ea typeface="Arial"/>
                <a:cs typeface="Arial"/>
              </a:defRPr>
            </a:lvl8pPr>
            <a:lvl9pPr>
              <a:defRPr sz="1275" b="0">
                <a:solidFill>
                  <a:srgbClr val="5F6F7F"/>
                </a:solidFill>
                <a:latin typeface="Arial"/>
                <a:ea typeface="Arial"/>
                <a:cs typeface="Arial"/>
              </a:defRPr>
            </a:lvl9pPr>
          </a:lstStyle>
          <a:p xmlns:a="http://schemas.openxmlformats.org/drawingml/2006/main">
            <a:pPr>
              <a:defRPr sz="1275" b="0">
                <a:solidFill>
                  <a:srgbClr val="5F6F7F"/>
                </a:solidFill>
                <a:latin typeface="Arial"/>
                <a:ea typeface="Arial"/>
                <a:cs typeface="Arial"/>
              </a:defRPr>
            </a:pPr>
            <a:r>
              <a:rPr sz="1275" b="0">
                <a:solidFill>
                  <a:srgbClr val="5F6F7F"/>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B436E56F-70F4-462D-9E75-4153FC46DD8F}"/>
              </a:ext>
            </a:extLst>
          </p:cNvPr>
          <p:cNvSpPr>
            <a:spLocks xmlns:a="http://schemas.openxmlformats.org/drawingml/2006/main" noGrp="1"/>
          </p:cNvSpPr>
          <p:nvPr/>
        </p:nvSpPr>
        <p:spPr>
          <a:xfrm xmlns:a="http://schemas.openxmlformats.org/drawingml/2006/main">
            <a:off x="619125" y="13811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F4E79"/>
                </a:solidFill>
                <a:latin typeface="Arial"/>
                <a:ea typeface="Arial"/>
                <a:cs typeface="Arial"/>
              </a:defRPr>
            </a:defPPr>
            <a:lvl1pPr>
              <a:defRPr sz="2700" b="1">
                <a:solidFill>
                  <a:srgbClr val="1F4E79"/>
                </a:solidFill>
                <a:latin typeface="Arial"/>
                <a:ea typeface="Arial"/>
                <a:cs typeface="Arial"/>
              </a:defRPr>
            </a:lvl1pPr>
            <a:lvl2pPr>
              <a:defRPr sz="2700" b="1">
                <a:solidFill>
                  <a:srgbClr val="1F4E79"/>
                </a:solidFill>
                <a:latin typeface="Arial"/>
                <a:ea typeface="Arial"/>
                <a:cs typeface="Arial"/>
              </a:defRPr>
            </a:lvl2pPr>
            <a:lvl3pPr>
              <a:defRPr sz="2700" b="1">
                <a:solidFill>
                  <a:srgbClr val="1F4E79"/>
                </a:solidFill>
                <a:latin typeface="Arial"/>
                <a:ea typeface="Arial"/>
                <a:cs typeface="Arial"/>
              </a:defRPr>
            </a:lvl3pPr>
            <a:lvl4pPr>
              <a:defRPr sz="2700" b="1">
                <a:solidFill>
                  <a:srgbClr val="1F4E79"/>
                </a:solidFill>
                <a:latin typeface="Arial"/>
                <a:ea typeface="Arial"/>
                <a:cs typeface="Arial"/>
              </a:defRPr>
            </a:lvl4pPr>
            <a:lvl5pPr>
              <a:defRPr sz="2700" b="1">
                <a:solidFill>
                  <a:srgbClr val="1F4E79"/>
                </a:solidFill>
                <a:latin typeface="Arial"/>
                <a:ea typeface="Arial"/>
                <a:cs typeface="Arial"/>
              </a:defRPr>
            </a:lvl5pPr>
            <a:lvl6pPr>
              <a:defRPr sz="2700" b="1">
                <a:solidFill>
                  <a:srgbClr val="1F4E79"/>
                </a:solidFill>
                <a:latin typeface="Arial"/>
                <a:ea typeface="Arial"/>
                <a:cs typeface="Arial"/>
              </a:defRPr>
            </a:lvl6pPr>
            <a:lvl7pPr>
              <a:defRPr sz="2700" b="1">
                <a:solidFill>
                  <a:srgbClr val="1F4E79"/>
                </a:solidFill>
                <a:latin typeface="Arial"/>
                <a:ea typeface="Arial"/>
                <a:cs typeface="Arial"/>
              </a:defRPr>
            </a:lvl7pPr>
            <a:lvl8pPr>
              <a:defRPr sz="2700" b="1">
                <a:solidFill>
                  <a:srgbClr val="1F4E79"/>
                </a:solidFill>
                <a:latin typeface="Arial"/>
                <a:ea typeface="Arial"/>
                <a:cs typeface="Arial"/>
              </a:defRPr>
            </a:lvl8pPr>
            <a:lvl9pPr>
              <a:defRPr sz="2700" b="1">
                <a:solidFill>
                  <a:srgbClr val="1F4E79"/>
                </a:solidFill>
                <a:latin typeface="Arial"/>
                <a:ea typeface="Arial"/>
                <a:cs typeface="Arial"/>
              </a:defRPr>
            </a:lvl9pPr>
          </a:lstStyle>
          <a:p xmlns:a="http://schemas.openxmlformats.org/drawingml/2006/main">
            <a:pPr>
              <a:defRPr sz="2700" b="1">
                <a:solidFill>
                  <a:srgbClr val="1F4E79"/>
                </a:solidFill>
                <a:latin typeface="Arial"/>
                <a:ea typeface="Arial"/>
                <a:cs typeface="Arial"/>
              </a:defRPr>
            </a:pPr>
            <a:r>
              <a:rPr sz="2700" b="1">
                <a:solidFill>
                  <a:srgbClr val="1F4E79"/>
                </a:solidFill>
                <a:latin typeface="Arial"/>
                <a:ea typeface="Arial"/>
                <a:cs typeface="Arial"/>
              </a:rPr>
              <a:t>3.523 películas</a:t>
            </a:r>
          </a:p>
        </p:txBody>
      </p:sp>
      <p:sp>
        <p:nvSpPr>
          <p:cNvPr id="4" name="">
            <a:extLst xmlns:a="http://schemas.openxmlformats.org/drawingml/2006/main">
              <a:ext uri="{FF2B5EF4-FFF2-40B4-BE49-F238E27FC236}">
                <a16:creationId xmlns:a16="http://schemas.microsoft.com/office/drawing/2014/main" id="{988AF87C-41A0-4540-85CC-54A422DFB2C8}"/>
              </a:ext>
            </a:extLst>
          </p:cNvPr>
          <p:cNvSpPr>
            <a:spLocks xmlns:a="http://schemas.openxmlformats.org/drawingml/2006/main" noGrp="1"/>
          </p:cNvSpPr>
          <p:nvPr/>
        </p:nvSpPr>
        <p:spPr>
          <a:xfrm xmlns:a="http://schemas.openxmlformats.org/drawingml/2006/main">
            <a:off x="6429375" y="13811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F28E2B"/>
                </a:solidFill>
                <a:latin typeface="Arial"/>
                <a:ea typeface="Arial"/>
                <a:cs typeface="Arial"/>
              </a:defRPr>
            </a:defPPr>
            <a:lvl1pPr>
              <a:defRPr sz="2700" b="1">
                <a:solidFill>
                  <a:srgbClr val="F28E2B"/>
                </a:solidFill>
                <a:latin typeface="Arial"/>
                <a:ea typeface="Arial"/>
                <a:cs typeface="Arial"/>
              </a:defRPr>
            </a:lvl1pPr>
            <a:lvl2pPr>
              <a:defRPr sz="2700" b="1">
                <a:solidFill>
                  <a:srgbClr val="F28E2B"/>
                </a:solidFill>
                <a:latin typeface="Arial"/>
                <a:ea typeface="Arial"/>
                <a:cs typeface="Arial"/>
              </a:defRPr>
            </a:lvl2pPr>
            <a:lvl3pPr>
              <a:defRPr sz="2700" b="1">
                <a:solidFill>
                  <a:srgbClr val="F28E2B"/>
                </a:solidFill>
                <a:latin typeface="Arial"/>
                <a:ea typeface="Arial"/>
                <a:cs typeface="Arial"/>
              </a:defRPr>
            </a:lvl3pPr>
            <a:lvl4pPr>
              <a:defRPr sz="2700" b="1">
                <a:solidFill>
                  <a:srgbClr val="F28E2B"/>
                </a:solidFill>
                <a:latin typeface="Arial"/>
                <a:ea typeface="Arial"/>
                <a:cs typeface="Arial"/>
              </a:defRPr>
            </a:lvl4pPr>
            <a:lvl5pPr>
              <a:defRPr sz="2700" b="1">
                <a:solidFill>
                  <a:srgbClr val="F28E2B"/>
                </a:solidFill>
                <a:latin typeface="Arial"/>
                <a:ea typeface="Arial"/>
                <a:cs typeface="Arial"/>
              </a:defRPr>
            </a:lvl5pPr>
            <a:lvl6pPr>
              <a:defRPr sz="2700" b="1">
                <a:solidFill>
                  <a:srgbClr val="F28E2B"/>
                </a:solidFill>
                <a:latin typeface="Arial"/>
                <a:ea typeface="Arial"/>
                <a:cs typeface="Arial"/>
              </a:defRPr>
            </a:lvl6pPr>
            <a:lvl7pPr>
              <a:defRPr sz="2700" b="1">
                <a:solidFill>
                  <a:srgbClr val="F28E2B"/>
                </a:solidFill>
                <a:latin typeface="Arial"/>
                <a:ea typeface="Arial"/>
                <a:cs typeface="Arial"/>
              </a:defRPr>
            </a:lvl7pPr>
            <a:lvl8pPr>
              <a:defRPr sz="2700" b="1">
                <a:solidFill>
                  <a:srgbClr val="F28E2B"/>
                </a:solidFill>
                <a:latin typeface="Arial"/>
                <a:ea typeface="Arial"/>
                <a:cs typeface="Arial"/>
              </a:defRPr>
            </a:lvl8pPr>
            <a:lvl9pPr>
              <a:defRPr sz="2700" b="1">
                <a:solidFill>
                  <a:srgbClr val="F28E2B"/>
                </a:solidFill>
                <a:latin typeface="Arial"/>
                <a:ea typeface="Arial"/>
                <a:cs typeface="Arial"/>
              </a:defRPr>
            </a:lvl9pPr>
          </a:lstStyle>
          <a:p xmlns:a="http://schemas.openxmlformats.org/drawingml/2006/main">
            <a:pPr>
              <a:defRPr sz="2700" b="1">
                <a:solidFill>
                  <a:srgbClr val="F28E2B"/>
                </a:solidFill>
                <a:latin typeface="Arial"/>
                <a:ea typeface="Arial"/>
                <a:cs typeface="Arial"/>
              </a:defRPr>
            </a:pPr>
            <a:r>
              <a:rPr sz="2700" b="1">
                <a:solidFill>
                  <a:srgbClr val="F28E2B"/>
                </a:solidFill>
                <a:latin typeface="Arial"/>
                <a:ea typeface="Arial"/>
                <a:cs typeface="Arial"/>
              </a:rPr>
              <a:t>Cobertura 22,02%</a:t>
            </a:r>
          </a:p>
        </p:txBody>
      </p:sp>
      <p:graphicFrame>
        <p:nvGraphicFramePr>
          <p:cNvPr id="5" name="Chart">
            <a:extLst xmlns:a="http://schemas.openxmlformats.org/drawingml/2006/main">
              <a:ext uri="{FF2B5EF4-FFF2-40B4-BE49-F238E27FC236}">
                <a16:creationId xmlns:a16="http://schemas.microsoft.com/office/drawing/2014/main" id="{D1A48F75-ECA4-4D60-B8AE-E7553F5E9902}"/>
              </a:ext>
            </a:extLst>
          </p:cNvPr>
          <p:cNvGraphicFramePr/>
          <p:nvPr/>
        </p:nvGraphicFramePr>
        <p:xfrm>
          <a:off xmlns:a="http://schemas.openxmlformats.org/drawingml/2006/main" x="476250" y="2238375"/>
          <a:ext xmlns:a="http://schemas.openxmlformats.org/drawingml/2006/main" cx="11144250" cy="3143250"/>
        </p:xfrm>
        <a:graphic xmlns:a="http://schemas.openxmlformats.org/drawingml/2006/main">
          <a:graphicData uri="http://schemas.openxmlformats.org/drawingml/2006/chart">
            <c:chart xmlns:r="http://schemas.openxmlformats.org/officeDocument/2006/relationships" xmlns:c="http://schemas.openxmlformats.org/drawingml/2006/chart" r:id="Reae77c673adc47bb"/>
          </a:graphicData>
        </a:graphic>
      </p:graphicFrame>
      <p:sp>
        <p:nvSpPr>
          <p:cNvPr id="6" name="">
            <a:extLst xmlns:a="http://schemas.openxmlformats.org/drawingml/2006/main">
              <a:ext uri="{FF2B5EF4-FFF2-40B4-BE49-F238E27FC236}">
                <a16:creationId xmlns:a16="http://schemas.microsoft.com/office/drawing/2014/main" id="{150FDDB3-38F7-4ACF-A42B-0C7B0A393707}"/>
              </a:ext>
            </a:extLst>
          </p:cNvPr>
          <p:cNvSpPr>
            <a:spLocks xmlns:a="http://schemas.openxmlformats.org/drawingml/2006/main" noGrp="1"/>
          </p:cNvSpPr>
          <p:nvPr/>
        </p:nvSpPr>
        <p:spPr>
          <a:xfrm xmlns:a="http://schemas.openxmlformats.org/drawingml/2006/main">
            <a:off x="619125" y="59531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F6F7F"/>
                </a:solidFill>
                <a:latin typeface="Arial"/>
                <a:ea typeface="Arial"/>
                <a:cs typeface="Arial"/>
              </a:defRPr>
            </a:defPPr>
            <a:lvl1pPr>
              <a:defRPr sz="1950" b="0">
                <a:solidFill>
                  <a:srgbClr val="5F6F7F"/>
                </a:solidFill>
                <a:latin typeface="Arial"/>
                <a:ea typeface="Arial"/>
                <a:cs typeface="Arial"/>
              </a:defRPr>
            </a:lvl1pPr>
            <a:lvl2pPr>
              <a:defRPr sz="1950" b="0">
                <a:solidFill>
                  <a:srgbClr val="5F6F7F"/>
                </a:solidFill>
                <a:latin typeface="Arial"/>
                <a:ea typeface="Arial"/>
                <a:cs typeface="Arial"/>
              </a:defRPr>
            </a:lvl2pPr>
            <a:lvl3pPr>
              <a:defRPr sz="1950" b="0">
                <a:solidFill>
                  <a:srgbClr val="5F6F7F"/>
                </a:solidFill>
                <a:latin typeface="Arial"/>
                <a:ea typeface="Arial"/>
                <a:cs typeface="Arial"/>
              </a:defRPr>
            </a:lvl3pPr>
            <a:lvl4pPr>
              <a:defRPr sz="1950" b="0">
                <a:solidFill>
                  <a:srgbClr val="5F6F7F"/>
                </a:solidFill>
                <a:latin typeface="Arial"/>
                <a:ea typeface="Arial"/>
                <a:cs typeface="Arial"/>
              </a:defRPr>
            </a:lvl4pPr>
            <a:lvl5pPr>
              <a:defRPr sz="1950" b="0">
                <a:solidFill>
                  <a:srgbClr val="5F6F7F"/>
                </a:solidFill>
                <a:latin typeface="Arial"/>
                <a:ea typeface="Arial"/>
                <a:cs typeface="Arial"/>
              </a:defRPr>
            </a:lvl5pPr>
            <a:lvl6pPr>
              <a:defRPr sz="1950" b="0">
                <a:solidFill>
                  <a:srgbClr val="5F6F7F"/>
                </a:solidFill>
                <a:latin typeface="Arial"/>
                <a:ea typeface="Arial"/>
                <a:cs typeface="Arial"/>
              </a:defRPr>
            </a:lvl6pPr>
            <a:lvl7pPr>
              <a:defRPr sz="1950" b="0">
                <a:solidFill>
                  <a:srgbClr val="5F6F7F"/>
                </a:solidFill>
                <a:latin typeface="Arial"/>
                <a:ea typeface="Arial"/>
                <a:cs typeface="Arial"/>
              </a:defRPr>
            </a:lvl7pPr>
            <a:lvl8pPr>
              <a:defRPr sz="1950" b="0">
                <a:solidFill>
                  <a:srgbClr val="5F6F7F"/>
                </a:solidFill>
                <a:latin typeface="Arial"/>
                <a:ea typeface="Arial"/>
                <a:cs typeface="Arial"/>
              </a:defRPr>
            </a:lvl8pPr>
            <a:lvl9pPr>
              <a:defRPr sz="1950" b="0">
                <a:solidFill>
                  <a:srgbClr val="5F6F7F"/>
                </a:solidFill>
                <a:latin typeface="Arial"/>
                <a:ea typeface="Arial"/>
                <a:cs typeface="Arial"/>
              </a:defRPr>
            </a:lvl9pPr>
          </a:lstStyle>
          <a:p xmlns:a="http://schemas.openxmlformats.org/drawingml/2006/main">
            <a:pPr>
              <a:defRPr sz="1950" b="0">
                <a:solidFill>
                  <a:srgbClr val="5F6F7F"/>
                </a:solidFill>
                <a:latin typeface="Arial"/>
                <a:ea typeface="Arial"/>
                <a:cs typeface="Arial"/>
              </a:defRPr>
            </a:pPr>
            <a:r>
              <a:rPr sz="1950" b="0">
                <a:solidFill>
                  <a:srgbClr val="5F6F7F"/>
                </a:solidFill>
                <a:latin typeface="Arial"/>
                <a:ea typeface="Arial"/>
                <a:cs typeface="Arial"/>
              </a:rPr>
              <a:t>ROI agregado aproximado: 191,68%. Muestra con ambos datos.</a:t>
            </a:r>
          </a:p>
        </p:txBody>
      </p:sp>
    </p:spTree>
    <p:extLst>
      <p:ext uri="{BB962C8B-B14F-4D97-AF65-F5344CB8AC3E}">
        <p14:creationId xmlns:p14="http://schemas.microsoft.com/office/powerpoint/2010/main" val="130550460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0B9794F-8CC6-4B0D-AFD6-F959B1007F6A}"/>
              </a:ext>
            </a:extLst>
          </p:cNvPr>
          <p:cNvSpPr>
            <a:spLocks xmlns:a="http://schemas.openxmlformats.org/drawingml/2006/main" noGrp="1"/>
          </p:cNvSpPr>
          <p:nvPr/>
        </p:nvSpPr>
        <p:spPr>
          <a:xfrm xmlns:a="http://schemas.openxmlformats.org/drawingml/2006/main">
            <a:off x="514350" y="32385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F4E79"/>
                </a:solidFill>
                <a:latin typeface="Arial"/>
                <a:ea typeface="Arial"/>
                <a:cs typeface="Arial"/>
              </a:defRPr>
            </a:defPPr>
            <a:lvl1pPr>
              <a:defRPr sz="3150" b="1">
                <a:solidFill>
                  <a:srgbClr val="1F4E79"/>
                </a:solidFill>
                <a:latin typeface="Arial"/>
                <a:ea typeface="Arial"/>
                <a:cs typeface="Arial"/>
              </a:defRPr>
            </a:lvl1pPr>
            <a:lvl2pPr>
              <a:defRPr sz="3150" b="1">
                <a:solidFill>
                  <a:srgbClr val="1F4E79"/>
                </a:solidFill>
                <a:latin typeface="Arial"/>
                <a:ea typeface="Arial"/>
                <a:cs typeface="Arial"/>
              </a:defRPr>
            </a:lvl2pPr>
            <a:lvl3pPr>
              <a:defRPr sz="3150" b="1">
                <a:solidFill>
                  <a:srgbClr val="1F4E79"/>
                </a:solidFill>
                <a:latin typeface="Arial"/>
                <a:ea typeface="Arial"/>
                <a:cs typeface="Arial"/>
              </a:defRPr>
            </a:lvl3pPr>
            <a:lvl4pPr>
              <a:defRPr sz="3150" b="1">
                <a:solidFill>
                  <a:srgbClr val="1F4E79"/>
                </a:solidFill>
                <a:latin typeface="Arial"/>
                <a:ea typeface="Arial"/>
                <a:cs typeface="Arial"/>
              </a:defRPr>
            </a:lvl4pPr>
            <a:lvl5pPr>
              <a:defRPr sz="3150" b="1">
                <a:solidFill>
                  <a:srgbClr val="1F4E79"/>
                </a:solidFill>
                <a:latin typeface="Arial"/>
                <a:ea typeface="Arial"/>
                <a:cs typeface="Arial"/>
              </a:defRPr>
            </a:lvl5pPr>
            <a:lvl6pPr>
              <a:defRPr sz="3150" b="1">
                <a:solidFill>
                  <a:srgbClr val="1F4E79"/>
                </a:solidFill>
                <a:latin typeface="Arial"/>
                <a:ea typeface="Arial"/>
                <a:cs typeface="Arial"/>
              </a:defRPr>
            </a:lvl6pPr>
            <a:lvl7pPr>
              <a:defRPr sz="3150" b="1">
                <a:solidFill>
                  <a:srgbClr val="1F4E79"/>
                </a:solidFill>
                <a:latin typeface="Arial"/>
                <a:ea typeface="Arial"/>
                <a:cs typeface="Arial"/>
              </a:defRPr>
            </a:lvl7pPr>
            <a:lvl8pPr>
              <a:defRPr sz="3150" b="1">
                <a:solidFill>
                  <a:srgbClr val="1F4E79"/>
                </a:solidFill>
                <a:latin typeface="Arial"/>
                <a:ea typeface="Arial"/>
                <a:cs typeface="Arial"/>
              </a:defRPr>
            </a:lvl8pPr>
            <a:lvl9pPr>
              <a:defRPr sz="3150" b="1">
                <a:solidFill>
                  <a:srgbClr val="1F4E79"/>
                </a:solidFill>
                <a:latin typeface="Arial"/>
                <a:ea typeface="Arial"/>
                <a:cs typeface="Arial"/>
              </a:defRPr>
            </a:lvl9pPr>
          </a:lstStyle>
          <a:p xmlns:a="http://schemas.openxmlformats.org/drawingml/2006/main">
            <a:pPr>
              <a:defRPr sz="3150" b="1">
                <a:solidFill>
                  <a:srgbClr val="1F4E79"/>
                </a:solidFill>
                <a:latin typeface="Arial"/>
                <a:ea typeface="Arial"/>
                <a:cs typeface="Arial"/>
              </a:defRPr>
            </a:pPr>
            <a:r>
              <a:rPr sz="3150" b="1">
                <a:solidFill>
                  <a:srgbClr val="1F4E79"/>
                </a:solidFill>
                <a:latin typeface="Arial"/>
                <a:ea typeface="Arial"/>
                <a:cs typeface="Arial"/>
              </a:rPr>
              <a:t>Hallazgos y recomendaciones</a:t>
            </a:r>
          </a:p>
        </p:txBody>
      </p:sp>
      <p:sp>
        <p:nvSpPr>
          <p:cNvPr id="2" name="">
            <a:extLst xmlns:a="http://schemas.openxmlformats.org/drawingml/2006/main">
              <a:ext uri="{FF2B5EF4-FFF2-40B4-BE49-F238E27FC236}">
                <a16:creationId xmlns:a16="http://schemas.microsoft.com/office/drawing/2014/main" id="{62A1F0C8-76F6-4055-A445-68CF94AEFB47}"/>
              </a:ext>
            </a:extLst>
          </p:cNvPr>
          <p:cNvSpPr>
            <a:spLocks xmlns:a="http://schemas.openxmlformats.org/drawingml/2006/main" noGrp="1"/>
          </p:cNvSpPr>
          <p:nvPr/>
        </p:nvSpPr>
        <p:spPr>
          <a:xfrm xmlns:a="http://schemas.openxmlformats.org/drawingml/2006/main">
            <a:off x="11334750" y="63436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F6F7F"/>
                </a:solidFill>
                <a:latin typeface="Arial"/>
                <a:ea typeface="Arial"/>
                <a:cs typeface="Arial"/>
              </a:defRPr>
            </a:defPPr>
            <a:lvl1pPr>
              <a:defRPr sz="1275" b="0">
                <a:solidFill>
                  <a:srgbClr val="5F6F7F"/>
                </a:solidFill>
                <a:latin typeface="Arial"/>
                <a:ea typeface="Arial"/>
                <a:cs typeface="Arial"/>
              </a:defRPr>
            </a:lvl1pPr>
            <a:lvl2pPr>
              <a:defRPr sz="1275" b="0">
                <a:solidFill>
                  <a:srgbClr val="5F6F7F"/>
                </a:solidFill>
                <a:latin typeface="Arial"/>
                <a:ea typeface="Arial"/>
                <a:cs typeface="Arial"/>
              </a:defRPr>
            </a:lvl2pPr>
            <a:lvl3pPr>
              <a:defRPr sz="1275" b="0">
                <a:solidFill>
                  <a:srgbClr val="5F6F7F"/>
                </a:solidFill>
                <a:latin typeface="Arial"/>
                <a:ea typeface="Arial"/>
                <a:cs typeface="Arial"/>
              </a:defRPr>
            </a:lvl3pPr>
            <a:lvl4pPr>
              <a:defRPr sz="1275" b="0">
                <a:solidFill>
                  <a:srgbClr val="5F6F7F"/>
                </a:solidFill>
                <a:latin typeface="Arial"/>
                <a:ea typeface="Arial"/>
                <a:cs typeface="Arial"/>
              </a:defRPr>
            </a:lvl4pPr>
            <a:lvl5pPr>
              <a:defRPr sz="1275" b="0">
                <a:solidFill>
                  <a:srgbClr val="5F6F7F"/>
                </a:solidFill>
                <a:latin typeface="Arial"/>
                <a:ea typeface="Arial"/>
                <a:cs typeface="Arial"/>
              </a:defRPr>
            </a:lvl5pPr>
            <a:lvl6pPr>
              <a:defRPr sz="1275" b="0">
                <a:solidFill>
                  <a:srgbClr val="5F6F7F"/>
                </a:solidFill>
                <a:latin typeface="Arial"/>
                <a:ea typeface="Arial"/>
                <a:cs typeface="Arial"/>
              </a:defRPr>
            </a:lvl6pPr>
            <a:lvl7pPr>
              <a:defRPr sz="1275" b="0">
                <a:solidFill>
                  <a:srgbClr val="5F6F7F"/>
                </a:solidFill>
                <a:latin typeface="Arial"/>
                <a:ea typeface="Arial"/>
                <a:cs typeface="Arial"/>
              </a:defRPr>
            </a:lvl7pPr>
            <a:lvl8pPr>
              <a:defRPr sz="1275" b="0">
                <a:solidFill>
                  <a:srgbClr val="5F6F7F"/>
                </a:solidFill>
                <a:latin typeface="Arial"/>
                <a:ea typeface="Arial"/>
                <a:cs typeface="Arial"/>
              </a:defRPr>
            </a:lvl8pPr>
            <a:lvl9pPr>
              <a:defRPr sz="1275" b="0">
                <a:solidFill>
                  <a:srgbClr val="5F6F7F"/>
                </a:solidFill>
                <a:latin typeface="Arial"/>
                <a:ea typeface="Arial"/>
                <a:cs typeface="Arial"/>
              </a:defRPr>
            </a:lvl9pPr>
          </a:lstStyle>
          <a:p xmlns:a="http://schemas.openxmlformats.org/drawingml/2006/main">
            <a:pPr>
              <a:defRPr sz="1275" b="0">
                <a:solidFill>
                  <a:srgbClr val="5F6F7F"/>
                </a:solidFill>
                <a:latin typeface="Arial"/>
                <a:ea typeface="Arial"/>
                <a:cs typeface="Arial"/>
              </a:defRPr>
            </a:pPr>
            <a:r>
              <a:rPr sz="1275" b="0">
                <a:solidFill>
                  <a:srgbClr val="5F6F7F"/>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1E636BA2-BD70-419D-BCE3-C2A2FD9EFF68}"/>
              </a:ext>
            </a:extLst>
          </p:cNvPr>
          <p:cNvSpPr>
            <a:spLocks xmlns:a="http://schemas.openxmlformats.org/drawingml/2006/main" noGrp="1"/>
          </p:cNvSpPr>
          <p:nvPr/>
        </p:nvSpPr>
        <p:spPr>
          <a:xfrm xmlns:a="http://schemas.openxmlformats.org/drawingml/2006/main">
            <a:off x="619125" y="13811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F4E79"/>
                </a:solidFill>
                <a:latin typeface="Arial"/>
                <a:ea typeface="Arial"/>
                <a:cs typeface="Arial"/>
              </a:defRPr>
            </a:defPPr>
            <a:lvl1pPr>
              <a:defRPr sz="2550" b="1">
                <a:solidFill>
                  <a:srgbClr val="1F4E79"/>
                </a:solidFill>
                <a:latin typeface="Arial"/>
                <a:ea typeface="Arial"/>
                <a:cs typeface="Arial"/>
              </a:defRPr>
            </a:lvl1pPr>
            <a:lvl2pPr>
              <a:defRPr sz="2550" b="1">
                <a:solidFill>
                  <a:srgbClr val="1F4E79"/>
                </a:solidFill>
                <a:latin typeface="Arial"/>
                <a:ea typeface="Arial"/>
                <a:cs typeface="Arial"/>
              </a:defRPr>
            </a:lvl2pPr>
            <a:lvl3pPr>
              <a:defRPr sz="2550" b="1">
                <a:solidFill>
                  <a:srgbClr val="1F4E79"/>
                </a:solidFill>
                <a:latin typeface="Arial"/>
                <a:ea typeface="Arial"/>
                <a:cs typeface="Arial"/>
              </a:defRPr>
            </a:lvl3pPr>
            <a:lvl4pPr>
              <a:defRPr sz="2550" b="1">
                <a:solidFill>
                  <a:srgbClr val="1F4E79"/>
                </a:solidFill>
                <a:latin typeface="Arial"/>
                <a:ea typeface="Arial"/>
                <a:cs typeface="Arial"/>
              </a:defRPr>
            </a:lvl4pPr>
            <a:lvl5pPr>
              <a:defRPr sz="2550" b="1">
                <a:solidFill>
                  <a:srgbClr val="1F4E79"/>
                </a:solidFill>
                <a:latin typeface="Arial"/>
                <a:ea typeface="Arial"/>
                <a:cs typeface="Arial"/>
              </a:defRPr>
            </a:lvl5pPr>
            <a:lvl6pPr>
              <a:defRPr sz="2550" b="1">
                <a:solidFill>
                  <a:srgbClr val="1F4E79"/>
                </a:solidFill>
                <a:latin typeface="Arial"/>
                <a:ea typeface="Arial"/>
                <a:cs typeface="Arial"/>
              </a:defRPr>
            </a:lvl6pPr>
            <a:lvl7pPr>
              <a:defRPr sz="2550" b="1">
                <a:solidFill>
                  <a:srgbClr val="1F4E79"/>
                </a:solidFill>
                <a:latin typeface="Arial"/>
                <a:ea typeface="Arial"/>
                <a:cs typeface="Arial"/>
              </a:defRPr>
            </a:lvl7pPr>
            <a:lvl8pPr>
              <a:defRPr sz="2550" b="1">
                <a:solidFill>
                  <a:srgbClr val="1F4E79"/>
                </a:solidFill>
                <a:latin typeface="Arial"/>
                <a:ea typeface="Arial"/>
                <a:cs typeface="Arial"/>
              </a:defRPr>
            </a:lvl8pPr>
            <a:lvl9pPr>
              <a:defRPr sz="2550" b="1">
                <a:solidFill>
                  <a:srgbClr val="1F4E79"/>
                </a:solidFill>
                <a:latin typeface="Arial"/>
                <a:ea typeface="Arial"/>
                <a:cs typeface="Arial"/>
              </a:defRPr>
            </a:lvl9pPr>
          </a:lstStyle>
          <a:p xmlns:a="http://schemas.openxmlformats.org/drawingml/2006/main">
            <a:pPr>
              <a:defRPr sz="2550" b="1">
                <a:solidFill>
                  <a:srgbClr val="1F4E79"/>
                </a:solidFill>
                <a:latin typeface="Arial"/>
                <a:ea typeface="Arial"/>
                <a:cs typeface="Arial"/>
              </a:defRPr>
            </a:pPr>
            <a:r>
              <a:rPr sz="2550" b="1">
                <a:solidFill>
                  <a:srgbClr val="1F4E79"/>
                </a:solidFill>
                <a:latin typeface="Arial"/>
                <a:ea typeface="Arial"/>
                <a:cs typeface="Arial"/>
              </a:rPr>
              <a:t>Drama: 14.769 títulos · Comedy: 9.105</a:t>
            </a:r>
          </a:p>
        </p:txBody>
      </p:sp>
      <p:sp>
        <p:nvSpPr>
          <p:cNvPr id="4" name="">
            <a:extLst xmlns:a="http://schemas.openxmlformats.org/drawingml/2006/main">
              <a:ext uri="{FF2B5EF4-FFF2-40B4-BE49-F238E27FC236}">
                <a16:creationId xmlns:a16="http://schemas.microsoft.com/office/drawing/2014/main" id="{C1F42124-5592-47E4-B67E-3B8DD9667493}"/>
              </a:ext>
            </a:extLst>
          </p:cNvPr>
          <p:cNvSpPr>
            <a:spLocks xmlns:a="http://schemas.openxmlformats.org/drawingml/2006/main" noGrp="1"/>
          </p:cNvSpPr>
          <p:nvPr/>
        </p:nvSpPr>
        <p:spPr>
          <a:xfrm xmlns:a="http://schemas.openxmlformats.org/drawingml/2006/main">
            <a:off x="619125" y="21431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84A"/>
                </a:solidFill>
                <a:latin typeface="Arial"/>
                <a:ea typeface="Arial"/>
                <a:cs typeface="Arial"/>
              </a:defRPr>
            </a:defPPr>
            <a:lvl1pPr>
              <a:defRPr sz="2325" b="0">
                <a:solidFill>
                  <a:srgbClr val="26384A"/>
                </a:solidFill>
                <a:latin typeface="Arial"/>
                <a:ea typeface="Arial"/>
                <a:cs typeface="Arial"/>
              </a:defRPr>
            </a:lvl1pPr>
            <a:lvl2pPr>
              <a:defRPr sz="2325" b="0">
                <a:solidFill>
                  <a:srgbClr val="26384A"/>
                </a:solidFill>
                <a:latin typeface="Arial"/>
                <a:ea typeface="Arial"/>
                <a:cs typeface="Arial"/>
              </a:defRPr>
            </a:lvl2pPr>
            <a:lvl3pPr>
              <a:defRPr sz="2325" b="0">
                <a:solidFill>
                  <a:srgbClr val="26384A"/>
                </a:solidFill>
                <a:latin typeface="Arial"/>
                <a:ea typeface="Arial"/>
                <a:cs typeface="Arial"/>
              </a:defRPr>
            </a:lvl3pPr>
            <a:lvl4pPr>
              <a:defRPr sz="2325" b="0">
                <a:solidFill>
                  <a:srgbClr val="26384A"/>
                </a:solidFill>
                <a:latin typeface="Arial"/>
                <a:ea typeface="Arial"/>
                <a:cs typeface="Arial"/>
              </a:defRPr>
            </a:lvl4pPr>
            <a:lvl5pPr>
              <a:defRPr sz="2325" b="0">
                <a:solidFill>
                  <a:srgbClr val="26384A"/>
                </a:solidFill>
                <a:latin typeface="Arial"/>
                <a:ea typeface="Arial"/>
                <a:cs typeface="Arial"/>
              </a:defRPr>
            </a:lvl5pPr>
            <a:lvl6pPr>
              <a:defRPr sz="2325" b="0">
                <a:solidFill>
                  <a:srgbClr val="26384A"/>
                </a:solidFill>
                <a:latin typeface="Arial"/>
                <a:ea typeface="Arial"/>
                <a:cs typeface="Arial"/>
              </a:defRPr>
            </a:lvl6pPr>
            <a:lvl7pPr>
              <a:defRPr sz="2325" b="0">
                <a:solidFill>
                  <a:srgbClr val="26384A"/>
                </a:solidFill>
                <a:latin typeface="Arial"/>
                <a:ea typeface="Arial"/>
                <a:cs typeface="Arial"/>
              </a:defRPr>
            </a:lvl7pPr>
            <a:lvl8pPr>
              <a:defRPr sz="2325" b="0">
                <a:solidFill>
                  <a:srgbClr val="26384A"/>
                </a:solidFill>
                <a:latin typeface="Arial"/>
                <a:ea typeface="Arial"/>
                <a:cs typeface="Arial"/>
              </a:defRPr>
            </a:lvl8pPr>
            <a:lvl9pPr>
              <a:defRPr sz="2325" b="0">
                <a:solidFill>
                  <a:srgbClr val="26384A"/>
                </a:solidFill>
                <a:latin typeface="Arial"/>
                <a:ea typeface="Arial"/>
                <a:cs typeface="Arial"/>
              </a:defRPr>
            </a:lvl9pPr>
          </a:lstStyle>
          <a:p xmlns:a="http://schemas.openxmlformats.org/drawingml/2006/main">
            <a:pPr>
              <a:defRPr sz="2325" b="0">
                <a:solidFill>
                  <a:srgbClr val="26384A"/>
                </a:solidFill>
                <a:latin typeface="Arial"/>
                <a:ea typeface="Arial"/>
                <a:cs typeface="Arial"/>
              </a:defRPr>
            </a:pPr>
            <a:r>
              <a:rPr sz="2325" b="0">
                <a:solidFill>
                  <a:srgbClr val="26384A"/>
                </a:solidFill>
                <a:latin typeface="Arial"/>
                <a:ea typeface="Arial"/>
                <a:cs typeface="Arial"/>
              </a:rPr>
              <a:t>Estados Unidos: 10.955 títulos asociados</a:t>
            </a:r>
          </a:p>
        </p:txBody>
      </p:sp>
      <p:sp>
        <p:nvSpPr>
          <p:cNvPr id="5" name="">
            <a:extLst xmlns:a="http://schemas.openxmlformats.org/drawingml/2006/main">
              <a:ext uri="{FF2B5EF4-FFF2-40B4-BE49-F238E27FC236}">
                <a16:creationId xmlns:a16="http://schemas.microsoft.com/office/drawing/2014/main" id="{6A1F7D88-5FA5-48EF-AE47-F61B885E44C0}"/>
              </a:ext>
            </a:extLst>
          </p:cNvPr>
          <p:cNvSpPr>
            <a:spLocks xmlns:a="http://schemas.openxmlformats.org/drawingml/2006/main" noGrp="1"/>
          </p:cNvSpPr>
          <p:nvPr/>
        </p:nvSpPr>
        <p:spPr>
          <a:xfrm xmlns:a="http://schemas.openxmlformats.org/drawingml/2006/main">
            <a:off x="619125" y="29051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F6F7F"/>
                </a:solidFill>
                <a:latin typeface="Arial"/>
                <a:ea typeface="Arial"/>
                <a:cs typeface="Arial"/>
              </a:defRPr>
            </a:defPPr>
            <a:lvl1pPr>
              <a:defRPr sz="2175" b="0">
                <a:solidFill>
                  <a:srgbClr val="5F6F7F"/>
                </a:solidFill>
                <a:latin typeface="Arial"/>
                <a:ea typeface="Arial"/>
                <a:cs typeface="Arial"/>
              </a:defRPr>
            </a:lvl1pPr>
            <a:lvl2pPr>
              <a:defRPr sz="2175" b="0">
                <a:solidFill>
                  <a:srgbClr val="5F6F7F"/>
                </a:solidFill>
                <a:latin typeface="Arial"/>
                <a:ea typeface="Arial"/>
                <a:cs typeface="Arial"/>
              </a:defRPr>
            </a:lvl2pPr>
            <a:lvl3pPr>
              <a:defRPr sz="2175" b="0">
                <a:solidFill>
                  <a:srgbClr val="5F6F7F"/>
                </a:solidFill>
                <a:latin typeface="Arial"/>
                <a:ea typeface="Arial"/>
                <a:cs typeface="Arial"/>
              </a:defRPr>
            </a:lvl3pPr>
            <a:lvl4pPr>
              <a:defRPr sz="2175" b="0">
                <a:solidFill>
                  <a:srgbClr val="5F6F7F"/>
                </a:solidFill>
                <a:latin typeface="Arial"/>
                <a:ea typeface="Arial"/>
                <a:cs typeface="Arial"/>
              </a:defRPr>
            </a:lvl4pPr>
            <a:lvl5pPr>
              <a:defRPr sz="2175" b="0">
                <a:solidFill>
                  <a:srgbClr val="5F6F7F"/>
                </a:solidFill>
                <a:latin typeface="Arial"/>
                <a:ea typeface="Arial"/>
                <a:cs typeface="Arial"/>
              </a:defRPr>
            </a:lvl5pPr>
            <a:lvl6pPr>
              <a:defRPr sz="2175" b="0">
                <a:solidFill>
                  <a:srgbClr val="5F6F7F"/>
                </a:solidFill>
                <a:latin typeface="Arial"/>
                <a:ea typeface="Arial"/>
                <a:cs typeface="Arial"/>
              </a:defRPr>
            </a:lvl6pPr>
            <a:lvl7pPr>
              <a:defRPr sz="2175" b="0">
                <a:solidFill>
                  <a:srgbClr val="5F6F7F"/>
                </a:solidFill>
                <a:latin typeface="Arial"/>
                <a:ea typeface="Arial"/>
                <a:cs typeface="Arial"/>
              </a:defRPr>
            </a:lvl7pPr>
            <a:lvl8pPr>
              <a:defRPr sz="2175" b="0">
                <a:solidFill>
                  <a:srgbClr val="5F6F7F"/>
                </a:solidFill>
                <a:latin typeface="Arial"/>
                <a:ea typeface="Arial"/>
                <a:cs typeface="Arial"/>
              </a:defRPr>
            </a:lvl8pPr>
            <a:lvl9pPr>
              <a:defRPr sz="2175" b="0">
                <a:solidFill>
                  <a:srgbClr val="5F6F7F"/>
                </a:solidFill>
                <a:latin typeface="Arial"/>
                <a:ea typeface="Arial"/>
                <a:cs typeface="Arial"/>
              </a:defRPr>
            </a:lvl9pPr>
          </a:lstStyle>
          <a:p xmlns:a="http://schemas.openxmlformats.org/drawingml/2006/main">
            <a:pPr>
              <a:defRPr sz="2175" b="0">
                <a:solidFill>
                  <a:srgbClr val="5F6F7F"/>
                </a:solidFill>
                <a:latin typeface="Arial"/>
                <a:ea typeface="Arial"/>
                <a:cs typeface="Arial"/>
              </a:defRPr>
            </a:pPr>
            <a:r>
              <a:rPr sz="2175" b="0">
                <a:solidFill>
                  <a:srgbClr val="5F6F7F"/>
                </a:solidFill>
                <a:latin typeface="Arial"/>
                <a:ea typeface="Arial"/>
                <a:cs typeface="Arial"/>
              </a:rPr>
              <a:t>El volumen del catálogo no demuestra demanda.</a:t>
            </a:r>
          </a:p>
        </p:txBody>
      </p:sp>
      <p:sp>
        <p:nvSpPr>
          <p:cNvPr id="6" name="">
            <a:extLst xmlns:a="http://schemas.openxmlformats.org/drawingml/2006/main">
              <a:ext uri="{FF2B5EF4-FFF2-40B4-BE49-F238E27FC236}">
                <a16:creationId xmlns:a16="http://schemas.microsoft.com/office/drawing/2014/main" id="{AF76C8AC-6B09-4F12-8439-AFE44090E716}"/>
              </a:ext>
            </a:extLst>
          </p:cNvPr>
          <p:cNvSpPr>
            <a:spLocks xmlns:a="http://schemas.openxmlformats.org/drawingml/2006/main" noGrp="1"/>
          </p:cNvSpPr>
          <p:nvPr/>
        </p:nvSpPr>
        <p:spPr>
          <a:xfrm xmlns:a="http://schemas.openxmlformats.org/drawingml/2006/main">
            <a:off x="619125" y="40957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F28E2B"/>
                </a:solidFill>
                <a:latin typeface="Arial"/>
                <a:ea typeface="Arial"/>
                <a:cs typeface="Arial"/>
              </a:defRPr>
            </a:defPPr>
            <a:lvl1pPr>
              <a:defRPr sz="2550" b="1">
                <a:solidFill>
                  <a:srgbClr val="F28E2B"/>
                </a:solidFill>
                <a:latin typeface="Arial"/>
                <a:ea typeface="Arial"/>
                <a:cs typeface="Arial"/>
              </a:defRPr>
            </a:lvl1pPr>
            <a:lvl2pPr>
              <a:defRPr sz="2550" b="1">
                <a:solidFill>
                  <a:srgbClr val="F28E2B"/>
                </a:solidFill>
                <a:latin typeface="Arial"/>
                <a:ea typeface="Arial"/>
                <a:cs typeface="Arial"/>
              </a:defRPr>
            </a:lvl2pPr>
            <a:lvl3pPr>
              <a:defRPr sz="2550" b="1">
                <a:solidFill>
                  <a:srgbClr val="F28E2B"/>
                </a:solidFill>
                <a:latin typeface="Arial"/>
                <a:ea typeface="Arial"/>
                <a:cs typeface="Arial"/>
              </a:defRPr>
            </a:lvl3pPr>
            <a:lvl4pPr>
              <a:defRPr sz="2550" b="1">
                <a:solidFill>
                  <a:srgbClr val="F28E2B"/>
                </a:solidFill>
                <a:latin typeface="Arial"/>
                <a:ea typeface="Arial"/>
                <a:cs typeface="Arial"/>
              </a:defRPr>
            </a:lvl4pPr>
            <a:lvl5pPr>
              <a:defRPr sz="2550" b="1">
                <a:solidFill>
                  <a:srgbClr val="F28E2B"/>
                </a:solidFill>
                <a:latin typeface="Arial"/>
                <a:ea typeface="Arial"/>
                <a:cs typeface="Arial"/>
              </a:defRPr>
            </a:lvl5pPr>
            <a:lvl6pPr>
              <a:defRPr sz="2550" b="1">
                <a:solidFill>
                  <a:srgbClr val="F28E2B"/>
                </a:solidFill>
                <a:latin typeface="Arial"/>
                <a:ea typeface="Arial"/>
                <a:cs typeface="Arial"/>
              </a:defRPr>
            </a:lvl6pPr>
            <a:lvl7pPr>
              <a:defRPr sz="2550" b="1">
                <a:solidFill>
                  <a:srgbClr val="F28E2B"/>
                </a:solidFill>
                <a:latin typeface="Arial"/>
                <a:ea typeface="Arial"/>
                <a:cs typeface="Arial"/>
              </a:defRPr>
            </a:lvl7pPr>
            <a:lvl8pPr>
              <a:defRPr sz="2550" b="1">
                <a:solidFill>
                  <a:srgbClr val="F28E2B"/>
                </a:solidFill>
                <a:latin typeface="Arial"/>
                <a:ea typeface="Arial"/>
                <a:cs typeface="Arial"/>
              </a:defRPr>
            </a:lvl8pPr>
            <a:lvl9pPr>
              <a:defRPr sz="2550" b="1">
                <a:solidFill>
                  <a:srgbClr val="F28E2B"/>
                </a:solidFill>
                <a:latin typeface="Arial"/>
                <a:ea typeface="Arial"/>
                <a:cs typeface="Arial"/>
              </a:defRPr>
            </a:lvl9pPr>
          </a:lstStyle>
          <a:p xmlns:a="http://schemas.openxmlformats.org/drawingml/2006/main">
            <a:pPr>
              <a:defRPr sz="2550" b="1">
                <a:solidFill>
                  <a:srgbClr val="F28E2B"/>
                </a:solidFill>
                <a:latin typeface="Arial"/>
                <a:ea typeface="Arial"/>
                <a:cs typeface="Arial"/>
              </a:defRPr>
            </a:pPr>
            <a:r>
              <a:rPr sz="2550" b="1">
                <a:solidFill>
                  <a:srgbClr val="F28E2B"/>
                </a:solidFill>
                <a:latin typeface="Arial"/>
                <a:ea typeface="Arial"/>
                <a:cs typeface="Arial"/>
              </a:rPr>
              <a:t>Recomendación</a:t>
            </a:r>
          </a:p>
        </p:txBody>
      </p:sp>
      <p:sp>
        <p:nvSpPr>
          <p:cNvPr id="7" name="">
            <a:extLst xmlns:a="http://schemas.openxmlformats.org/drawingml/2006/main">
              <a:ext uri="{FF2B5EF4-FFF2-40B4-BE49-F238E27FC236}">
                <a16:creationId xmlns:a16="http://schemas.microsoft.com/office/drawing/2014/main" id="{FAD93D1E-47C4-4AE9-9477-D17952D23047}"/>
              </a:ext>
            </a:extLst>
          </p:cNvPr>
          <p:cNvSpPr>
            <a:spLocks xmlns:a="http://schemas.openxmlformats.org/drawingml/2006/main" noGrp="1"/>
          </p:cNvSpPr>
          <p:nvPr/>
        </p:nvSpPr>
        <p:spPr>
          <a:xfrm xmlns:a="http://schemas.openxmlformats.org/drawingml/2006/main">
            <a:off x="619125" y="4762500"/>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6384A"/>
                </a:solidFill>
                <a:latin typeface="Arial"/>
                <a:ea typeface="Arial"/>
                <a:cs typeface="Arial"/>
              </a:defRPr>
            </a:defPPr>
            <a:lvl1pPr>
              <a:defRPr sz="2250" b="0">
                <a:solidFill>
                  <a:srgbClr val="26384A"/>
                </a:solidFill>
                <a:latin typeface="Arial"/>
                <a:ea typeface="Arial"/>
                <a:cs typeface="Arial"/>
              </a:defRPr>
            </a:lvl1pPr>
            <a:lvl2pPr>
              <a:defRPr sz="2250" b="0">
                <a:solidFill>
                  <a:srgbClr val="26384A"/>
                </a:solidFill>
                <a:latin typeface="Arial"/>
                <a:ea typeface="Arial"/>
                <a:cs typeface="Arial"/>
              </a:defRPr>
            </a:lvl2pPr>
            <a:lvl3pPr>
              <a:defRPr sz="2250" b="0">
                <a:solidFill>
                  <a:srgbClr val="26384A"/>
                </a:solidFill>
                <a:latin typeface="Arial"/>
                <a:ea typeface="Arial"/>
                <a:cs typeface="Arial"/>
              </a:defRPr>
            </a:lvl3pPr>
            <a:lvl4pPr>
              <a:defRPr sz="2250" b="0">
                <a:solidFill>
                  <a:srgbClr val="26384A"/>
                </a:solidFill>
                <a:latin typeface="Arial"/>
                <a:ea typeface="Arial"/>
                <a:cs typeface="Arial"/>
              </a:defRPr>
            </a:lvl4pPr>
            <a:lvl5pPr>
              <a:defRPr sz="2250" b="0">
                <a:solidFill>
                  <a:srgbClr val="26384A"/>
                </a:solidFill>
                <a:latin typeface="Arial"/>
                <a:ea typeface="Arial"/>
                <a:cs typeface="Arial"/>
              </a:defRPr>
            </a:lvl5pPr>
            <a:lvl6pPr>
              <a:defRPr sz="2250" b="0">
                <a:solidFill>
                  <a:srgbClr val="26384A"/>
                </a:solidFill>
                <a:latin typeface="Arial"/>
                <a:ea typeface="Arial"/>
                <a:cs typeface="Arial"/>
              </a:defRPr>
            </a:lvl6pPr>
            <a:lvl7pPr>
              <a:defRPr sz="2250" b="0">
                <a:solidFill>
                  <a:srgbClr val="26384A"/>
                </a:solidFill>
                <a:latin typeface="Arial"/>
                <a:ea typeface="Arial"/>
                <a:cs typeface="Arial"/>
              </a:defRPr>
            </a:lvl7pPr>
            <a:lvl8pPr>
              <a:defRPr sz="2250" b="0">
                <a:solidFill>
                  <a:srgbClr val="26384A"/>
                </a:solidFill>
                <a:latin typeface="Arial"/>
                <a:ea typeface="Arial"/>
                <a:cs typeface="Arial"/>
              </a:defRPr>
            </a:lvl8pPr>
            <a:lvl9pPr>
              <a:defRPr sz="2250" b="0">
                <a:solidFill>
                  <a:srgbClr val="26384A"/>
                </a:solidFill>
                <a:latin typeface="Arial"/>
                <a:ea typeface="Arial"/>
                <a:cs typeface="Arial"/>
              </a:defRPr>
            </a:lvl9pPr>
          </a:lstStyle>
          <a:p xmlns:a="http://schemas.openxmlformats.org/drawingml/2006/main">
            <a:pPr>
              <a:defRPr sz="2250" b="0">
                <a:solidFill>
                  <a:srgbClr val="26384A"/>
                </a:solidFill>
                <a:latin typeface="Arial"/>
                <a:ea typeface="Arial"/>
                <a:cs typeface="Arial"/>
              </a:defRPr>
            </a:pPr>
            <a:r>
              <a:rPr sz="2250" b="0">
                <a:solidFill>
                  <a:srgbClr val="26384A"/>
                </a:solidFill>
                <a:latin typeface="Arial"/>
                <a:ea typeface="Arial"/>
                <a:cs typeface="Arial"/>
              </a:rPr>
              <a:t>Comparar candidatos y completar datos financieros.</a:t>
            </a:r>
          </a:p>
          <a:p xmlns:a="http://schemas.openxmlformats.org/drawingml/2006/main">
            <a:pPr>
              <a:defRPr sz="2250" b="0">
                <a:solidFill>
                  <a:srgbClr val="26384A"/>
                </a:solidFill>
                <a:latin typeface="Arial"/>
                <a:ea typeface="Arial"/>
                <a:cs typeface="Arial"/>
              </a:defRPr>
            </a:pPr>
            <a:r>
              <a:rPr sz="2250" b="0">
                <a:solidFill>
                  <a:srgbClr val="26384A"/>
                </a:solidFill>
                <a:latin typeface="Arial"/>
                <a:ea typeface="Arial"/>
                <a:cs typeface="Arial"/>
              </a:rPr>
              <a:t>Contrastar con consumo y costos de licencia antes de invertir.</a:t>
            </a:r>
          </a:p>
        </p:txBody>
      </p:sp>
    </p:spTree>
    <p:extLst>
      <p:ext uri="{BB962C8B-B14F-4D97-AF65-F5344CB8AC3E}">
        <p14:creationId xmlns:p14="http://schemas.microsoft.com/office/powerpoint/2010/main" val="191580968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485704B-FB31-4F4A-A461-DFDBBE81448D}"/>
              </a:ext>
            </a:extLst>
          </p:cNvPr>
          <p:cNvSpPr>
            <a:spLocks xmlns:a="http://schemas.openxmlformats.org/drawingml/2006/main" noGrp="1"/>
          </p:cNvSpPr>
          <p:nvPr/>
        </p:nvSpPr>
        <p:spPr>
          <a:xfrm xmlns:a="http://schemas.openxmlformats.org/drawingml/2006/main">
            <a:off x="514350" y="32385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F4E79"/>
                </a:solidFill>
                <a:latin typeface="Arial"/>
                <a:ea typeface="Arial"/>
                <a:cs typeface="Arial"/>
              </a:defRPr>
            </a:defPPr>
            <a:lvl1pPr>
              <a:defRPr sz="3150" b="1">
                <a:solidFill>
                  <a:srgbClr val="1F4E79"/>
                </a:solidFill>
                <a:latin typeface="Arial"/>
                <a:ea typeface="Arial"/>
                <a:cs typeface="Arial"/>
              </a:defRPr>
            </a:lvl1pPr>
            <a:lvl2pPr>
              <a:defRPr sz="3150" b="1">
                <a:solidFill>
                  <a:srgbClr val="1F4E79"/>
                </a:solidFill>
                <a:latin typeface="Arial"/>
                <a:ea typeface="Arial"/>
                <a:cs typeface="Arial"/>
              </a:defRPr>
            </a:lvl2pPr>
            <a:lvl3pPr>
              <a:defRPr sz="3150" b="1">
                <a:solidFill>
                  <a:srgbClr val="1F4E79"/>
                </a:solidFill>
                <a:latin typeface="Arial"/>
                <a:ea typeface="Arial"/>
                <a:cs typeface="Arial"/>
              </a:defRPr>
            </a:lvl3pPr>
            <a:lvl4pPr>
              <a:defRPr sz="3150" b="1">
                <a:solidFill>
                  <a:srgbClr val="1F4E79"/>
                </a:solidFill>
                <a:latin typeface="Arial"/>
                <a:ea typeface="Arial"/>
                <a:cs typeface="Arial"/>
              </a:defRPr>
            </a:lvl4pPr>
            <a:lvl5pPr>
              <a:defRPr sz="3150" b="1">
                <a:solidFill>
                  <a:srgbClr val="1F4E79"/>
                </a:solidFill>
                <a:latin typeface="Arial"/>
                <a:ea typeface="Arial"/>
                <a:cs typeface="Arial"/>
              </a:defRPr>
            </a:lvl5pPr>
            <a:lvl6pPr>
              <a:defRPr sz="3150" b="1">
                <a:solidFill>
                  <a:srgbClr val="1F4E79"/>
                </a:solidFill>
                <a:latin typeface="Arial"/>
                <a:ea typeface="Arial"/>
                <a:cs typeface="Arial"/>
              </a:defRPr>
            </a:lvl6pPr>
            <a:lvl7pPr>
              <a:defRPr sz="3150" b="1">
                <a:solidFill>
                  <a:srgbClr val="1F4E79"/>
                </a:solidFill>
                <a:latin typeface="Arial"/>
                <a:ea typeface="Arial"/>
                <a:cs typeface="Arial"/>
              </a:defRPr>
            </a:lvl7pPr>
            <a:lvl8pPr>
              <a:defRPr sz="3150" b="1">
                <a:solidFill>
                  <a:srgbClr val="1F4E79"/>
                </a:solidFill>
                <a:latin typeface="Arial"/>
                <a:ea typeface="Arial"/>
                <a:cs typeface="Arial"/>
              </a:defRPr>
            </a:lvl8pPr>
            <a:lvl9pPr>
              <a:defRPr sz="3150" b="1">
                <a:solidFill>
                  <a:srgbClr val="1F4E79"/>
                </a:solidFill>
                <a:latin typeface="Arial"/>
                <a:ea typeface="Arial"/>
                <a:cs typeface="Arial"/>
              </a:defRPr>
            </a:lvl9pPr>
          </a:lstStyle>
          <a:p xmlns:a="http://schemas.openxmlformats.org/drawingml/2006/main">
            <a:pPr>
              <a:defRPr sz="3150" b="1">
                <a:solidFill>
                  <a:srgbClr val="1F4E79"/>
                </a:solidFill>
                <a:latin typeface="Arial"/>
                <a:ea typeface="Arial"/>
                <a:cs typeface="Arial"/>
              </a:defRPr>
            </a:pPr>
            <a:r>
              <a:rPr sz="3150" b="1">
                <a:solidFill>
                  <a:srgbClr val="1F4E79"/>
                </a:solidFill>
                <a:latin typeface="Arial"/>
                <a:ea typeface="Arial"/>
                <a:cs typeface="Arial"/>
              </a:rPr>
              <a:t>Gestión con GitHub Flow</a:t>
            </a:r>
          </a:p>
        </p:txBody>
      </p:sp>
      <p:sp>
        <p:nvSpPr>
          <p:cNvPr id="2" name="">
            <a:extLst xmlns:a="http://schemas.openxmlformats.org/drawingml/2006/main">
              <a:ext uri="{FF2B5EF4-FFF2-40B4-BE49-F238E27FC236}">
                <a16:creationId xmlns:a16="http://schemas.microsoft.com/office/drawing/2014/main" id="{8B04D6A7-F9B5-427B-92FD-A5543D1668D3}"/>
              </a:ext>
            </a:extLst>
          </p:cNvPr>
          <p:cNvSpPr>
            <a:spLocks xmlns:a="http://schemas.openxmlformats.org/drawingml/2006/main" noGrp="1"/>
          </p:cNvSpPr>
          <p:nvPr/>
        </p:nvSpPr>
        <p:spPr>
          <a:xfrm xmlns:a="http://schemas.openxmlformats.org/drawingml/2006/main">
            <a:off x="11334750" y="63436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F6F7F"/>
                </a:solidFill>
                <a:latin typeface="Arial"/>
                <a:ea typeface="Arial"/>
                <a:cs typeface="Arial"/>
              </a:defRPr>
            </a:defPPr>
            <a:lvl1pPr>
              <a:defRPr sz="1275" b="0">
                <a:solidFill>
                  <a:srgbClr val="5F6F7F"/>
                </a:solidFill>
                <a:latin typeface="Arial"/>
                <a:ea typeface="Arial"/>
                <a:cs typeface="Arial"/>
              </a:defRPr>
            </a:lvl1pPr>
            <a:lvl2pPr>
              <a:defRPr sz="1275" b="0">
                <a:solidFill>
                  <a:srgbClr val="5F6F7F"/>
                </a:solidFill>
                <a:latin typeface="Arial"/>
                <a:ea typeface="Arial"/>
                <a:cs typeface="Arial"/>
              </a:defRPr>
            </a:lvl2pPr>
            <a:lvl3pPr>
              <a:defRPr sz="1275" b="0">
                <a:solidFill>
                  <a:srgbClr val="5F6F7F"/>
                </a:solidFill>
                <a:latin typeface="Arial"/>
                <a:ea typeface="Arial"/>
                <a:cs typeface="Arial"/>
              </a:defRPr>
            </a:lvl3pPr>
            <a:lvl4pPr>
              <a:defRPr sz="1275" b="0">
                <a:solidFill>
                  <a:srgbClr val="5F6F7F"/>
                </a:solidFill>
                <a:latin typeface="Arial"/>
                <a:ea typeface="Arial"/>
                <a:cs typeface="Arial"/>
              </a:defRPr>
            </a:lvl4pPr>
            <a:lvl5pPr>
              <a:defRPr sz="1275" b="0">
                <a:solidFill>
                  <a:srgbClr val="5F6F7F"/>
                </a:solidFill>
                <a:latin typeface="Arial"/>
                <a:ea typeface="Arial"/>
                <a:cs typeface="Arial"/>
              </a:defRPr>
            </a:lvl5pPr>
            <a:lvl6pPr>
              <a:defRPr sz="1275" b="0">
                <a:solidFill>
                  <a:srgbClr val="5F6F7F"/>
                </a:solidFill>
                <a:latin typeface="Arial"/>
                <a:ea typeface="Arial"/>
                <a:cs typeface="Arial"/>
              </a:defRPr>
            </a:lvl6pPr>
            <a:lvl7pPr>
              <a:defRPr sz="1275" b="0">
                <a:solidFill>
                  <a:srgbClr val="5F6F7F"/>
                </a:solidFill>
                <a:latin typeface="Arial"/>
                <a:ea typeface="Arial"/>
                <a:cs typeface="Arial"/>
              </a:defRPr>
            </a:lvl7pPr>
            <a:lvl8pPr>
              <a:defRPr sz="1275" b="0">
                <a:solidFill>
                  <a:srgbClr val="5F6F7F"/>
                </a:solidFill>
                <a:latin typeface="Arial"/>
                <a:ea typeface="Arial"/>
                <a:cs typeface="Arial"/>
              </a:defRPr>
            </a:lvl8pPr>
            <a:lvl9pPr>
              <a:defRPr sz="1275" b="0">
                <a:solidFill>
                  <a:srgbClr val="5F6F7F"/>
                </a:solidFill>
                <a:latin typeface="Arial"/>
                <a:ea typeface="Arial"/>
                <a:cs typeface="Arial"/>
              </a:defRPr>
            </a:lvl9pPr>
          </a:lstStyle>
          <a:p xmlns:a="http://schemas.openxmlformats.org/drawingml/2006/main">
            <a:pPr>
              <a:defRPr sz="1275" b="0">
                <a:solidFill>
                  <a:srgbClr val="5F6F7F"/>
                </a:solidFill>
                <a:latin typeface="Arial"/>
                <a:ea typeface="Arial"/>
                <a:cs typeface="Arial"/>
              </a:defRPr>
            </a:pPr>
            <a:r>
              <a:rPr sz="1275" b="0">
                <a:solidFill>
                  <a:srgbClr val="5F6F7F"/>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D7051220-97FA-4ACF-B171-711CC66D4B44}"/>
              </a:ext>
            </a:extLst>
          </p:cNvPr>
          <p:cNvSpPr>
            <a:spLocks xmlns:a="http://schemas.openxmlformats.org/drawingml/2006/main" noGrp="1"/>
          </p:cNvSpPr>
          <p:nvPr/>
        </p:nvSpPr>
        <p:spPr>
          <a:xfrm xmlns:a="http://schemas.openxmlformats.org/drawingml/2006/main">
            <a:off x="619125" y="14763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F4E79"/>
                </a:solidFill>
                <a:latin typeface="Arial"/>
                <a:ea typeface="Arial"/>
                <a:cs typeface="Arial"/>
              </a:defRPr>
            </a:defPPr>
            <a:lvl1pPr>
              <a:defRPr sz="2400" b="1">
                <a:solidFill>
                  <a:srgbClr val="1F4E79"/>
                </a:solidFill>
                <a:latin typeface="Arial"/>
                <a:ea typeface="Arial"/>
                <a:cs typeface="Arial"/>
              </a:defRPr>
            </a:lvl1pPr>
            <a:lvl2pPr>
              <a:defRPr sz="2400" b="1">
                <a:solidFill>
                  <a:srgbClr val="1F4E79"/>
                </a:solidFill>
                <a:latin typeface="Arial"/>
                <a:ea typeface="Arial"/>
                <a:cs typeface="Arial"/>
              </a:defRPr>
            </a:lvl2pPr>
            <a:lvl3pPr>
              <a:defRPr sz="2400" b="1">
                <a:solidFill>
                  <a:srgbClr val="1F4E79"/>
                </a:solidFill>
                <a:latin typeface="Arial"/>
                <a:ea typeface="Arial"/>
                <a:cs typeface="Arial"/>
              </a:defRPr>
            </a:lvl3pPr>
            <a:lvl4pPr>
              <a:defRPr sz="2400" b="1">
                <a:solidFill>
                  <a:srgbClr val="1F4E79"/>
                </a:solidFill>
                <a:latin typeface="Arial"/>
                <a:ea typeface="Arial"/>
                <a:cs typeface="Arial"/>
              </a:defRPr>
            </a:lvl4pPr>
            <a:lvl5pPr>
              <a:defRPr sz="2400" b="1">
                <a:solidFill>
                  <a:srgbClr val="1F4E79"/>
                </a:solidFill>
                <a:latin typeface="Arial"/>
                <a:ea typeface="Arial"/>
                <a:cs typeface="Arial"/>
              </a:defRPr>
            </a:lvl5pPr>
            <a:lvl6pPr>
              <a:defRPr sz="2400" b="1">
                <a:solidFill>
                  <a:srgbClr val="1F4E79"/>
                </a:solidFill>
                <a:latin typeface="Arial"/>
                <a:ea typeface="Arial"/>
                <a:cs typeface="Arial"/>
              </a:defRPr>
            </a:lvl6pPr>
            <a:lvl7pPr>
              <a:defRPr sz="2400" b="1">
                <a:solidFill>
                  <a:srgbClr val="1F4E79"/>
                </a:solidFill>
                <a:latin typeface="Arial"/>
                <a:ea typeface="Arial"/>
                <a:cs typeface="Arial"/>
              </a:defRPr>
            </a:lvl7pPr>
            <a:lvl8pPr>
              <a:defRPr sz="2400" b="1">
                <a:solidFill>
                  <a:srgbClr val="1F4E79"/>
                </a:solidFill>
                <a:latin typeface="Arial"/>
                <a:ea typeface="Arial"/>
                <a:cs typeface="Arial"/>
              </a:defRPr>
            </a:lvl8pPr>
            <a:lvl9pPr>
              <a:defRPr sz="2400" b="1">
                <a:solidFill>
                  <a:srgbClr val="1F4E79"/>
                </a:solidFill>
                <a:latin typeface="Arial"/>
                <a:ea typeface="Arial"/>
                <a:cs typeface="Arial"/>
              </a:defRPr>
            </a:lvl9pPr>
          </a:lstStyle>
          <a:p xmlns:a="http://schemas.openxmlformats.org/drawingml/2006/main">
            <a:pPr>
              <a:defRPr sz="2400" b="1">
                <a:solidFill>
                  <a:srgbClr val="1F4E79"/>
                </a:solidFill>
                <a:latin typeface="Arial"/>
                <a:ea typeface="Arial"/>
                <a:cs typeface="Arial"/>
              </a:defRPr>
            </a:pPr>
            <a:r>
              <a:rPr sz="2400" b="1">
                <a:solidFill>
                  <a:srgbClr val="1F4E79"/>
                </a:solidFill>
                <a:latin typeface="Arial"/>
                <a:ea typeface="Arial"/>
                <a:cs typeface="Arial"/>
              </a:rPr>
              <a:t>Rama: correccion/audiencias-semana9</a:t>
            </a:r>
          </a:p>
        </p:txBody>
      </p:sp>
      <p:sp>
        <p:nvSpPr>
          <p:cNvPr id="4" name="">
            <a:extLst xmlns:a="http://schemas.openxmlformats.org/drawingml/2006/main">
              <a:ext uri="{FF2B5EF4-FFF2-40B4-BE49-F238E27FC236}">
                <a16:creationId xmlns:a16="http://schemas.microsoft.com/office/drawing/2014/main" id="{7CBFEF92-A947-48B1-9252-3DE5762754DA}"/>
              </a:ext>
            </a:extLst>
          </p:cNvPr>
          <p:cNvSpPr>
            <a:spLocks xmlns:a="http://schemas.openxmlformats.org/drawingml/2006/main" noGrp="1"/>
          </p:cNvSpPr>
          <p:nvPr/>
        </p:nvSpPr>
        <p:spPr>
          <a:xfrm xmlns:a="http://schemas.openxmlformats.org/drawingml/2006/main">
            <a:off x="619125" y="26670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F28E2B"/>
                </a:solidFill>
                <a:latin typeface="Arial"/>
                <a:ea typeface="Arial"/>
                <a:cs typeface="Arial"/>
              </a:defRPr>
            </a:defPPr>
            <a:lvl1pPr>
              <a:defRPr sz="2550" b="1">
                <a:solidFill>
                  <a:srgbClr val="F28E2B"/>
                </a:solidFill>
                <a:latin typeface="Arial"/>
                <a:ea typeface="Arial"/>
                <a:cs typeface="Arial"/>
              </a:defRPr>
            </a:lvl1pPr>
            <a:lvl2pPr>
              <a:defRPr sz="2550" b="1">
                <a:solidFill>
                  <a:srgbClr val="F28E2B"/>
                </a:solidFill>
                <a:latin typeface="Arial"/>
                <a:ea typeface="Arial"/>
                <a:cs typeface="Arial"/>
              </a:defRPr>
            </a:lvl2pPr>
            <a:lvl3pPr>
              <a:defRPr sz="2550" b="1">
                <a:solidFill>
                  <a:srgbClr val="F28E2B"/>
                </a:solidFill>
                <a:latin typeface="Arial"/>
                <a:ea typeface="Arial"/>
                <a:cs typeface="Arial"/>
              </a:defRPr>
            </a:lvl3pPr>
            <a:lvl4pPr>
              <a:defRPr sz="2550" b="1">
                <a:solidFill>
                  <a:srgbClr val="F28E2B"/>
                </a:solidFill>
                <a:latin typeface="Arial"/>
                <a:ea typeface="Arial"/>
                <a:cs typeface="Arial"/>
              </a:defRPr>
            </a:lvl4pPr>
            <a:lvl5pPr>
              <a:defRPr sz="2550" b="1">
                <a:solidFill>
                  <a:srgbClr val="F28E2B"/>
                </a:solidFill>
                <a:latin typeface="Arial"/>
                <a:ea typeface="Arial"/>
                <a:cs typeface="Arial"/>
              </a:defRPr>
            </a:lvl5pPr>
            <a:lvl6pPr>
              <a:defRPr sz="2550" b="1">
                <a:solidFill>
                  <a:srgbClr val="F28E2B"/>
                </a:solidFill>
                <a:latin typeface="Arial"/>
                <a:ea typeface="Arial"/>
                <a:cs typeface="Arial"/>
              </a:defRPr>
            </a:lvl6pPr>
            <a:lvl7pPr>
              <a:defRPr sz="2550" b="1">
                <a:solidFill>
                  <a:srgbClr val="F28E2B"/>
                </a:solidFill>
                <a:latin typeface="Arial"/>
                <a:ea typeface="Arial"/>
                <a:cs typeface="Arial"/>
              </a:defRPr>
            </a:lvl7pPr>
            <a:lvl8pPr>
              <a:defRPr sz="2550" b="1">
                <a:solidFill>
                  <a:srgbClr val="F28E2B"/>
                </a:solidFill>
                <a:latin typeface="Arial"/>
                <a:ea typeface="Arial"/>
                <a:cs typeface="Arial"/>
              </a:defRPr>
            </a:lvl8pPr>
            <a:lvl9pPr>
              <a:defRPr sz="2550" b="1">
                <a:solidFill>
                  <a:srgbClr val="F28E2B"/>
                </a:solidFill>
                <a:latin typeface="Arial"/>
                <a:ea typeface="Arial"/>
                <a:cs typeface="Arial"/>
              </a:defRPr>
            </a:lvl9pPr>
          </a:lstStyle>
          <a:p xmlns:a="http://schemas.openxmlformats.org/drawingml/2006/main">
            <a:pPr>
              <a:defRPr sz="2550" b="1">
                <a:solidFill>
                  <a:srgbClr val="F28E2B"/>
                </a:solidFill>
                <a:latin typeface="Arial"/>
                <a:ea typeface="Arial"/>
                <a:cs typeface="Arial"/>
              </a:defRPr>
            </a:pPr>
            <a:r>
              <a:rPr sz="2550" b="1">
                <a:solidFill>
                  <a:srgbClr val="F28E2B"/>
                </a:solidFill>
                <a:latin typeface="Arial"/>
                <a:ea typeface="Arial"/>
                <a:cs typeface="Arial"/>
              </a:rPr>
              <a:t>Commits correspondientes a cambios reales</a:t>
            </a:r>
          </a:p>
        </p:txBody>
      </p:sp>
      <p:sp>
        <p:nvSpPr>
          <p:cNvPr id="5" name="">
            <a:extLst xmlns:a="http://schemas.openxmlformats.org/drawingml/2006/main">
              <a:ext uri="{FF2B5EF4-FFF2-40B4-BE49-F238E27FC236}">
                <a16:creationId xmlns:a16="http://schemas.microsoft.com/office/drawing/2014/main" id="{3D666017-4BAC-42FB-8EBD-DFD1C622C2F3}"/>
              </a:ext>
            </a:extLst>
          </p:cNvPr>
          <p:cNvSpPr>
            <a:spLocks xmlns:a="http://schemas.openxmlformats.org/drawingml/2006/main" noGrp="1"/>
          </p:cNvSpPr>
          <p:nvPr/>
        </p:nvSpPr>
        <p:spPr>
          <a:xfrm xmlns:a="http://schemas.openxmlformats.org/drawingml/2006/main">
            <a:off x="619125" y="37147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84A"/>
                </a:solidFill>
                <a:latin typeface="Arial"/>
                <a:ea typeface="Arial"/>
                <a:cs typeface="Arial"/>
              </a:defRPr>
            </a:defPPr>
            <a:lvl1pPr>
              <a:defRPr sz="2325" b="0">
                <a:solidFill>
                  <a:srgbClr val="26384A"/>
                </a:solidFill>
                <a:latin typeface="Arial"/>
                <a:ea typeface="Arial"/>
                <a:cs typeface="Arial"/>
              </a:defRPr>
            </a:lvl1pPr>
            <a:lvl2pPr>
              <a:defRPr sz="2325" b="0">
                <a:solidFill>
                  <a:srgbClr val="26384A"/>
                </a:solidFill>
                <a:latin typeface="Arial"/>
                <a:ea typeface="Arial"/>
                <a:cs typeface="Arial"/>
              </a:defRPr>
            </a:lvl2pPr>
            <a:lvl3pPr>
              <a:defRPr sz="2325" b="0">
                <a:solidFill>
                  <a:srgbClr val="26384A"/>
                </a:solidFill>
                <a:latin typeface="Arial"/>
                <a:ea typeface="Arial"/>
                <a:cs typeface="Arial"/>
              </a:defRPr>
            </a:lvl3pPr>
            <a:lvl4pPr>
              <a:defRPr sz="2325" b="0">
                <a:solidFill>
                  <a:srgbClr val="26384A"/>
                </a:solidFill>
                <a:latin typeface="Arial"/>
                <a:ea typeface="Arial"/>
                <a:cs typeface="Arial"/>
              </a:defRPr>
            </a:lvl4pPr>
            <a:lvl5pPr>
              <a:defRPr sz="2325" b="0">
                <a:solidFill>
                  <a:srgbClr val="26384A"/>
                </a:solidFill>
                <a:latin typeface="Arial"/>
                <a:ea typeface="Arial"/>
                <a:cs typeface="Arial"/>
              </a:defRPr>
            </a:lvl5pPr>
            <a:lvl6pPr>
              <a:defRPr sz="2325" b="0">
                <a:solidFill>
                  <a:srgbClr val="26384A"/>
                </a:solidFill>
                <a:latin typeface="Arial"/>
                <a:ea typeface="Arial"/>
                <a:cs typeface="Arial"/>
              </a:defRPr>
            </a:lvl6pPr>
            <a:lvl7pPr>
              <a:defRPr sz="2325" b="0">
                <a:solidFill>
                  <a:srgbClr val="26384A"/>
                </a:solidFill>
                <a:latin typeface="Arial"/>
                <a:ea typeface="Arial"/>
                <a:cs typeface="Arial"/>
              </a:defRPr>
            </a:lvl7pPr>
            <a:lvl8pPr>
              <a:defRPr sz="2325" b="0">
                <a:solidFill>
                  <a:srgbClr val="26384A"/>
                </a:solidFill>
                <a:latin typeface="Arial"/>
                <a:ea typeface="Arial"/>
                <a:cs typeface="Arial"/>
              </a:defRPr>
            </a:lvl8pPr>
            <a:lvl9pPr>
              <a:defRPr sz="2325" b="0">
                <a:solidFill>
                  <a:srgbClr val="26384A"/>
                </a:solidFill>
                <a:latin typeface="Arial"/>
                <a:ea typeface="Arial"/>
                <a:cs typeface="Arial"/>
              </a:defRPr>
            </a:lvl9pPr>
          </a:lstStyle>
          <a:p xmlns:a="http://schemas.openxmlformats.org/drawingml/2006/main">
            <a:pPr>
              <a:defRPr sz="2325" b="0">
                <a:solidFill>
                  <a:srgbClr val="26384A"/>
                </a:solidFill>
                <a:latin typeface="Arial"/>
                <a:ea typeface="Arial"/>
                <a:cs typeface="Arial"/>
              </a:defRPr>
            </a:pPr>
            <a:r>
              <a:rPr sz="2325" b="0">
                <a:solidFill>
                  <a:srgbClr val="26384A"/>
                </a:solidFill>
                <a:latin typeface="Arial"/>
                <a:ea typeface="Arial"/>
                <a:cs typeface="Arial"/>
              </a:rPr>
              <a:t>Pull request #1 integrada en main: 5596b6d.</a:t>
            </a:r>
          </a:p>
        </p:txBody>
      </p:sp>
      <p:sp>
        <p:nvSpPr>
          <p:cNvPr id="6" name="">
            <a:extLst xmlns:a="http://schemas.openxmlformats.org/drawingml/2006/main">
              <a:ext uri="{FF2B5EF4-FFF2-40B4-BE49-F238E27FC236}">
                <a16:creationId xmlns:a16="http://schemas.microsoft.com/office/drawing/2014/main" id="{93677A11-9068-48EC-9EAA-A37429537C65}"/>
              </a:ext>
            </a:extLst>
          </p:cNvPr>
          <p:cNvSpPr>
            <a:spLocks xmlns:a="http://schemas.openxmlformats.org/drawingml/2006/main" noGrp="1"/>
          </p:cNvSpPr>
          <p:nvPr/>
        </p:nvSpPr>
        <p:spPr>
          <a:xfrm xmlns:a="http://schemas.openxmlformats.org/drawingml/2006/main">
            <a:off x="619125" y="50958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6384A"/>
                </a:solidFill>
                <a:latin typeface="Arial"/>
                <a:ea typeface="Arial"/>
                <a:cs typeface="Arial"/>
              </a:defRPr>
            </a:defPPr>
            <a:lvl1pPr>
              <a:defRPr sz="2250" b="1">
                <a:solidFill>
                  <a:srgbClr val="26384A"/>
                </a:solidFill>
                <a:latin typeface="Arial"/>
                <a:ea typeface="Arial"/>
                <a:cs typeface="Arial"/>
              </a:defRPr>
            </a:lvl1pPr>
            <a:lvl2pPr>
              <a:defRPr sz="2250" b="1">
                <a:solidFill>
                  <a:srgbClr val="26384A"/>
                </a:solidFill>
                <a:latin typeface="Arial"/>
                <a:ea typeface="Arial"/>
                <a:cs typeface="Arial"/>
              </a:defRPr>
            </a:lvl2pPr>
            <a:lvl3pPr>
              <a:defRPr sz="2250" b="1">
                <a:solidFill>
                  <a:srgbClr val="26384A"/>
                </a:solidFill>
                <a:latin typeface="Arial"/>
                <a:ea typeface="Arial"/>
                <a:cs typeface="Arial"/>
              </a:defRPr>
            </a:lvl3pPr>
            <a:lvl4pPr>
              <a:defRPr sz="2250" b="1">
                <a:solidFill>
                  <a:srgbClr val="26384A"/>
                </a:solidFill>
                <a:latin typeface="Arial"/>
                <a:ea typeface="Arial"/>
                <a:cs typeface="Arial"/>
              </a:defRPr>
            </a:lvl4pPr>
            <a:lvl5pPr>
              <a:defRPr sz="2250" b="1">
                <a:solidFill>
                  <a:srgbClr val="26384A"/>
                </a:solidFill>
                <a:latin typeface="Arial"/>
                <a:ea typeface="Arial"/>
                <a:cs typeface="Arial"/>
              </a:defRPr>
            </a:lvl5pPr>
            <a:lvl6pPr>
              <a:defRPr sz="2250" b="1">
                <a:solidFill>
                  <a:srgbClr val="26384A"/>
                </a:solidFill>
                <a:latin typeface="Arial"/>
                <a:ea typeface="Arial"/>
                <a:cs typeface="Arial"/>
              </a:defRPr>
            </a:lvl6pPr>
            <a:lvl7pPr>
              <a:defRPr sz="2250" b="1">
                <a:solidFill>
                  <a:srgbClr val="26384A"/>
                </a:solidFill>
                <a:latin typeface="Arial"/>
                <a:ea typeface="Arial"/>
                <a:cs typeface="Arial"/>
              </a:defRPr>
            </a:lvl7pPr>
            <a:lvl8pPr>
              <a:defRPr sz="2250" b="1">
                <a:solidFill>
                  <a:srgbClr val="26384A"/>
                </a:solidFill>
                <a:latin typeface="Arial"/>
                <a:ea typeface="Arial"/>
                <a:cs typeface="Arial"/>
              </a:defRPr>
            </a:lvl8pPr>
            <a:lvl9pPr>
              <a:defRPr sz="2250" b="1">
                <a:solidFill>
                  <a:srgbClr val="26384A"/>
                </a:solidFill>
                <a:latin typeface="Arial"/>
                <a:ea typeface="Arial"/>
                <a:cs typeface="Arial"/>
              </a:defRPr>
            </a:lvl9pPr>
          </a:lstStyle>
          <a:p xmlns:a="http://schemas.openxmlformats.org/drawingml/2006/main">
            <a:pPr>
              <a:defRPr sz="2250" b="1">
                <a:solidFill>
                  <a:srgbClr val="26384A"/>
                </a:solidFill>
                <a:latin typeface="Arial"/>
                <a:ea typeface="Arial"/>
                <a:cs typeface="Arial"/>
              </a:defRPr>
            </a:pPr>
            <a:r>
              <a:rPr sz="2250" b="1">
                <a:solidFill>
                  <a:srgbClr val="26384A"/>
                </a:solidFill>
                <a:latin typeface="Arial"/>
                <a:ea typeface="Arial"/>
                <a:cs typeface="Arial"/>
              </a:rPr>
              <a:t>Revisión final en correccion/revision-final-entrega.</a:t>
            </a:r>
          </a:p>
        </p:txBody>
      </p:sp>
      <p:sp>
        <p:nvSpPr>
          <p:cNvPr id="7" name="">
            <a:extLst xmlns:a="http://schemas.openxmlformats.org/drawingml/2006/main">
              <a:ext uri="{FF2B5EF4-FFF2-40B4-BE49-F238E27FC236}">
                <a16:creationId xmlns:a16="http://schemas.microsoft.com/office/drawing/2014/main" id="{19428271-4487-4F8D-A5E1-A64B8DAF792F}"/>
              </a:ext>
            </a:extLst>
          </p:cNvPr>
          <p:cNvSpPr>
            <a:spLocks xmlns:a="http://schemas.openxmlformats.org/drawingml/2006/main" noGrp="1"/>
          </p:cNvSpPr>
          <p:nvPr/>
        </p:nvSpPr>
        <p:spPr>
          <a:xfrm xmlns:a="http://schemas.openxmlformats.org/drawingml/2006/main">
            <a:off x="619125" y="59531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F6F7F"/>
                </a:solidFill>
                <a:latin typeface="Arial"/>
                <a:ea typeface="Arial"/>
                <a:cs typeface="Arial"/>
              </a:defRPr>
            </a:defPPr>
            <a:lvl1pPr>
              <a:defRPr sz="1725" b="0">
                <a:solidFill>
                  <a:srgbClr val="5F6F7F"/>
                </a:solidFill>
                <a:latin typeface="Arial"/>
                <a:ea typeface="Arial"/>
                <a:cs typeface="Arial"/>
              </a:defRPr>
            </a:lvl1pPr>
            <a:lvl2pPr>
              <a:defRPr sz="1725" b="0">
                <a:solidFill>
                  <a:srgbClr val="5F6F7F"/>
                </a:solidFill>
                <a:latin typeface="Arial"/>
                <a:ea typeface="Arial"/>
                <a:cs typeface="Arial"/>
              </a:defRPr>
            </a:lvl2pPr>
            <a:lvl3pPr>
              <a:defRPr sz="1725" b="0">
                <a:solidFill>
                  <a:srgbClr val="5F6F7F"/>
                </a:solidFill>
                <a:latin typeface="Arial"/>
                <a:ea typeface="Arial"/>
                <a:cs typeface="Arial"/>
              </a:defRPr>
            </a:lvl3pPr>
            <a:lvl4pPr>
              <a:defRPr sz="1725" b="0">
                <a:solidFill>
                  <a:srgbClr val="5F6F7F"/>
                </a:solidFill>
                <a:latin typeface="Arial"/>
                <a:ea typeface="Arial"/>
                <a:cs typeface="Arial"/>
              </a:defRPr>
            </a:lvl4pPr>
            <a:lvl5pPr>
              <a:defRPr sz="1725" b="0">
                <a:solidFill>
                  <a:srgbClr val="5F6F7F"/>
                </a:solidFill>
                <a:latin typeface="Arial"/>
                <a:ea typeface="Arial"/>
                <a:cs typeface="Arial"/>
              </a:defRPr>
            </a:lvl5pPr>
            <a:lvl6pPr>
              <a:defRPr sz="1725" b="0">
                <a:solidFill>
                  <a:srgbClr val="5F6F7F"/>
                </a:solidFill>
                <a:latin typeface="Arial"/>
                <a:ea typeface="Arial"/>
                <a:cs typeface="Arial"/>
              </a:defRPr>
            </a:lvl6pPr>
            <a:lvl7pPr>
              <a:defRPr sz="1725" b="0">
                <a:solidFill>
                  <a:srgbClr val="5F6F7F"/>
                </a:solidFill>
                <a:latin typeface="Arial"/>
                <a:ea typeface="Arial"/>
                <a:cs typeface="Arial"/>
              </a:defRPr>
            </a:lvl7pPr>
            <a:lvl8pPr>
              <a:defRPr sz="1725" b="0">
                <a:solidFill>
                  <a:srgbClr val="5F6F7F"/>
                </a:solidFill>
                <a:latin typeface="Arial"/>
                <a:ea typeface="Arial"/>
                <a:cs typeface="Arial"/>
              </a:defRPr>
            </a:lvl8pPr>
            <a:lvl9pPr>
              <a:defRPr sz="1725" b="0">
                <a:solidFill>
                  <a:srgbClr val="5F6F7F"/>
                </a:solidFill>
                <a:latin typeface="Arial"/>
                <a:ea typeface="Arial"/>
                <a:cs typeface="Arial"/>
              </a:defRPr>
            </a:lvl9pPr>
          </a:lstStyle>
          <a:p xmlns:a="http://schemas.openxmlformats.org/drawingml/2006/main">
            <a:pPr>
              <a:defRPr sz="1725" b="0">
                <a:solidFill>
                  <a:srgbClr val="5F6F7F"/>
                </a:solidFill>
                <a:latin typeface="Arial"/>
                <a:ea typeface="Arial"/>
                <a:cs typeface="Arial"/>
              </a:defRPr>
            </a:pPr>
            <a:r>
              <a:rPr sz="1725" b="0">
                <a:solidFill>
                  <a:srgbClr val="5F6F7F"/>
                </a:solidFill>
                <a:latin typeface="Arial"/>
                <a:ea typeface="Arial"/>
                <a:cs typeface="Arial"/>
              </a:rPr>
              <a:t>github.com/vicezepeda/STREAMVIEW-ANALYTICS/pull/1</a:t>
            </a:r>
          </a:p>
        </p:txBody>
      </p:sp>
    </p:spTree>
    <p:extLst>
      <p:ext uri="{BB962C8B-B14F-4D97-AF65-F5344CB8AC3E}">
        <p14:creationId xmlns:p14="http://schemas.microsoft.com/office/powerpoint/2010/main" val="8194085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E6DB5FA-4403-45EB-A341-80DE507D6191}"/>
              </a:ext>
            </a:extLst>
          </p:cNvPr>
          <p:cNvSpPr>
            <a:spLocks xmlns:a="http://schemas.openxmlformats.org/drawingml/2006/main" noGrp="1"/>
          </p:cNvSpPr>
          <p:nvPr/>
        </p:nvSpPr>
        <p:spPr>
          <a:xfrm xmlns:a="http://schemas.openxmlformats.org/drawingml/2006/main">
            <a:off x="514350" y="32385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F4E79"/>
                </a:solidFill>
                <a:latin typeface="Arial"/>
                <a:ea typeface="Arial"/>
                <a:cs typeface="Arial"/>
              </a:defRPr>
            </a:defPPr>
            <a:lvl1pPr>
              <a:defRPr sz="3150" b="1">
                <a:solidFill>
                  <a:srgbClr val="1F4E79"/>
                </a:solidFill>
                <a:latin typeface="Arial"/>
                <a:ea typeface="Arial"/>
                <a:cs typeface="Arial"/>
              </a:defRPr>
            </a:lvl1pPr>
            <a:lvl2pPr>
              <a:defRPr sz="3150" b="1">
                <a:solidFill>
                  <a:srgbClr val="1F4E79"/>
                </a:solidFill>
                <a:latin typeface="Arial"/>
                <a:ea typeface="Arial"/>
                <a:cs typeface="Arial"/>
              </a:defRPr>
            </a:lvl2pPr>
            <a:lvl3pPr>
              <a:defRPr sz="3150" b="1">
                <a:solidFill>
                  <a:srgbClr val="1F4E79"/>
                </a:solidFill>
                <a:latin typeface="Arial"/>
                <a:ea typeface="Arial"/>
                <a:cs typeface="Arial"/>
              </a:defRPr>
            </a:lvl3pPr>
            <a:lvl4pPr>
              <a:defRPr sz="3150" b="1">
                <a:solidFill>
                  <a:srgbClr val="1F4E79"/>
                </a:solidFill>
                <a:latin typeface="Arial"/>
                <a:ea typeface="Arial"/>
                <a:cs typeface="Arial"/>
              </a:defRPr>
            </a:lvl4pPr>
            <a:lvl5pPr>
              <a:defRPr sz="3150" b="1">
                <a:solidFill>
                  <a:srgbClr val="1F4E79"/>
                </a:solidFill>
                <a:latin typeface="Arial"/>
                <a:ea typeface="Arial"/>
                <a:cs typeface="Arial"/>
              </a:defRPr>
            </a:lvl5pPr>
            <a:lvl6pPr>
              <a:defRPr sz="3150" b="1">
                <a:solidFill>
                  <a:srgbClr val="1F4E79"/>
                </a:solidFill>
                <a:latin typeface="Arial"/>
                <a:ea typeface="Arial"/>
                <a:cs typeface="Arial"/>
              </a:defRPr>
            </a:lvl6pPr>
            <a:lvl7pPr>
              <a:defRPr sz="3150" b="1">
                <a:solidFill>
                  <a:srgbClr val="1F4E79"/>
                </a:solidFill>
                <a:latin typeface="Arial"/>
                <a:ea typeface="Arial"/>
                <a:cs typeface="Arial"/>
              </a:defRPr>
            </a:lvl7pPr>
            <a:lvl8pPr>
              <a:defRPr sz="3150" b="1">
                <a:solidFill>
                  <a:srgbClr val="1F4E79"/>
                </a:solidFill>
                <a:latin typeface="Arial"/>
                <a:ea typeface="Arial"/>
                <a:cs typeface="Arial"/>
              </a:defRPr>
            </a:lvl8pPr>
            <a:lvl9pPr>
              <a:defRPr sz="3150" b="1">
                <a:solidFill>
                  <a:srgbClr val="1F4E79"/>
                </a:solidFill>
                <a:latin typeface="Arial"/>
                <a:ea typeface="Arial"/>
                <a:cs typeface="Arial"/>
              </a:defRPr>
            </a:lvl9pPr>
          </a:lstStyle>
          <a:p xmlns:a="http://schemas.openxmlformats.org/drawingml/2006/main">
            <a:pPr>
              <a:defRPr sz="3150" b="1">
                <a:solidFill>
                  <a:srgbClr val="1F4E79"/>
                </a:solidFill>
                <a:latin typeface="Arial"/>
                <a:ea typeface="Arial"/>
                <a:cs typeface="Arial"/>
              </a:defRPr>
            </a:pPr>
            <a:r>
              <a:rPr sz="3150" b="1">
                <a:solidFill>
                  <a:srgbClr val="1F4E79"/>
                </a:solidFill>
                <a:latin typeface="Arial"/>
                <a:ea typeface="Arial"/>
                <a:cs typeface="Arial"/>
              </a:rPr>
              <a:t>Demostración individual</a:t>
            </a:r>
          </a:p>
        </p:txBody>
      </p:sp>
      <p:sp>
        <p:nvSpPr>
          <p:cNvPr id="2" name="">
            <a:extLst xmlns:a="http://schemas.openxmlformats.org/drawingml/2006/main">
              <a:ext uri="{FF2B5EF4-FFF2-40B4-BE49-F238E27FC236}">
                <a16:creationId xmlns:a16="http://schemas.microsoft.com/office/drawing/2014/main" id="{7F4FA719-BC6F-4D8F-9611-759E6A0C72BE}"/>
              </a:ext>
            </a:extLst>
          </p:cNvPr>
          <p:cNvSpPr>
            <a:spLocks xmlns:a="http://schemas.openxmlformats.org/drawingml/2006/main" noGrp="1"/>
          </p:cNvSpPr>
          <p:nvPr/>
        </p:nvSpPr>
        <p:spPr>
          <a:xfrm xmlns:a="http://schemas.openxmlformats.org/drawingml/2006/main">
            <a:off x="11334750" y="63436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F6F7F"/>
                </a:solidFill>
                <a:latin typeface="Arial"/>
                <a:ea typeface="Arial"/>
                <a:cs typeface="Arial"/>
              </a:defRPr>
            </a:defPPr>
            <a:lvl1pPr>
              <a:defRPr sz="1275" b="0">
                <a:solidFill>
                  <a:srgbClr val="5F6F7F"/>
                </a:solidFill>
                <a:latin typeface="Arial"/>
                <a:ea typeface="Arial"/>
                <a:cs typeface="Arial"/>
              </a:defRPr>
            </a:lvl1pPr>
            <a:lvl2pPr>
              <a:defRPr sz="1275" b="0">
                <a:solidFill>
                  <a:srgbClr val="5F6F7F"/>
                </a:solidFill>
                <a:latin typeface="Arial"/>
                <a:ea typeface="Arial"/>
                <a:cs typeface="Arial"/>
              </a:defRPr>
            </a:lvl2pPr>
            <a:lvl3pPr>
              <a:defRPr sz="1275" b="0">
                <a:solidFill>
                  <a:srgbClr val="5F6F7F"/>
                </a:solidFill>
                <a:latin typeface="Arial"/>
                <a:ea typeface="Arial"/>
                <a:cs typeface="Arial"/>
              </a:defRPr>
            </a:lvl3pPr>
            <a:lvl4pPr>
              <a:defRPr sz="1275" b="0">
                <a:solidFill>
                  <a:srgbClr val="5F6F7F"/>
                </a:solidFill>
                <a:latin typeface="Arial"/>
                <a:ea typeface="Arial"/>
                <a:cs typeface="Arial"/>
              </a:defRPr>
            </a:lvl4pPr>
            <a:lvl5pPr>
              <a:defRPr sz="1275" b="0">
                <a:solidFill>
                  <a:srgbClr val="5F6F7F"/>
                </a:solidFill>
                <a:latin typeface="Arial"/>
                <a:ea typeface="Arial"/>
                <a:cs typeface="Arial"/>
              </a:defRPr>
            </a:lvl5pPr>
            <a:lvl6pPr>
              <a:defRPr sz="1275" b="0">
                <a:solidFill>
                  <a:srgbClr val="5F6F7F"/>
                </a:solidFill>
                <a:latin typeface="Arial"/>
                <a:ea typeface="Arial"/>
                <a:cs typeface="Arial"/>
              </a:defRPr>
            </a:lvl6pPr>
            <a:lvl7pPr>
              <a:defRPr sz="1275" b="0">
                <a:solidFill>
                  <a:srgbClr val="5F6F7F"/>
                </a:solidFill>
                <a:latin typeface="Arial"/>
                <a:ea typeface="Arial"/>
                <a:cs typeface="Arial"/>
              </a:defRPr>
            </a:lvl7pPr>
            <a:lvl8pPr>
              <a:defRPr sz="1275" b="0">
                <a:solidFill>
                  <a:srgbClr val="5F6F7F"/>
                </a:solidFill>
                <a:latin typeface="Arial"/>
                <a:ea typeface="Arial"/>
                <a:cs typeface="Arial"/>
              </a:defRPr>
            </a:lvl8pPr>
            <a:lvl9pPr>
              <a:defRPr sz="1275" b="0">
                <a:solidFill>
                  <a:srgbClr val="5F6F7F"/>
                </a:solidFill>
                <a:latin typeface="Arial"/>
                <a:ea typeface="Arial"/>
                <a:cs typeface="Arial"/>
              </a:defRPr>
            </a:lvl9pPr>
          </a:lstStyle>
          <a:p xmlns:a="http://schemas.openxmlformats.org/drawingml/2006/main">
            <a:pPr>
              <a:defRPr sz="1275" b="0">
                <a:solidFill>
                  <a:srgbClr val="5F6F7F"/>
                </a:solidFill>
                <a:latin typeface="Arial"/>
                <a:ea typeface="Arial"/>
                <a:cs typeface="Arial"/>
              </a:defRPr>
            </a:pPr>
            <a:r>
              <a:rPr sz="1275" b="0">
                <a:solidFill>
                  <a:srgbClr val="5F6F7F"/>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E9A27499-AEE3-40ED-839C-2F885A11B3A2}"/>
              </a:ext>
            </a:extLst>
          </p:cNvPr>
          <p:cNvSpPr>
            <a:spLocks xmlns:a="http://schemas.openxmlformats.org/drawingml/2006/main" noGrp="1"/>
          </p:cNvSpPr>
          <p:nvPr/>
        </p:nvSpPr>
        <p:spPr>
          <a:xfrm xmlns:a="http://schemas.openxmlformats.org/drawingml/2006/main">
            <a:off x="619125" y="1571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1F4E79"/>
                </a:solidFill>
                <a:latin typeface="Arial"/>
                <a:ea typeface="Arial"/>
                <a:cs typeface="Arial"/>
              </a:defRPr>
            </a:defPPr>
            <a:lvl1pPr>
              <a:defRPr sz="2775" b="1">
                <a:solidFill>
                  <a:srgbClr val="1F4E79"/>
                </a:solidFill>
                <a:latin typeface="Arial"/>
                <a:ea typeface="Arial"/>
                <a:cs typeface="Arial"/>
              </a:defRPr>
            </a:lvl1pPr>
            <a:lvl2pPr>
              <a:defRPr sz="2775" b="1">
                <a:solidFill>
                  <a:srgbClr val="1F4E79"/>
                </a:solidFill>
                <a:latin typeface="Arial"/>
                <a:ea typeface="Arial"/>
                <a:cs typeface="Arial"/>
              </a:defRPr>
            </a:lvl2pPr>
            <a:lvl3pPr>
              <a:defRPr sz="2775" b="1">
                <a:solidFill>
                  <a:srgbClr val="1F4E79"/>
                </a:solidFill>
                <a:latin typeface="Arial"/>
                <a:ea typeface="Arial"/>
                <a:cs typeface="Arial"/>
              </a:defRPr>
            </a:lvl3pPr>
            <a:lvl4pPr>
              <a:defRPr sz="2775" b="1">
                <a:solidFill>
                  <a:srgbClr val="1F4E79"/>
                </a:solidFill>
                <a:latin typeface="Arial"/>
                <a:ea typeface="Arial"/>
                <a:cs typeface="Arial"/>
              </a:defRPr>
            </a:lvl4pPr>
            <a:lvl5pPr>
              <a:defRPr sz="2775" b="1">
                <a:solidFill>
                  <a:srgbClr val="1F4E79"/>
                </a:solidFill>
                <a:latin typeface="Arial"/>
                <a:ea typeface="Arial"/>
                <a:cs typeface="Arial"/>
              </a:defRPr>
            </a:lvl5pPr>
            <a:lvl6pPr>
              <a:defRPr sz="2775" b="1">
                <a:solidFill>
                  <a:srgbClr val="1F4E79"/>
                </a:solidFill>
                <a:latin typeface="Arial"/>
                <a:ea typeface="Arial"/>
                <a:cs typeface="Arial"/>
              </a:defRPr>
            </a:lvl6pPr>
            <a:lvl7pPr>
              <a:defRPr sz="2775" b="1">
                <a:solidFill>
                  <a:srgbClr val="1F4E79"/>
                </a:solidFill>
                <a:latin typeface="Arial"/>
                <a:ea typeface="Arial"/>
                <a:cs typeface="Arial"/>
              </a:defRPr>
            </a:lvl7pPr>
            <a:lvl8pPr>
              <a:defRPr sz="2775" b="1">
                <a:solidFill>
                  <a:srgbClr val="1F4E79"/>
                </a:solidFill>
                <a:latin typeface="Arial"/>
                <a:ea typeface="Arial"/>
                <a:cs typeface="Arial"/>
              </a:defRPr>
            </a:lvl8pPr>
            <a:lvl9pPr>
              <a:defRPr sz="2775" b="1">
                <a:solidFill>
                  <a:srgbClr val="1F4E79"/>
                </a:solidFill>
                <a:latin typeface="Arial"/>
                <a:ea typeface="Arial"/>
                <a:cs typeface="Arial"/>
              </a:defRPr>
            </a:lvl9pPr>
          </a:lstStyle>
          <a:p xmlns:a="http://schemas.openxmlformats.org/drawingml/2006/main">
            <a:pPr>
              <a:defRPr sz="2775" b="1">
                <a:solidFill>
                  <a:srgbClr val="1F4E79"/>
                </a:solidFill>
                <a:latin typeface="Arial"/>
                <a:ea typeface="Arial"/>
                <a:cs typeface="Arial"/>
              </a:defRPr>
            </a:pPr>
            <a:r>
              <a:rPr sz="2775" b="1">
                <a:solidFill>
                  <a:srgbClr val="1F4E79"/>
                </a:solidFill>
                <a:latin typeface="Arial"/>
                <a:ea typeface="Arial"/>
                <a:cs typeface="Arial"/>
              </a:rPr>
              <a:t>01  Python ejecutivo</a:t>
            </a:r>
          </a:p>
        </p:txBody>
      </p:sp>
      <p:sp>
        <p:nvSpPr>
          <p:cNvPr id="4" name="">
            <a:extLst xmlns:a="http://schemas.openxmlformats.org/drawingml/2006/main">
              <a:ext uri="{FF2B5EF4-FFF2-40B4-BE49-F238E27FC236}">
                <a16:creationId xmlns:a16="http://schemas.microsoft.com/office/drawing/2014/main" id="{59FD7926-88A5-4043-B562-00BAA4B7511E}"/>
              </a:ext>
            </a:extLst>
          </p:cNvPr>
          <p:cNvSpPr>
            <a:spLocks xmlns:a="http://schemas.openxmlformats.org/drawingml/2006/main" noGrp="1"/>
          </p:cNvSpPr>
          <p:nvPr/>
        </p:nvSpPr>
        <p:spPr>
          <a:xfrm xmlns:a="http://schemas.openxmlformats.org/drawingml/2006/main">
            <a:off x="619125" y="22383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384A"/>
                </a:solidFill>
                <a:latin typeface="Arial"/>
                <a:ea typeface="Arial"/>
                <a:cs typeface="Arial"/>
              </a:defRPr>
            </a:defPPr>
            <a:lvl1pPr>
              <a:defRPr sz="2175" b="0">
                <a:solidFill>
                  <a:srgbClr val="26384A"/>
                </a:solidFill>
                <a:latin typeface="Arial"/>
                <a:ea typeface="Arial"/>
                <a:cs typeface="Arial"/>
              </a:defRPr>
            </a:lvl1pPr>
            <a:lvl2pPr>
              <a:defRPr sz="2175" b="0">
                <a:solidFill>
                  <a:srgbClr val="26384A"/>
                </a:solidFill>
                <a:latin typeface="Arial"/>
                <a:ea typeface="Arial"/>
                <a:cs typeface="Arial"/>
              </a:defRPr>
            </a:lvl2pPr>
            <a:lvl3pPr>
              <a:defRPr sz="2175" b="0">
                <a:solidFill>
                  <a:srgbClr val="26384A"/>
                </a:solidFill>
                <a:latin typeface="Arial"/>
                <a:ea typeface="Arial"/>
                <a:cs typeface="Arial"/>
              </a:defRPr>
            </a:lvl3pPr>
            <a:lvl4pPr>
              <a:defRPr sz="2175" b="0">
                <a:solidFill>
                  <a:srgbClr val="26384A"/>
                </a:solidFill>
                <a:latin typeface="Arial"/>
                <a:ea typeface="Arial"/>
                <a:cs typeface="Arial"/>
              </a:defRPr>
            </a:lvl4pPr>
            <a:lvl5pPr>
              <a:defRPr sz="2175" b="0">
                <a:solidFill>
                  <a:srgbClr val="26384A"/>
                </a:solidFill>
                <a:latin typeface="Arial"/>
                <a:ea typeface="Arial"/>
                <a:cs typeface="Arial"/>
              </a:defRPr>
            </a:lvl5pPr>
            <a:lvl6pPr>
              <a:defRPr sz="2175" b="0">
                <a:solidFill>
                  <a:srgbClr val="26384A"/>
                </a:solidFill>
                <a:latin typeface="Arial"/>
                <a:ea typeface="Arial"/>
                <a:cs typeface="Arial"/>
              </a:defRPr>
            </a:lvl6pPr>
            <a:lvl7pPr>
              <a:defRPr sz="2175" b="0">
                <a:solidFill>
                  <a:srgbClr val="26384A"/>
                </a:solidFill>
                <a:latin typeface="Arial"/>
                <a:ea typeface="Arial"/>
                <a:cs typeface="Arial"/>
              </a:defRPr>
            </a:lvl7pPr>
            <a:lvl8pPr>
              <a:defRPr sz="2175" b="0">
                <a:solidFill>
                  <a:srgbClr val="26384A"/>
                </a:solidFill>
                <a:latin typeface="Arial"/>
                <a:ea typeface="Arial"/>
                <a:cs typeface="Arial"/>
              </a:defRPr>
            </a:lvl8pPr>
            <a:lvl9pPr>
              <a:defRPr sz="2175" b="0">
                <a:solidFill>
                  <a:srgbClr val="26384A"/>
                </a:solidFill>
                <a:latin typeface="Arial"/>
                <a:ea typeface="Arial"/>
                <a:cs typeface="Arial"/>
              </a:defRPr>
            </a:lvl9pPr>
          </a:lstStyle>
          <a:p xmlns:a="http://schemas.openxmlformats.org/drawingml/2006/main">
            <a:pPr>
              <a:defRPr sz="2175" b="0">
                <a:solidFill>
                  <a:srgbClr val="26384A"/>
                </a:solidFill>
                <a:latin typeface="Arial"/>
                <a:ea typeface="Arial"/>
                <a:cs typeface="Arial"/>
              </a:defRPr>
            </a:pPr>
            <a:r>
              <a:rPr sz="2175" b="0">
                <a:solidFill>
                  <a:srgbClr val="26384A"/>
                </a:solidFill>
                <a:latin typeface="Arial"/>
                <a:ea typeface="Arial"/>
                <a:cs typeface="Arial"/>
              </a:rPr>
              <a:t>Filtrar películas, revisar KPIs y cambiar la medida D3.</a:t>
            </a:r>
          </a:p>
        </p:txBody>
      </p:sp>
      <p:sp>
        <p:nvSpPr>
          <p:cNvPr id="5" name="">
            <a:extLst xmlns:a="http://schemas.openxmlformats.org/drawingml/2006/main">
              <a:ext uri="{FF2B5EF4-FFF2-40B4-BE49-F238E27FC236}">
                <a16:creationId xmlns:a16="http://schemas.microsoft.com/office/drawing/2014/main" id="{CD602E69-9476-4316-AA9D-50A72342C862}"/>
              </a:ext>
            </a:extLst>
          </p:cNvPr>
          <p:cNvSpPr>
            <a:spLocks xmlns:a="http://schemas.openxmlformats.org/drawingml/2006/main" noGrp="1"/>
          </p:cNvSpPr>
          <p:nvPr/>
        </p:nvSpPr>
        <p:spPr>
          <a:xfrm xmlns:a="http://schemas.openxmlformats.org/drawingml/2006/main">
            <a:off x="619125" y="33813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28E2B"/>
                </a:solidFill>
                <a:latin typeface="Arial"/>
                <a:ea typeface="Arial"/>
                <a:cs typeface="Arial"/>
              </a:defRPr>
            </a:defPPr>
            <a:lvl1pPr>
              <a:defRPr sz="2775" b="1">
                <a:solidFill>
                  <a:srgbClr val="F28E2B"/>
                </a:solidFill>
                <a:latin typeface="Arial"/>
                <a:ea typeface="Arial"/>
                <a:cs typeface="Arial"/>
              </a:defRPr>
            </a:lvl1pPr>
            <a:lvl2pPr>
              <a:defRPr sz="2775" b="1">
                <a:solidFill>
                  <a:srgbClr val="F28E2B"/>
                </a:solidFill>
                <a:latin typeface="Arial"/>
                <a:ea typeface="Arial"/>
                <a:cs typeface="Arial"/>
              </a:defRPr>
            </a:lvl2pPr>
            <a:lvl3pPr>
              <a:defRPr sz="2775" b="1">
                <a:solidFill>
                  <a:srgbClr val="F28E2B"/>
                </a:solidFill>
                <a:latin typeface="Arial"/>
                <a:ea typeface="Arial"/>
                <a:cs typeface="Arial"/>
              </a:defRPr>
            </a:lvl3pPr>
            <a:lvl4pPr>
              <a:defRPr sz="2775" b="1">
                <a:solidFill>
                  <a:srgbClr val="F28E2B"/>
                </a:solidFill>
                <a:latin typeface="Arial"/>
                <a:ea typeface="Arial"/>
                <a:cs typeface="Arial"/>
              </a:defRPr>
            </a:lvl4pPr>
            <a:lvl5pPr>
              <a:defRPr sz="2775" b="1">
                <a:solidFill>
                  <a:srgbClr val="F28E2B"/>
                </a:solidFill>
                <a:latin typeface="Arial"/>
                <a:ea typeface="Arial"/>
                <a:cs typeface="Arial"/>
              </a:defRPr>
            </a:lvl5pPr>
            <a:lvl6pPr>
              <a:defRPr sz="2775" b="1">
                <a:solidFill>
                  <a:srgbClr val="F28E2B"/>
                </a:solidFill>
                <a:latin typeface="Arial"/>
                <a:ea typeface="Arial"/>
                <a:cs typeface="Arial"/>
              </a:defRPr>
            </a:lvl6pPr>
            <a:lvl7pPr>
              <a:defRPr sz="2775" b="1">
                <a:solidFill>
                  <a:srgbClr val="F28E2B"/>
                </a:solidFill>
                <a:latin typeface="Arial"/>
                <a:ea typeface="Arial"/>
                <a:cs typeface="Arial"/>
              </a:defRPr>
            </a:lvl7pPr>
            <a:lvl8pPr>
              <a:defRPr sz="2775" b="1">
                <a:solidFill>
                  <a:srgbClr val="F28E2B"/>
                </a:solidFill>
                <a:latin typeface="Arial"/>
                <a:ea typeface="Arial"/>
                <a:cs typeface="Arial"/>
              </a:defRPr>
            </a:lvl8pPr>
            <a:lvl9pPr>
              <a:defRPr sz="2775" b="1">
                <a:solidFill>
                  <a:srgbClr val="F28E2B"/>
                </a:solidFill>
                <a:latin typeface="Arial"/>
                <a:ea typeface="Arial"/>
                <a:cs typeface="Arial"/>
              </a:defRPr>
            </a:lvl9pPr>
          </a:lstStyle>
          <a:p xmlns:a="http://schemas.openxmlformats.org/drawingml/2006/main">
            <a:pPr>
              <a:defRPr sz="2775" b="1">
                <a:solidFill>
                  <a:srgbClr val="F28E2B"/>
                </a:solidFill>
                <a:latin typeface="Arial"/>
                <a:ea typeface="Arial"/>
                <a:cs typeface="Arial"/>
              </a:defRPr>
            </a:pPr>
            <a:r>
              <a:rPr sz="2775" b="1">
                <a:solidFill>
                  <a:srgbClr val="F28E2B"/>
                </a:solidFill>
                <a:latin typeface="Arial"/>
                <a:ea typeface="Arial"/>
                <a:cs typeface="Arial"/>
              </a:rPr>
              <a:t>02  Power BI analítico</a:t>
            </a:r>
          </a:p>
        </p:txBody>
      </p:sp>
      <p:sp>
        <p:nvSpPr>
          <p:cNvPr id="6" name="">
            <a:extLst xmlns:a="http://schemas.openxmlformats.org/drawingml/2006/main">
              <a:ext uri="{FF2B5EF4-FFF2-40B4-BE49-F238E27FC236}">
                <a16:creationId xmlns:a16="http://schemas.microsoft.com/office/drawing/2014/main" id="{79038AE0-1E94-4443-BB03-5268AF344285}"/>
              </a:ext>
            </a:extLst>
          </p:cNvPr>
          <p:cNvSpPr>
            <a:spLocks xmlns:a="http://schemas.openxmlformats.org/drawingml/2006/main" noGrp="1"/>
          </p:cNvSpPr>
          <p:nvPr/>
        </p:nvSpPr>
        <p:spPr>
          <a:xfrm xmlns:a="http://schemas.openxmlformats.org/drawingml/2006/main">
            <a:off x="619125" y="404812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384A"/>
                </a:solidFill>
                <a:latin typeface="Arial"/>
                <a:ea typeface="Arial"/>
                <a:cs typeface="Arial"/>
              </a:defRPr>
            </a:defPPr>
            <a:lvl1pPr>
              <a:defRPr sz="2175" b="0">
                <a:solidFill>
                  <a:srgbClr val="26384A"/>
                </a:solidFill>
                <a:latin typeface="Arial"/>
                <a:ea typeface="Arial"/>
                <a:cs typeface="Arial"/>
              </a:defRPr>
            </a:lvl1pPr>
            <a:lvl2pPr>
              <a:defRPr sz="2175" b="0">
                <a:solidFill>
                  <a:srgbClr val="26384A"/>
                </a:solidFill>
                <a:latin typeface="Arial"/>
                <a:ea typeface="Arial"/>
                <a:cs typeface="Arial"/>
              </a:defRPr>
            </a:lvl2pPr>
            <a:lvl3pPr>
              <a:defRPr sz="2175" b="0">
                <a:solidFill>
                  <a:srgbClr val="26384A"/>
                </a:solidFill>
                <a:latin typeface="Arial"/>
                <a:ea typeface="Arial"/>
                <a:cs typeface="Arial"/>
              </a:defRPr>
            </a:lvl3pPr>
            <a:lvl4pPr>
              <a:defRPr sz="2175" b="0">
                <a:solidFill>
                  <a:srgbClr val="26384A"/>
                </a:solidFill>
                <a:latin typeface="Arial"/>
                <a:ea typeface="Arial"/>
                <a:cs typeface="Arial"/>
              </a:defRPr>
            </a:lvl4pPr>
            <a:lvl5pPr>
              <a:defRPr sz="2175" b="0">
                <a:solidFill>
                  <a:srgbClr val="26384A"/>
                </a:solidFill>
                <a:latin typeface="Arial"/>
                <a:ea typeface="Arial"/>
                <a:cs typeface="Arial"/>
              </a:defRPr>
            </a:lvl5pPr>
            <a:lvl6pPr>
              <a:defRPr sz="2175" b="0">
                <a:solidFill>
                  <a:srgbClr val="26384A"/>
                </a:solidFill>
                <a:latin typeface="Arial"/>
                <a:ea typeface="Arial"/>
                <a:cs typeface="Arial"/>
              </a:defRPr>
            </a:lvl6pPr>
            <a:lvl7pPr>
              <a:defRPr sz="2175" b="0">
                <a:solidFill>
                  <a:srgbClr val="26384A"/>
                </a:solidFill>
                <a:latin typeface="Arial"/>
                <a:ea typeface="Arial"/>
                <a:cs typeface="Arial"/>
              </a:defRPr>
            </a:lvl7pPr>
            <a:lvl8pPr>
              <a:defRPr sz="2175" b="0">
                <a:solidFill>
                  <a:srgbClr val="26384A"/>
                </a:solidFill>
                <a:latin typeface="Arial"/>
                <a:ea typeface="Arial"/>
                <a:cs typeface="Arial"/>
              </a:defRPr>
            </a:lvl8pPr>
            <a:lvl9pPr>
              <a:defRPr sz="2175" b="0">
                <a:solidFill>
                  <a:srgbClr val="26384A"/>
                </a:solidFill>
                <a:latin typeface="Arial"/>
                <a:ea typeface="Arial"/>
                <a:cs typeface="Arial"/>
              </a:defRPr>
            </a:lvl9pPr>
          </a:lstStyle>
          <a:p xmlns:a="http://schemas.openxmlformats.org/drawingml/2006/main">
            <a:pPr>
              <a:defRPr sz="2175" b="0">
                <a:solidFill>
                  <a:srgbClr val="26384A"/>
                </a:solidFill>
                <a:latin typeface="Arial"/>
                <a:ea typeface="Arial"/>
                <a:cs typeface="Arial"/>
              </a:defRPr>
            </a:pPr>
            <a:r>
              <a:rPr sz="2175" b="0">
                <a:solidFill>
                  <a:srgbClr val="26384A"/>
                </a:solidFill>
                <a:latin typeface="Arial"/>
                <a:ea typeface="Arial"/>
                <a:cs typeface="Arial"/>
              </a:rPr>
              <a:t>Explorar un ranking y explicar la cobertura financiera.</a:t>
            </a:r>
          </a:p>
        </p:txBody>
      </p:sp>
      <p:sp>
        <p:nvSpPr>
          <p:cNvPr id="7" name="">
            <a:extLst xmlns:a="http://schemas.openxmlformats.org/drawingml/2006/main">
              <a:ext uri="{FF2B5EF4-FFF2-40B4-BE49-F238E27FC236}">
                <a16:creationId xmlns:a16="http://schemas.microsoft.com/office/drawing/2014/main" id="{51C0FD4F-2171-4A89-9A34-836E44AD8FA8}"/>
              </a:ext>
            </a:extLst>
          </p:cNvPr>
          <p:cNvSpPr>
            <a:spLocks xmlns:a="http://schemas.openxmlformats.org/drawingml/2006/main" noGrp="1"/>
          </p:cNvSpPr>
          <p:nvPr/>
        </p:nvSpPr>
        <p:spPr>
          <a:xfrm xmlns:a="http://schemas.openxmlformats.org/drawingml/2006/main">
            <a:off x="619125" y="51911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1F4E79"/>
                </a:solidFill>
                <a:latin typeface="Arial"/>
                <a:ea typeface="Arial"/>
                <a:cs typeface="Arial"/>
              </a:defRPr>
            </a:defPPr>
            <a:lvl1pPr>
              <a:defRPr sz="2775" b="1">
                <a:solidFill>
                  <a:srgbClr val="1F4E79"/>
                </a:solidFill>
                <a:latin typeface="Arial"/>
                <a:ea typeface="Arial"/>
                <a:cs typeface="Arial"/>
              </a:defRPr>
            </a:lvl1pPr>
            <a:lvl2pPr>
              <a:defRPr sz="2775" b="1">
                <a:solidFill>
                  <a:srgbClr val="1F4E79"/>
                </a:solidFill>
                <a:latin typeface="Arial"/>
                <a:ea typeface="Arial"/>
                <a:cs typeface="Arial"/>
              </a:defRPr>
            </a:lvl2pPr>
            <a:lvl3pPr>
              <a:defRPr sz="2775" b="1">
                <a:solidFill>
                  <a:srgbClr val="1F4E79"/>
                </a:solidFill>
                <a:latin typeface="Arial"/>
                <a:ea typeface="Arial"/>
                <a:cs typeface="Arial"/>
              </a:defRPr>
            </a:lvl3pPr>
            <a:lvl4pPr>
              <a:defRPr sz="2775" b="1">
                <a:solidFill>
                  <a:srgbClr val="1F4E79"/>
                </a:solidFill>
                <a:latin typeface="Arial"/>
                <a:ea typeface="Arial"/>
                <a:cs typeface="Arial"/>
              </a:defRPr>
            </a:lvl4pPr>
            <a:lvl5pPr>
              <a:defRPr sz="2775" b="1">
                <a:solidFill>
                  <a:srgbClr val="1F4E79"/>
                </a:solidFill>
                <a:latin typeface="Arial"/>
                <a:ea typeface="Arial"/>
                <a:cs typeface="Arial"/>
              </a:defRPr>
            </a:lvl5pPr>
            <a:lvl6pPr>
              <a:defRPr sz="2775" b="1">
                <a:solidFill>
                  <a:srgbClr val="1F4E79"/>
                </a:solidFill>
                <a:latin typeface="Arial"/>
                <a:ea typeface="Arial"/>
                <a:cs typeface="Arial"/>
              </a:defRPr>
            </a:lvl6pPr>
            <a:lvl7pPr>
              <a:defRPr sz="2775" b="1">
                <a:solidFill>
                  <a:srgbClr val="1F4E79"/>
                </a:solidFill>
                <a:latin typeface="Arial"/>
                <a:ea typeface="Arial"/>
                <a:cs typeface="Arial"/>
              </a:defRPr>
            </a:lvl7pPr>
            <a:lvl8pPr>
              <a:defRPr sz="2775" b="1">
                <a:solidFill>
                  <a:srgbClr val="1F4E79"/>
                </a:solidFill>
                <a:latin typeface="Arial"/>
                <a:ea typeface="Arial"/>
                <a:cs typeface="Arial"/>
              </a:defRPr>
            </a:lvl8pPr>
            <a:lvl9pPr>
              <a:defRPr sz="2775" b="1">
                <a:solidFill>
                  <a:srgbClr val="1F4E79"/>
                </a:solidFill>
                <a:latin typeface="Arial"/>
                <a:ea typeface="Arial"/>
                <a:cs typeface="Arial"/>
              </a:defRPr>
            </a:lvl9pPr>
          </a:lstStyle>
          <a:p xmlns:a="http://schemas.openxmlformats.org/drawingml/2006/main">
            <a:pPr>
              <a:defRPr sz="2775" b="1">
                <a:solidFill>
                  <a:srgbClr val="1F4E79"/>
                </a:solidFill>
                <a:latin typeface="Arial"/>
                <a:ea typeface="Arial"/>
                <a:cs typeface="Arial"/>
              </a:defRPr>
            </a:pPr>
            <a:r>
              <a:rPr sz="2775" b="1">
                <a:solidFill>
                  <a:srgbClr val="1F4E79"/>
                </a:solidFill>
                <a:latin typeface="Arial"/>
                <a:ea typeface="Arial"/>
                <a:cs typeface="Arial"/>
              </a:rPr>
              <a:t>03  GitHub</a:t>
            </a:r>
          </a:p>
        </p:txBody>
      </p:sp>
      <p:sp>
        <p:nvSpPr>
          <p:cNvPr id="8" name="">
            <a:extLst xmlns:a="http://schemas.openxmlformats.org/drawingml/2006/main">
              <a:ext uri="{FF2B5EF4-FFF2-40B4-BE49-F238E27FC236}">
                <a16:creationId xmlns:a16="http://schemas.microsoft.com/office/drawing/2014/main" id="{14362C86-FB57-4A7C-9E23-503A5A85CAB8}"/>
              </a:ext>
            </a:extLst>
          </p:cNvPr>
          <p:cNvSpPr>
            <a:spLocks xmlns:a="http://schemas.openxmlformats.org/drawingml/2006/main" noGrp="1"/>
          </p:cNvSpPr>
          <p:nvPr/>
        </p:nvSpPr>
        <p:spPr>
          <a:xfrm xmlns:a="http://schemas.openxmlformats.org/drawingml/2006/main">
            <a:off x="619125" y="58102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6384A"/>
                </a:solidFill>
                <a:latin typeface="Arial"/>
                <a:ea typeface="Arial"/>
                <a:cs typeface="Arial"/>
              </a:defRPr>
            </a:defPPr>
            <a:lvl1pPr>
              <a:defRPr sz="2100" b="0">
                <a:solidFill>
                  <a:srgbClr val="26384A"/>
                </a:solidFill>
                <a:latin typeface="Arial"/>
                <a:ea typeface="Arial"/>
                <a:cs typeface="Arial"/>
              </a:defRPr>
            </a:lvl1pPr>
            <a:lvl2pPr>
              <a:defRPr sz="2100" b="0">
                <a:solidFill>
                  <a:srgbClr val="26384A"/>
                </a:solidFill>
                <a:latin typeface="Arial"/>
                <a:ea typeface="Arial"/>
                <a:cs typeface="Arial"/>
              </a:defRPr>
            </a:lvl2pPr>
            <a:lvl3pPr>
              <a:defRPr sz="2100" b="0">
                <a:solidFill>
                  <a:srgbClr val="26384A"/>
                </a:solidFill>
                <a:latin typeface="Arial"/>
                <a:ea typeface="Arial"/>
                <a:cs typeface="Arial"/>
              </a:defRPr>
            </a:lvl3pPr>
            <a:lvl4pPr>
              <a:defRPr sz="2100" b="0">
                <a:solidFill>
                  <a:srgbClr val="26384A"/>
                </a:solidFill>
                <a:latin typeface="Arial"/>
                <a:ea typeface="Arial"/>
                <a:cs typeface="Arial"/>
              </a:defRPr>
            </a:lvl4pPr>
            <a:lvl5pPr>
              <a:defRPr sz="2100" b="0">
                <a:solidFill>
                  <a:srgbClr val="26384A"/>
                </a:solidFill>
                <a:latin typeface="Arial"/>
                <a:ea typeface="Arial"/>
                <a:cs typeface="Arial"/>
              </a:defRPr>
            </a:lvl5pPr>
            <a:lvl6pPr>
              <a:defRPr sz="2100" b="0">
                <a:solidFill>
                  <a:srgbClr val="26384A"/>
                </a:solidFill>
                <a:latin typeface="Arial"/>
                <a:ea typeface="Arial"/>
                <a:cs typeface="Arial"/>
              </a:defRPr>
            </a:lvl6pPr>
            <a:lvl7pPr>
              <a:defRPr sz="2100" b="0">
                <a:solidFill>
                  <a:srgbClr val="26384A"/>
                </a:solidFill>
                <a:latin typeface="Arial"/>
                <a:ea typeface="Arial"/>
                <a:cs typeface="Arial"/>
              </a:defRPr>
            </a:lvl7pPr>
            <a:lvl8pPr>
              <a:defRPr sz="2100" b="0">
                <a:solidFill>
                  <a:srgbClr val="26384A"/>
                </a:solidFill>
                <a:latin typeface="Arial"/>
                <a:ea typeface="Arial"/>
                <a:cs typeface="Arial"/>
              </a:defRPr>
            </a:lvl8pPr>
            <a:lvl9pPr>
              <a:defRPr sz="2100" b="0">
                <a:solidFill>
                  <a:srgbClr val="26384A"/>
                </a:solidFill>
                <a:latin typeface="Arial"/>
                <a:ea typeface="Arial"/>
                <a:cs typeface="Arial"/>
              </a:defRPr>
            </a:lvl9pPr>
          </a:lstStyle>
          <a:p xmlns:a="http://schemas.openxmlformats.org/drawingml/2006/main">
            <a:pPr>
              <a:defRPr sz="2100" b="0">
                <a:solidFill>
                  <a:srgbClr val="26384A"/>
                </a:solidFill>
                <a:latin typeface="Arial"/>
                <a:ea typeface="Arial"/>
                <a:cs typeface="Arial"/>
              </a:defRPr>
            </a:pPr>
            <a:r>
              <a:rPr sz="2100" b="0">
                <a:solidFill>
                  <a:srgbClr val="26384A"/>
                </a:solidFill>
                <a:latin typeface="Arial"/>
                <a:ea typeface="Arial"/>
                <a:cs typeface="Arial"/>
              </a:rPr>
              <a:t>Mostrar la rama y el estado de la pull request.</a:t>
            </a:r>
          </a:p>
        </p:txBody>
      </p:sp>
    </p:spTree>
    <p:extLst>
      <p:ext uri="{BB962C8B-B14F-4D97-AF65-F5344CB8AC3E}">
        <p14:creationId xmlns:p14="http://schemas.microsoft.com/office/powerpoint/2010/main" val="1422512195"/>
      </p:ext>
    </p:extLst>
  </p:cSld>
</p:sld>
</file>

<file path=ppt/slides/slide12.xml><?xml version="1.0" encoding="utf-8"?>
<p:sld xmlns:p="http://schemas.openxmlformats.org/presentationml/2006/main">
  <p:cSld>
    <p:bg>
      <p:bgPr>
        <a:solidFill xmlns:a="http://schemas.openxmlformats.org/drawingml/2006/main">
          <a:srgbClr val="102B4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58776F4-28F4-46A9-9DD2-BB087892BB28}"/>
              </a:ext>
            </a:extLst>
          </p:cNvPr>
          <p:cNvSpPr>
            <a:spLocks xmlns:a="http://schemas.openxmlformats.org/drawingml/2006/main" noGrp="1"/>
          </p:cNvSpPr>
          <p:nvPr/>
        </p:nvSpPr>
        <p:spPr>
          <a:xfrm xmlns:a="http://schemas.openxmlformats.org/drawingml/2006/main">
            <a:off x="514350" y="32385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vl1pPr>
              <a:defRPr sz="3150" b="1">
                <a:solidFill>
                  <a:srgbClr val="FFFFFF"/>
                </a:solidFill>
                <a:latin typeface="Arial"/>
                <a:ea typeface="Arial"/>
                <a:cs typeface="Arial"/>
              </a:defRPr>
            </a:lvl1pPr>
            <a:lvl2pPr>
              <a:defRPr sz="3150" b="1">
                <a:solidFill>
                  <a:srgbClr val="FFFFFF"/>
                </a:solidFill>
                <a:latin typeface="Arial"/>
                <a:ea typeface="Arial"/>
                <a:cs typeface="Arial"/>
              </a:defRPr>
            </a:lvl2pPr>
            <a:lvl3pPr>
              <a:defRPr sz="3150" b="1">
                <a:solidFill>
                  <a:srgbClr val="FFFFFF"/>
                </a:solidFill>
                <a:latin typeface="Arial"/>
                <a:ea typeface="Arial"/>
                <a:cs typeface="Arial"/>
              </a:defRPr>
            </a:lvl3pPr>
            <a:lvl4pPr>
              <a:defRPr sz="3150" b="1">
                <a:solidFill>
                  <a:srgbClr val="FFFFFF"/>
                </a:solidFill>
                <a:latin typeface="Arial"/>
                <a:ea typeface="Arial"/>
                <a:cs typeface="Arial"/>
              </a:defRPr>
            </a:lvl4pPr>
            <a:lvl5pPr>
              <a:defRPr sz="3150" b="1">
                <a:solidFill>
                  <a:srgbClr val="FFFFFF"/>
                </a:solidFill>
                <a:latin typeface="Arial"/>
                <a:ea typeface="Arial"/>
                <a:cs typeface="Arial"/>
              </a:defRPr>
            </a:lvl5pPr>
            <a:lvl6pPr>
              <a:defRPr sz="3150" b="1">
                <a:solidFill>
                  <a:srgbClr val="FFFFFF"/>
                </a:solidFill>
                <a:latin typeface="Arial"/>
                <a:ea typeface="Arial"/>
                <a:cs typeface="Arial"/>
              </a:defRPr>
            </a:lvl6pPr>
            <a:lvl7pPr>
              <a:defRPr sz="3150" b="1">
                <a:solidFill>
                  <a:srgbClr val="FFFFFF"/>
                </a:solidFill>
                <a:latin typeface="Arial"/>
                <a:ea typeface="Arial"/>
                <a:cs typeface="Arial"/>
              </a:defRPr>
            </a:lvl7pPr>
            <a:lvl8pPr>
              <a:defRPr sz="3150" b="1">
                <a:solidFill>
                  <a:srgbClr val="FFFFFF"/>
                </a:solidFill>
                <a:latin typeface="Arial"/>
                <a:ea typeface="Arial"/>
                <a:cs typeface="Arial"/>
              </a:defRPr>
            </a:lvl8pPr>
            <a:lvl9pPr>
              <a:defRPr sz="3150" b="1">
                <a:solidFill>
                  <a:srgbClr val="FFFFFF"/>
                </a:solidFill>
                <a:latin typeface="Arial"/>
                <a:ea typeface="Arial"/>
                <a:cs typeface="Arial"/>
              </a:defRPr>
            </a:lvl9pPr>
          </a:lstStyle>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Conclusiones y límites</a:t>
            </a:r>
          </a:p>
        </p:txBody>
      </p:sp>
      <p:sp>
        <p:nvSpPr>
          <p:cNvPr id="2" name="">
            <a:extLst xmlns:a="http://schemas.openxmlformats.org/drawingml/2006/main">
              <a:ext uri="{FF2B5EF4-FFF2-40B4-BE49-F238E27FC236}">
                <a16:creationId xmlns:a16="http://schemas.microsoft.com/office/drawing/2014/main" id="{168B8ABC-C297-465F-AE88-0290D88C7087}"/>
              </a:ext>
            </a:extLst>
          </p:cNvPr>
          <p:cNvSpPr>
            <a:spLocks xmlns:a="http://schemas.openxmlformats.org/drawingml/2006/main" noGrp="1"/>
          </p:cNvSpPr>
          <p:nvPr/>
        </p:nvSpPr>
        <p:spPr>
          <a:xfrm xmlns:a="http://schemas.openxmlformats.org/drawingml/2006/main">
            <a:off x="11334750" y="63436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8C9D9"/>
                </a:solidFill>
                <a:latin typeface="Arial"/>
                <a:ea typeface="Arial"/>
                <a:cs typeface="Arial"/>
              </a:defRPr>
            </a:defPPr>
            <a:lvl1pPr>
              <a:defRPr sz="1275" b="0">
                <a:solidFill>
                  <a:srgbClr val="B8C9D9"/>
                </a:solidFill>
                <a:latin typeface="Arial"/>
                <a:ea typeface="Arial"/>
                <a:cs typeface="Arial"/>
              </a:defRPr>
            </a:lvl1pPr>
            <a:lvl2pPr>
              <a:defRPr sz="1275" b="0">
                <a:solidFill>
                  <a:srgbClr val="B8C9D9"/>
                </a:solidFill>
                <a:latin typeface="Arial"/>
                <a:ea typeface="Arial"/>
                <a:cs typeface="Arial"/>
              </a:defRPr>
            </a:lvl2pPr>
            <a:lvl3pPr>
              <a:defRPr sz="1275" b="0">
                <a:solidFill>
                  <a:srgbClr val="B8C9D9"/>
                </a:solidFill>
                <a:latin typeface="Arial"/>
                <a:ea typeface="Arial"/>
                <a:cs typeface="Arial"/>
              </a:defRPr>
            </a:lvl3pPr>
            <a:lvl4pPr>
              <a:defRPr sz="1275" b="0">
                <a:solidFill>
                  <a:srgbClr val="B8C9D9"/>
                </a:solidFill>
                <a:latin typeface="Arial"/>
                <a:ea typeface="Arial"/>
                <a:cs typeface="Arial"/>
              </a:defRPr>
            </a:lvl4pPr>
            <a:lvl5pPr>
              <a:defRPr sz="1275" b="0">
                <a:solidFill>
                  <a:srgbClr val="B8C9D9"/>
                </a:solidFill>
                <a:latin typeface="Arial"/>
                <a:ea typeface="Arial"/>
                <a:cs typeface="Arial"/>
              </a:defRPr>
            </a:lvl5pPr>
            <a:lvl6pPr>
              <a:defRPr sz="1275" b="0">
                <a:solidFill>
                  <a:srgbClr val="B8C9D9"/>
                </a:solidFill>
                <a:latin typeface="Arial"/>
                <a:ea typeface="Arial"/>
                <a:cs typeface="Arial"/>
              </a:defRPr>
            </a:lvl6pPr>
            <a:lvl7pPr>
              <a:defRPr sz="1275" b="0">
                <a:solidFill>
                  <a:srgbClr val="B8C9D9"/>
                </a:solidFill>
                <a:latin typeface="Arial"/>
                <a:ea typeface="Arial"/>
                <a:cs typeface="Arial"/>
              </a:defRPr>
            </a:lvl7pPr>
            <a:lvl8pPr>
              <a:defRPr sz="1275" b="0">
                <a:solidFill>
                  <a:srgbClr val="B8C9D9"/>
                </a:solidFill>
                <a:latin typeface="Arial"/>
                <a:ea typeface="Arial"/>
                <a:cs typeface="Arial"/>
              </a:defRPr>
            </a:lvl8pPr>
            <a:lvl9pPr>
              <a:defRPr sz="1275" b="0">
                <a:solidFill>
                  <a:srgbClr val="B8C9D9"/>
                </a:solidFill>
                <a:latin typeface="Arial"/>
                <a:ea typeface="Arial"/>
                <a:cs typeface="Arial"/>
              </a:defRPr>
            </a:lvl9pPr>
          </a:lstStyle>
          <a:p xmlns:a="http://schemas.openxmlformats.org/drawingml/2006/main">
            <a:pPr>
              <a:defRPr sz="1275" b="0">
                <a:solidFill>
                  <a:srgbClr val="B8C9D9"/>
                </a:solidFill>
                <a:latin typeface="Arial"/>
                <a:ea typeface="Arial"/>
                <a:cs typeface="Arial"/>
              </a:defRPr>
            </a:pPr>
            <a:r>
              <a:rPr sz="1275" b="0">
                <a:solidFill>
                  <a:srgbClr val="B8C9D9"/>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E6B86954-4F19-4FF5-9311-3CD6B8457EEC}"/>
              </a:ext>
            </a:extLst>
          </p:cNvPr>
          <p:cNvSpPr>
            <a:spLocks xmlns:a="http://schemas.openxmlformats.org/drawingml/2006/main" noGrp="1"/>
          </p:cNvSpPr>
          <p:nvPr/>
        </p:nvSpPr>
        <p:spPr>
          <a:xfrm xmlns:a="http://schemas.openxmlformats.org/drawingml/2006/main">
            <a:off x="619125" y="190500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FFFFFF"/>
                </a:solidFill>
                <a:latin typeface="Arial"/>
                <a:ea typeface="Arial"/>
                <a:cs typeface="Arial"/>
              </a:defRPr>
            </a:defPPr>
            <a:lvl1pPr>
              <a:defRPr sz="3525" b="1">
                <a:solidFill>
                  <a:srgbClr val="FFFFFF"/>
                </a:solidFill>
                <a:latin typeface="Arial"/>
                <a:ea typeface="Arial"/>
                <a:cs typeface="Arial"/>
              </a:defRPr>
            </a:lvl1pPr>
            <a:lvl2pPr>
              <a:defRPr sz="3525" b="1">
                <a:solidFill>
                  <a:srgbClr val="FFFFFF"/>
                </a:solidFill>
                <a:latin typeface="Arial"/>
                <a:ea typeface="Arial"/>
                <a:cs typeface="Arial"/>
              </a:defRPr>
            </a:lvl2pPr>
            <a:lvl3pPr>
              <a:defRPr sz="3525" b="1">
                <a:solidFill>
                  <a:srgbClr val="FFFFFF"/>
                </a:solidFill>
                <a:latin typeface="Arial"/>
                <a:ea typeface="Arial"/>
                <a:cs typeface="Arial"/>
              </a:defRPr>
            </a:lvl3pPr>
            <a:lvl4pPr>
              <a:defRPr sz="3525" b="1">
                <a:solidFill>
                  <a:srgbClr val="FFFFFF"/>
                </a:solidFill>
                <a:latin typeface="Arial"/>
                <a:ea typeface="Arial"/>
                <a:cs typeface="Arial"/>
              </a:defRPr>
            </a:lvl4pPr>
            <a:lvl5pPr>
              <a:defRPr sz="3525" b="1">
                <a:solidFill>
                  <a:srgbClr val="FFFFFF"/>
                </a:solidFill>
                <a:latin typeface="Arial"/>
                <a:ea typeface="Arial"/>
                <a:cs typeface="Arial"/>
              </a:defRPr>
            </a:lvl5pPr>
            <a:lvl6pPr>
              <a:defRPr sz="3525" b="1">
                <a:solidFill>
                  <a:srgbClr val="FFFFFF"/>
                </a:solidFill>
                <a:latin typeface="Arial"/>
                <a:ea typeface="Arial"/>
                <a:cs typeface="Arial"/>
              </a:defRPr>
            </a:lvl6pPr>
            <a:lvl7pPr>
              <a:defRPr sz="3525" b="1">
                <a:solidFill>
                  <a:srgbClr val="FFFFFF"/>
                </a:solidFill>
                <a:latin typeface="Arial"/>
                <a:ea typeface="Arial"/>
                <a:cs typeface="Arial"/>
              </a:defRPr>
            </a:lvl7pPr>
            <a:lvl8pPr>
              <a:defRPr sz="3525" b="1">
                <a:solidFill>
                  <a:srgbClr val="FFFFFF"/>
                </a:solidFill>
                <a:latin typeface="Arial"/>
                <a:ea typeface="Arial"/>
                <a:cs typeface="Arial"/>
              </a:defRPr>
            </a:lvl8pPr>
            <a:lvl9pPr>
              <a:defRPr sz="3525" b="1">
                <a:solidFill>
                  <a:srgbClr val="FFFFFF"/>
                </a:solidFill>
                <a:latin typeface="Arial"/>
                <a:ea typeface="Arial"/>
                <a:cs typeface="Arial"/>
              </a:defRPr>
            </a:lvl9pPr>
          </a:lstStyle>
          <a:p xmlns:a="http://schemas.openxmlformats.org/drawingml/2006/main">
            <a:pPr>
              <a:defRPr sz="3525" b="1">
                <a:solidFill>
                  <a:srgbClr val="FFFFFF"/>
                </a:solidFill>
                <a:latin typeface="Arial"/>
                <a:ea typeface="Arial"/>
                <a:cs typeface="Arial"/>
              </a:defRPr>
            </a:pPr>
            <a:r>
              <a:rPr sz="3525" b="1">
                <a:solidFill>
                  <a:srgbClr val="FFFFFF"/>
                </a:solidFill>
                <a:latin typeface="Arial"/>
                <a:ea typeface="Arial"/>
                <a:cs typeface="Arial"/>
              </a:rPr>
              <a:t>Dos audiencias y un catálogo común</a:t>
            </a:r>
          </a:p>
        </p:txBody>
      </p:sp>
      <p:sp>
        <p:nvSpPr>
          <p:cNvPr id="4" name="">
            <a:extLst xmlns:a="http://schemas.openxmlformats.org/drawingml/2006/main">
              <a:ext uri="{FF2B5EF4-FFF2-40B4-BE49-F238E27FC236}">
                <a16:creationId xmlns:a16="http://schemas.microsoft.com/office/drawing/2014/main" id="{5FDB52FE-508D-4CD5-AF30-252B48CAE086}"/>
              </a:ext>
            </a:extLst>
          </p:cNvPr>
          <p:cNvSpPr>
            <a:spLocks xmlns:a="http://schemas.openxmlformats.org/drawingml/2006/main" noGrp="1"/>
          </p:cNvSpPr>
          <p:nvPr/>
        </p:nvSpPr>
        <p:spPr>
          <a:xfrm xmlns:a="http://schemas.openxmlformats.org/drawingml/2006/main">
            <a:off x="619125" y="30003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28E2B"/>
                </a:solidFill>
                <a:latin typeface="Arial"/>
                <a:ea typeface="Arial"/>
                <a:cs typeface="Arial"/>
              </a:defRPr>
            </a:defPPr>
            <a:lvl1pPr>
              <a:defRPr sz="3225" b="1">
                <a:solidFill>
                  <a:srgbClr val="F28E2B"/>
                </a:solidFill>
                <a:latin typeface="Arial"/>
                <a:ea typeface="Arial"/>
                <a:cs typeface="Arial"/>
              </a:defRPr>
            </a:lvl1pPr>
            <a:lvl2pPr>
              <a:defRPr sz="3225" b="1">
                <a:solidFill>
                  <a:srgbClr val="F28E2B"/>
                </a:solidFill>
                <a:latin typeface="Arial"/>
                <a:ea typeface="Arial"/>
                <a:cs typeface="Arial"/>
              </a:defRPr>
            </a:lvl2pPr>
            <a:lvl3pPr>
              <a:defRPr sz="3225" b="1">
                <a:solidFill>
                  <a:srgbClr val="F28E2B"/>
                </a:solidFill>
                <a:latin typeface="Arial"/>
                <a:ea typeface="Arial"/>
                <a:cs typeface="Arial"/>
              </a:defRPr>
            </a:lvl3pPr>
            <a:lvl4pPr>
              <a:defRPr sz="3225" b="1">
                <a:solidFill>
                  <a:srgbClr val="F28E2B"/>
                </a:solidFill>
                <a:latin typeface="Arial"/>
                <a:ea typeface="Arial"/>
                <a:cs typeface="Arial"/>
              </a:defRPr>
            </a:lvl4pPr>
            <a:lvl5pPr>
              <a:defRPr sz="3225" b="1">
                <a:solidFill>
                  <a:srgbClr val="F28E2B"/>
                </a:solidFill>
                <a:latin typeface="Arial"/>
                <a:ea typeface="Arial"/>
                <a:cs typeface="Arial"/>
              </a:defRPr>
            </a:lvl5pPr>
            <a:lvl6pPr>
              <a:defRPr sz="3225" b="1">
                <a:solidFill>
                  <a:srgbClr val="F28E2B"/>
                </a:solidFill>
                <a:latin typeface="Arial"/>
                <a:ea typeface="Arial"/>
                <a:cs typeface="Arial"/>
              </a:defRPr>
            </a:lvl6pPr>
            <a:lvl7pPr>
              <a:defRPr sz="3225" b="1">
                <a:solidFill>
                  <a:srgbClr val="F28E2B"/>
                </a:solidFill>
                <a:latin typeface="Arial"/>
                <a:ea typeface="Arial"/>
                <a:cs typeface="Arial"/>
              </a:defRPr>
            </a:lvl7pPr>
            <a:lvl8pPr>
              <a:defRPr sz="3225" b="1">
                <a:solidFill>
                  <a:srgbClr val="F28E2B"/>
                </a:solidFill>
                <a:latin typeface="Arial"/>
                <a:ea typeface="Arial"/>
                <a:cs typeface="Arial"/>
              </a:defRPr>
            </a:lvl8pPr>
            <a:lvl9pPr>
              <a:defRPr sz="3225" b="1">
                <a:solidFill>
                  <a:srgbClr val="F28E2B"/>
                </a:solidFill>
                <a:latin typeface="Arial"/>
                <a:ea typeface="Arial"/>
                <a:cs typeface="Arial"/>
              </a:defRPr>
            </a:lvl9pPr>
          </a:lstStyle>
          <a:p xmlns:a="http://schemas.openxmlformats.org/drawingml/2006/main">
            <a:pPr>
              <a:defRPr sz="3225" b="1">
                <a:solidFill>
                  <a:srgbClr val="F28E2B"/>
                </a:solidFill>
                <a:latin typeface="Arial"/>
                <a:ea typeface="Arial"/>
                <a:cs typeface="Arial"/>
              </a:defRPr>
            </a:pPr>
            <a:r>
              <a:rPr sz="3225" b="1">
                <a:solidFill>
                  <a:srgbClr val="F28E2B"/>
                </a:solidFill>
                <a:latin typeface="Arial"/>
                <a:ea typeface="Arial"/>
                <a:cs typeface="Arial"/>
              </a:rPr>
              <a:t>La inversión requiere evidencia adicional</a:t>
            </a:r>
          </a:p>
        </p:txBody>
      </p:sp>
      <p:sp>
        <p:nvSpPr>
          <p:cNvPr id="5" name="">
            <a:extLst xmlns:a="http://schemas.openxmlformats.org/drawingml/2006/main">
              <a:ext uri="{FF2B5EF4-FFF2-40B4-BE49-F238E27FC236}">
                <a16:creationId xmlns:a16="http://schemas.microsoft.com/office/drawing/2014/main" id="{C98E47ED-1B6C-4711-8098-6A63B14D109E}"/>
              </a:ext>
            </a:extLst>
          </p:cNvPr>
          <p:cNvSpPr>
            <a:spLocks xmlns:a="http://schemas.openxmlformats.org/drawingml/2006/main" noGrp="1"/>
          </p:cNvSpPr>
          <p:nvPr/>
        </p:nvSpPr>
        <p:spPr>
          <a:xfrm xmlns:a="http://schemas.openxmlformats.org/drawingml/2006/main">
            <a:off x="619125" y="423862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D7E5F0"/>
                </a:solidFill>
                <a:latin typeface="Arial"/>
                <a:ea typeface="Arial"/>
                <a:cs typeface="Arial"/>
              </a:defRPr>
            </a:defPPr>
            <a:lvl1pPr>
              <a:defRPr sz="2325" b="0">
                <a:solidFill>
                  <a:srgbClr val="D7E5F0"/>
                </a:solidFill>
                <a:latin typeface="Arial"/>
                <a:ea typeface="Arial"/>
                <a:cs typeface="Arial"/>
              </a:defRPr>
            </a:lvl1pPr>
            <a:lvl2pPr>
              <a:defRPr sz="2325" b="0">
                <a:solidFill>
                  <a:srgbClr val="D7E5F0"/>
                </a:solidFill>
                <a:latin typeface="Arial"/>
                <a:ea typeface="Arial"/>
                <a:cs typeface="Arial"/>
              </a:defRPr>
            </a:lvl2pPr>
            <a:lvl3pPr>
              <a:defRPr sz="2325" b="0">
                <a:solidFill>
                  <a:srgbClr val="D7E5F0"/>
                </a:solidFill>
                <a:latin typeface="Arial"/>
                <a:ea typeface="Arial"/>
                <a:cs typeface="Arial"/>
              </a:defRPr>
            </a:lvl3pPr>
            <a:lvl4pPr>
              <a:defRPr sz="2325" b="0">
                <a:solidFill>
                  <a:srgbClr val="D7E5F0"/>
                </a:solidFill>
                <a:latin typeface="Arial"/>
                <a:ea typeface="Arial"/>
                <a:cs typeface="Arial"/>
              </a:defRPr>
            </a:lvl4pPr>
            <a:lvl5pPr>
              <a:defRPr sz="2325" b="0">
                <a:solidFill>
                  <a:srgbClr val="D7E5F0"/>
                </a:solidFill>
                <a:latin typeface="Arial"/>
                <a:ea typeface="Arial"/>
                <a:cs typeface="Arial"/>
              </a:defRPr>
            </a:lvl5pPr>
            <a:lvl6pPr>
              <a:defRPr sz="2325" b="0">
                <a:solidFill>
                  <a:srgbClr val="D7E5F0"/>
                </a:solidFill>
                <a:latin typeface="Arial"/>
                <a:ea typeface="Arial"/>
                <a:cs typeface="Arial"/>
              </a:defRPr>
            </a:lvl6pPr>
            <a:lvl7pPr>
              <a:defRPr sz="2325" b="0">
                <a:solidFill>
                  <a:srgbClr val="D7E5F0"/>
                </a:solidFill>
                <a:latin typeface="Arial"/>
                <a:ea typeface="Arial"/>
                <a:cs typeface="Arial"/>
              </a:defRPr>
            </a:lvl7pPr>
            <a:lvl8pPr>
              <a:defRPr sz="2325" b="0">
                <a:solidFill>
                  <a:srgbClr val="D7E5F0"/>
                </a:solidFill>
                <a:latin typeface="Arial"/>
                <a:ea typeface="Arial"/>
                <a:cs typeface="Arial"/>
              </a:defRPr>
            </a:lvl8pPr>
            <a:lvl9pPr>
              <a:defRPr sz="2325" b="0">
                <a:solidFill>
                  <a:srgbClr val="D7E5F0"/>
                </a:solidFill>
                <a:latin typeface="Arial"/>
                <a:ea typeface="Arial"/>
                <a:cs typeface="Arial"/>
              </a:defRPr>
            </a:lvl9pPr>
          </a:lstStyle>
          <a:p xmlns:a="http://schemas.openxmlformats.org/drawingml/2006/main">
            <a:pPr>
              <a:defRPr sz="2325" b="0">
                <a:solidFill>
                  <a:srgbClr val="D7E5F0"/>
                </a:solidFill>
                <a:latin typeface="Arial"/>
                <a:ea typeface="Arial"/>
                <a:cs typeface="Arial"/>
              </a:defRPr>
            </a:pPr>
            <a:r>
              <a:rPr sz="2325" b="0">
                <a:solidFill>
                  <a:srgbClr val="D7E5F0"/>
                </a:solidFill>
                <a:latin typeface="Arial"/>
                <a:ea typeface="Arial"/>
                <a:cs typeface="Arial"/>
              </a:rPr>
              <a:t>Finanzas parciales y ausencia de datos de usuarios.</a:t>
            </a:r>
          </a:p>
        </p:txBody>
      </p:sp>
      <p:sp>
        <p:nvSpPr>
          <p:cNvPr id="6" name="">
            <a:extLst xmlns:a="http://schemas.openxmlformats.org/drawingml/2006/main">
              <a:ext uri="{FF2B5EF4-FFF2-40B4-BE49-F238E27FC236}">
                <a16:creationId xmlns:a16="http://schemas.microsoft.com/office/drawing/2014/main" id="{BEC1F5C7-3E6F-4669-8274-5B316CC57026}"/>
              </a:ext>
            </a:extLst>
          </p:cNvPr>
          <p:cNvSpPr>
            <a:spLocks xmlns:a="http://schemas.openxmlformats.org/drawingml/2006/main" noGrp="1"/>
          </p:cNvSpPr>
          <p:nvPr/>
        </p:nvSpPr>
        <p:spPr>
          <a:xfrm xmlns:a="http://schemas.openxmlformats.org/drawingml/2006/main">
            <a:off x="619125" y="56197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D7E5F0"/>
                </a:solidFill>
                <a:latin typeface="Arial"/>
                <a:ea typeface="Arial"/>
                <a:cs typeface="Arial"/>
              </a:defRPr>
            </a:defPPr>
            <a:lvl1pPr>
              <a:defRPr sz="1950" b="0">
                <a:solidFill>
                  <a:srgbClr val="D7E5F0"/>
                </a:solidFill>
                <a:latin typeface="Arial"/>
                <a:ea typeface="Arial"/>
                <a:cs typeface="Arial"/>
              </a:defRPr>
            </a:lvl1pPr>
            <a:lvl2pPr>
              <a:defRPr sz="1950" b="0">
                <a:solidFill>
                  <a:srgbClr val="D7E5F0"/>
                </a:solidFill>
                <a:latin typeface="Arial"/>
                <a:ea typeface="Arial"/>
                <a:cs typeface="Arial"/>
              </a:defRPr>
            </a:lvl2pPr>
            <a:lvl3pPr>
              <a:defRPr sz="1950" b="0">
                <a:solidFill>
                  <a:srgbClr val="D7E5F0"/>
                </a:solidFill>
                <a:latin typeface="Arial"/>
                <a:ea typeface="Arial"/>
                <a:cs typeface="Arial"/>
              </a:defRPr>
            </a:lvl3pPr>
            <a:lvl4pPr>
              <a:defRPr sz="1950" b="0">
                <a:solidFill>
                  <a:srgbClr val="D7E5F0"/>
                </a:solidFill>
                <a:latin typeface="Arial"/>
                <a:ea typeface="Arial"/>
                <a:cs typeface="Arial"/>
              </a:defRPr>
            </a:lvl4pPr>
            <a:lvl5pPr>
              <a:defRPr sz="1950" b="0">
                <a:solidFill>
                  <a:srgbClr val="D7E5F0"/>
                </a:solidFill>
                <a:latin typeface="Arial"/>
                <a:ea typeface="Arial"/>
                <a:cs typeface="Arial"/>
              </a:defRPr>
            </a:lvl5pPr>
            <a:lvl6pPr>
              <a:defRPr sz="1950" b="0">
                <a:solidFill>
                  <a:srgbClr val="D7E5F0"/>
                </a:solidFill>
                <a:latin typeface="Arial"/>
                <a:ea typeface="Arial"/>
                <a:cs typeface="Arial"/>
              </a:defRPr>
            </a:lvl6pPr>
            <a:lvl7pPr>
              <a:defRPr sz="1950" b="0">
                <a:solidFill>
                  <a:srgbClr val="D7E5F0"/>
                </a:solidFill>
                <a:latin typeface="Arial"/>
                <a:ea typeface="Arial"/>
                <a:cs typeface="Arial"/>
              </a:defRPr>
            </a:lvl7pPr>
            <a:lvl8pPr>
              <a:defRPr sz="1950" b="0">
                <a:solidFill>
                  <a:srgbClr val="D7E5F0"/>
                </a:solidFill>
                <a:latin typeface="Arial"/>
                <a:ea typeface="Arial"/>
                <a:cs typeface="Arial"/>
              </a:defRPr>
            </a:lvl8pPr>
            <a:lvl9pPr>
              <a:defRPr sz="1950" b="0">
                <a:solidFill>
                  <a:srgbClr val="D7E5F0"/>
                </a:solidFill>
                <a:latin typeface="Arial"/>
                <a:ea typeface="Arial"/>
                <a:cs typeface="Arial"/>
              </a:defRPr>
            </a:lvl9pPr>
          </a:lstStyle>
          <a:p xmlns:a="http://schemas.openxmlformats.org/drawingml/2006/main">
            <a:pPr>
              <a:defRPr sz="1950" b="0">
                <a:solidFill>
                  <a:srgbClr val="D7E5F0"/>
                </a:solidFill>
                <a:latin typeface="Arial"/>
                <a:ea typeface="Arial"/>
                <a:cs typeface="Arial"/>
              </a:defRPr>
            </a:pPr>
            <a:r>
              <a:rPr sz="1950" b="0">
                <a:solidFill>
                  <a:srgbClr val="D7E5F0"/>
                </a:solidFill>
                <a:latin typeface="Arial"/>
                <a:ea typeface="Arial"/>
                <a:cs typeface="Arial"/>
              </a:rPr>
              <a:t>Pendiente: comprobar visuales e interacciones de Power BI.</a:t>
            </a:r>
          </a:p>
        </p:txBody>
      </p:sp>
    </p:spTree>
    <p:extLst>
      <p:ext uri="{BB962C8B-B14F-4D97-AF65-F5344CB8AC3E}">
        <p14:creationId xmlns:p14="http://schemas.microsoft.com/office/powerpoint/2010/main" val="15180595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2026-10-16T22:07:45.3840000Z</dcterms:created>
  <dcterms:modified xsi:type="dcterms:W3CDTF">2026-10-16T22:07:45.3840000Z</dcterms:modified>
</coreProperties>
</file>